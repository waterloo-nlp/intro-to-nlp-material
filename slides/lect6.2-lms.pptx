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3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4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8" r:id="rId10"/>
    <p:sldId id="266" r:id="rId11"/>
    <p:sldId id="267" r:id="rId12"/>
    <p:sldId id="269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CBEC9B-BF07-47F8-BD18-E2A90EE43098}">
          <p14:sldIdLst>
            <p14:sldId id="256"/>
            <p14:sldId id="258"/>
            <p14:sldId id="260"/>
            <p14:sldId id="261"/>
            <p14:sldId id="262"/>
            <p14:sldId id="263"/>
            <p14:sldId id="264"/>
            <p14:sldId id="265"/>
            <p14:sldId id="268"/>
            <p14:sldId id="266"/>
            <p14:sldId id="267"/>
            <p14:sldId id="269"/>
          </p14:sldIdLst>
        </p14:section>
        <p14:section name="next" id="{8509D117-9FDD-4962-BDF9-EDBA81550B5D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EDAA93-CCF2-59E0-757F-EC741AC82C89}" name="Freda Shi" initials="FS" userId="e68c2e0bbb2f643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505FF"/>
    <a:srgbClr val="980000"/>
    <a:srgbClr val="E6935D"/>
    <a:srgbClr val="E7EAED"/>
    <a:srgbClr val="CCE2F2"/>
    <a:srgbClr val="7A9E68"/>
    <a:srgbClr val="B78E73"/>
    <a:srgbClr val="64523F"/>
    <a:srgbClr val="3F5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AFEA70-E642-4BC8-B307-13F08EF4B25F}" v="8261" dt="2026-02-04T04:20:06.472"/>
    <p1510:client id="{C1F16613-94D3-4484-B34A-31CC47C2074A}" v="16" dt="2026-02-03T19:17:04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3" autoAdjust="0"/>
    <p:restoredTop sz="78166" autoAdjust="0"/>
  </p:normalViewPr>
  <p:slideViewPr>
    <p:cSldViewPr snapToGrid="0">
      <p:cViewPr varScale="1">
        <p:scale>
          <a:sx n="124" d="100"/>
          <a:sy n="124" d="100"/>
        </p:scale>
        <p:origin x="5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5" d="100"/>
          <a:sy n="125" d="100"/>
        </p:scale>
        <p:origin x="493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a Shi" userId="e3bafef1-15f2-4eeb-acbe-fa674bab7991" providerId="ADAL" clId="{9555FC65-5A8C-4EE8-9D5B-8283D7A0923C}"/>
    <pc:docChg chg="undo redo custSel addSld delSld modSld sldOrd modMainMaster addSection delSection modSection">
      <pc:chgData name="Freda Shi" userId="e3bafef1-15f2-4eeb-acbe-fa674bab7991" providerId="ADAL" clId="{9555FC65-5A8C-4EE8-9D5B-8283D7A0923C}" dt="2026-02-04T04:20:06.472" v="51582" actId="20577"/>
      <pc:docMkLst>
        <pc:docMk/>
      </pc:docMkLst>
      <pc:sldChg chg="delSp modSp mod">
        <pc:chgData name="Freda Shi" userId="e3bafef1-15f2-4eeb-acbe-fa674bab7991" providerId="ADAL" clId="{9555FC65-5A8C-4EE8-9D5B-8283D7A0923C}" dt="2026-02-04T02:32:23.484" v="50824" actId="6549"/>
        <pc:sldMkLst>
          <pc:docMk/>
          <pc:sldMk cId="228913878" sldId="256"/>
        </pc:sldMkLst>
        <pc:spChg chg="mod">
          <ac:chgData name="Freda Shi" userId="e3bafef1-15f2-4eeb-acbe-fa674bab7991" providerId="ADAL" clId="{9555FC65-5A8C-4EE8-9D5B-8283D7A0923C}" dt="2026-01-30T05:06:44.142" v="48683" actId="20577"/>
          <ac:spMkLst>
            <pc:docMk/>
            <pc:sldMk cId="228913878" sldId="256"/>
            <ac:spMk id="4" creationId="{DA47CF05-BE52-90FA-5147-DA56FCE560BA}"/>
          </ac:spMkLst>
        </pc:spChg>
        <pc:spChg chg="mod">
          <ac:chgData name="Freda Shi" userId="e3bafef1-15f2-4eeb-acbe-fa674bab7991" providerId="ADAL" clId="{9555FC65-5A8C-4EE8-9D5B-8283D7A0923C}" dt="2026-02-04T02:32:23.484" v="50824" actId="6549"/>
          <ac:spMkLst>
            <pc:docMk/>
            <pc:sldMk cId="228913878" sldId="256"/>
            <ac:spMk id="9" creationId="{28B5EE4A-907F-5295-FED3-0CC20CF8B67E}"/>
          </ac:spMkLst>
        </pc:spChg>
      </pc:sldChg>
      <pc:sldChg chg="modSp new mod ord">
        <pc:chgData name="Freda Shi" userId="e3bafef1-15f2-4eeb-acbe-fa674bab7991" providerId="ADAL" clId="{9555FC65-5A8C-4EE8-9D5B-8283D7A0923C}" dt="2026-02-03T01:55:56.405" v="48803" actId="20577"/>
        <pc:sldMkLst>
          <pc:docMk/>
          <pc:sldMk cId="1605273323" sldId="258"/>
        </pc:sldMkLst>
        <pc:spChg chg="mod">
          <ac:chgData name="Freda Shi" userId="e3bafef1-15f2-4eeb-acbe-fa674bab7991" providerId="ADAL" clId="{9555FC65-5A8C-4EE8-9D5B-8283D7A0923C}" dt="2026-01-28T05:33:32.397" v="44797" actId="20577"/>
          <ac:spMkLst>
            <pc:docMk/>
            <pc:sldMk cId="1605273323" sldId="258"/>
            <ac:spMk id="2" creationId="{6378F86A-7F5C-B572-2836-52465C025A48}"/>
          </ac:spMkLst>
        </pc:spChg>
        <pc:spChg chg="mod">
          <ac:chgData name="Freda Shi" userId="e3bafef1-15f2-4eeb-acbe-fa674bab7991" providerId="ADAL" clId="{9555FC65-5A8C-4EE8-9D5B-8283D7A0923C}" dt="2026-02-03T01:55:56.405" v="48803" actId="20577"/>
          <ac:spMkLst>
            <pc:docMk/>
            <pc:sldMk cId="1605273323" sldId="258"/>
            <ac:spMk id="3" creationId="{640B6FCA-FB35-B10A-3BDA-10A39DB920EA}"/>
          </ac:spMkLst>
        </pc:spChg>
      </pc:sldChg>
      <pc:sldChg chg="modSp mod">
        <pc:chgData name="Freda Shi" userId="e3bafef1-15f2-4eeb-acbe-fa674bab7991" providerId="ADAL" clId="{9555FC65-5A8C-4EE8-9D5B-8283D7A0923C}" dt="2026-01-30T05:07:32.522" v="48762" actId="20577"/>
        <pc:sldMkLst>
          <pc:docMk/>
          <pc:sldMk cId="1896540082" sldId="259"/>
        </pc:sldMkLst>
        <pc:spChg chg="mod">
          <ac:chgData name="Freda Shi" userId="e3bafef1-15f2-4eeb-acbe-fa674bab7991" providerId="ADAL" clId="{9555FC65-5A8C-4EE8-9D5B-8283D7A0923C}" dt="2026-01-28T05:45:14.420" v="45692" actId="20577"/>
          <ac:spMkLst>
            <pc:docMk/>
            <pc:sldMk cId="1896540082" sldId="259"/>
            <ac:spMk id="2" creationId="{E2C7B07E-A3D1-3C2B-B017-E96EB120E8C8}"/>
          </ac:spMkLst>
        </pc:spChg>
        <pc:spChg chg="mod">
          <ac:chgData name="Freda Shi" userId="e3bafef1-15f2-4eeb-acbe-fa674bab7991" providerId="ADAL" clId="{9555FC65-5A8C-4EE8-9D5B-8283D7A0923C}" dt="2026-01-30T05:07:32.522" v="48762" actId="20577"/>
          <ac:spMkLst>
            <pc:docMk/>
            <pc:sldMk cId="1896540082" sldId="259"/>
            <ac:spMk id="3" creationId="{B3BF30C2-A671-A559-D900-4A640E03FB09}"/>
          </ac:spMkLst>
        </pc:spChg>
      </pc:sldChg>
      <pc:sldChg chg="addSp modSp new mod addAnim delAnim modAnim">
        <pc:chgData name="Freda Shi" userId="e3bafef1-15f2-4eeb-acbe-fa674bab7991" providerId="ADAL" clId="{9555FC65-5A8C-4EE8-9D5B-8283D7A0923C}" dt="2026-02-03T04:27:06.053" v="48982"/>
        <pc:sldMkLst>
          <pc:docMk/>
          <pc:sldMk cId="1086774067" sldId="260"/>
        </pc:sldMkLst>
        <pc:spChg chg="mod">
          <ac:chgData name="Freda Shi" userId="e3bafef1-15f2-4eeb-acbe-fa674bab7991" providerId="ADAL" clId="{9555FC65-5A8C-4EE8-9D5B-8283D7A0923C}" dt="2026-02-03T04:07:16.746" v="48846" actId="20577"/>
          <ac:spMkLst>
            <pc:docMk/>
            <pc:sldMk cId="1086774067" sldId="260"/>
            <ac:spMk id="2" creationId="{FDD17E99-481F-1F02-81CE-BA821891F03F}"/>
          </ac:spMkLst>
        </pc:spChg>
        <pc:spChg chg="mod">
          <ac:chgData name="Freda Shi" userId="e3bafef1-15f2-4eeb-acbe-fa674bab7991" providerId="ADAL" clId="{9555FC65-5A8C-4EE8-9D5B-8283D7A0923C}" dt="2026-02-03T04:24:21.911" v="48978" actId="20577"/>
          <ac:spMkLst>
            <pc:docMk/>
            <pc:sldMk cId="1086774067" sldId="260"/>
            <ac:spMk id="3" creationId="{754414A7-24A2-C343-0659-2AABADD62414}"/>
          </ac:spMkLst>
        </pc:spChg>
        <pc:spChg chg="add mod">
          <ac:chgData name="Freda Shi" userId="e3bafef1-15f2-4eeb-acbe-fa674bab7991" providerId="ADAL" clId="{9555FC65-5A8C-4EE8-9D5B-8283D7A0923C}" dt="2026-02-03T04:23:32.381" v="48973" actId="14100"/>
          <ac:spMkLst>
            <pc:docMk/>
            <pc:sldMk cId="1086774067" sldId="260"/>
            <ac:spMk id="75" creationId="{5AABFF46-346F-A751-07AD-31DB941BE825}"/>
          </ac:spMkLst>
        </pc:spChg>
        <pc:grpChg chg="mod">
          <ac:chgData name="Freda Shi" userId="e3bafef1-15f2-4eeb-acbe-fa674bab7991" providerId="ADAL" clId="{9555FC65-5A8C-4EE8-9D5B-8283D7A0923C}" dt="2026-02-03T04:10:53.317" v="48968" actId="1036"/>
          <ac:grpSpMkLst>
            <pc:docMk/>
            <pc:sldMk cId="1086774067" sldId="260"/>
            <ac:grpSpMk id="74" creationId="{72EA89F0-1588-8CC0-E831-D838AABE8813}"/>
          </ac:grpSpMkLst>
        </pc:grpChg>
        <pc:picChg chg="mod">
          <ac:chgData name="Freda Shi" userId="e3bafef1-15f2-4eeb-acbe-fa674bab7991" providerId="ADAL" clId="{9555FC65-5A8C-4EE8-9D5B-8283D7A0923C}" dt="2026-02-03T04:10:15.781" v="48926" actId="14100"/>
          <ac:picMkLst>
            <pc:docMk/>
            <pc:sldMk cId="1086774067" sldId="260"/>
            <ac:picMk id="6" creationId="{5E73069F-26FB-C2DC-5798-8C45F611B7F6}"/>
          </ac:picMkLst>
        </pc:picChg>
      </pc:sldChg>
      <pc:sldChg chg="addSp delSp modSp new mod modAnim">
        <pc:chgData name="Freda Shi" userId="e3bafef1-15f2-4eeb-acbe-fa674bab7991" providerId="ADAL" clId="{9555FC65-5A8C-4EE8-9D5B-8283D7A0923C}" dt="2026-02-03T05:08:21.252" v="50210"/>
        <pc:sldMkLst>
          <pc:docMk/>
          <pc:sldMk cId="2261952049" sldId="261"/>
        </pc:sldMkLst>
        <pc:spChg chg="mod">
          <ac:chgData name="Freda Shi" userId="e3bafef1-15f2-4eeb-acbe-fa674bab7991" providerId="ADAL" clId="{9555FC65-5A8C-4EE8-9D5B-8283D7A0923C}" dt="2026-02-03T04:27:17.732" v="49005" actId="20577"/>
          <ac:spMkLst>
            <pc:docMk/>
            <pc:sldMk cId="2261952049" sldId="261"/>
            <ac:spMk id="2" creationId="{FBBBDAF8-31B7-958B-F1F0-A469DAE29587}"/>
          </ac:spMkLst>
        </pc:spChg>
        <pc:spChg chg="del">
          <ac:chgData name="Freda Shi" userId="e3bafef1-15f2-4eeb-acbe-fa674bab7991" providerId="ADAL" clId="{9555FC65-5A8C-4EE8-9D5B-8283D7A0923C}" dt="2026-02-03T04:30:17.477" v="49006" actId="22"/>
          <ac:spMkLst>
            <pc:docMk/>
            <pc:sldMk cId="2261952049" sldId="261"/>
            <ac:spMk id="3" creationId="{D4A4911C-5107-0A33-3D77-6E1EB5075FFF}"/>
          </ac:spMkLst>
        </pc:spChg>
        <pc:spChg chg="add mod">
          <ac:chgData name="Freda Shi" userId="e3bafef1-15f2-4eeb-acbe-fa674bab7991" providerId="ADAL" clId="{9555FC65-5A8C-4EE8-9D5B-8283D7A0923C}" dt="2026-02-03T04:31:42.969" v="49063" actId="1076"/>
          <ac:spMkLst>
            <pc:docMk/>
            <pc:sldMk cId="2261952049" sldId="261"/>
            <ac:spMk id="7" creationId="{F50AAFDD-1A94-337D-FF36-18B758AB14C5}"/>
          </ac:spMkLst>
        </pc:spChg>
        <pc:spChg chg="del topLvl">
          <ac:chgData name="Freda Shi" userId="e3bafef1-15f2-4eeb-acbe-fa674bab7991" providerId="ADAL" clId="{9555FC65-5A8C-4EE8-9D5B-8283D7A0923C}" dt="2026-02-03T05:01:07.901" v="49191" actId="478"/>
          <ac:spMkLst>
            <pc:docMk/>
            <pc:sldMk cId="2261952049" sldId="261"/>
            <ac:spMk id="35" creationId="{8E5BD612-56EA-030A-1898-3915500111A0}"/>
          </ac:spMkLst>
        </pc:spChg>
        <pc:spChg chg="del topLvl">
          <ac:chgData name="Freda Shi" userId="e3bafef1-15f2-4eeb-acbe-fa674bab7991" providerId="ADAL" clId="{9555FC65-5A8C-4EE8-9D5B-8283D7A0923C}" dt="2026-02-03T05:01:07.885" v="49149" actId="478"/>
          <ac:spMkLst>
            <pc:docMk/>
            <pc:sldMk cId="2261952049" sldId="261"/>
            <ac:spMk id="36" creationId="{5631E7B7-F543-F5A0-4F6B-1E80A74015C1}"/>
          </ac:spMkLst>
        </pc:spChg>
        <pc:spChg chg="del">
          <ac:chgData name="Freda Shi" userId="e3bafef1-15f2-4eeb-acbe-fa674bab7991" providerId="ADAL" clId="{9555FC65-5A8C-4EE8-9D5B-8283D7A0923C}" dt="2026-02-03T05:01:07.885" v="49148" actId="478"/>
          <ac:spMkLst>
            <pc:docMk/>
            <pc:sldMk cId="2261952049" sldId="261"/>
            <ac:spMk id="37" creationId="{809A1087-179C-9B15-9AD0-8C74BEB44E3D}"/>
          </ac:spMkLst>
        </pc:spChg>
        <pc:spChg chg="del">
          <ac:chgData name="Freda Shi" userId="e3bafef1-15f2-4eeb-acbe-fa674bab7991" providerId="ADAL" clId="{9555FC65-5A8C-4EE8-9D5B-8283D7A0923C}" dt="2026-02-03T05:01:07.885" v="49147" actId="478"/>
          <ac:spMkLst>
            <pc:docMk/>
            <pc:sldMk cId="2261952049" sldId="261"/>
            <ac:spMk id="38" creationId="{F1CF18EB-CCC7-F4CA-8244-1F7581D23CC0}"/>
          </ac:spMkLst>
        </pc:spChg>
        <pc:spChg chg="del">
          <ac:chgData name="Freda Shi" userId="e3bafef1-15f2-4eeb-acbe-fa674bab7991" providerId="ADAL" clId="{9555FC65-5A8C-4EE8-9D5B-8283D7A0923C}" dt="2026-02-03T05:01:07.885" v="49146" actId="478"/>
          <ac:spMkLst>
            <pc:docMk/>
            <pc:sldMk cId="2261952049" sldId="261"/>
            <ac:spMk id="39" creationId="{EC6F38CA-EED9-73F0-55DB-1C5063DFA41B}"/>
          </ac:spMkLst>
        </pc:spChg>
        <pc:spChg chg="del">
          <ac:chgData name="Freda Shi" userId="e3bafef1-15f2-4eeb-acbe-fa674bab7991" providerId="ADAL" clId="{9555FC65-5A8C-4EE8-9D5B-8283D7A0923C}" dt="2026-02-03T05:01:07.885" v="49145" actId="478"/>
          <ac:spMkLst>
            <pc:docMk/>
            <pc:sldMk cId="2261952049" sldId="261"/>
            <ac:spMk id="40" creationId="{15DB8102-2558-F4CC-24BB-08CBFE07FB09}"/>
          </ac:spMkLst>
        </pc:spChg>
        <pc:spChg chg="del">
          <ac:chgData name="Freda Shi" userId="e3bafef1-15f2-4eeb-acbe-fa674bab7991" providerId="ADAL" clId="{9555FC65-5A8C-4EE8-9D5B-8283D7A0923C}" dt="2026-02-03T05:01:07.885" v="49144" actId="478"/>
          <ac:spMkLst>
            <pc:docMk/>
            <pc:sldMk cId="2261952049" sldId="261"/>
            <ac:spMk id="41" creationId="{C82E1860-D26C-B4EF-6D37-ECEB2D58AB52}"/>
          </ac:spMkLst>
        </pc:spChg>
        <pc:spChg chg="del">
          <ac:chgData name="Freda Shi" userId="e3bafef1-15f2-4eeb-acbe-fa674bab7991" providerId="ADAL" clId="{9555FC65-5A8C-4EE8-9D5B-8283D7A0923C}" dt="2026-02-03T05:01:07.885" v="49143" actId="478"/>
          <ac:spMkLst>
            <pc:docMk/>
            <pc:sldMk cId="2261952049" sldId="261"/>
            <ac:spMk id="42" creationId="{E3D078E2-DDD3-B4B2-0D7C-D1817CD9B34F}"/>
          </ac:spMkLst>
        </pc:spChg>
        <pc:spChg chg="del">
          <ac:chgData name="Freda Shi" userId="e3bafef1-15f2-4eeb-acbe-fa674bab7991" providerId="ADAL" clId="{9555FC65-5A8C-4EE8-9D5B-8283D7A0923C}" dt="2026-02-03T05:01:07.885" v="49142" actId="478"/>
          <ac:spMkLst>
            <pc:docMk/>
            <pc:sldMk cId="2261952049" sldId="261"/>
            <ac:spMk id="43" creationId="{08E38A05-91CD-CE46-7D2D-3B6062E319E1}"/>
          </ac:spMkLst>
        </pc:spChg>
        <pc:spChg chg="del">
          <ac:chgData name="Freda Shi" userId="e3bafef1-15f2-4eeb-acbe-fa674bab7991" providerId="ADAL" clId="{9555FC65-5A8C-4EE8-9D5B-8283D7A0923C}" dt="2026-02-03T05:01:07.885" v="49141" actId="478"/>
          <ac:spMkLst>
            <pc:docMk/>
            <pc:sldMk cId="2261952049" sldId="261"/>
            <ac:spMk id="44" creationId="{9033F85A-B692-42ED-A426-E021D9C0E833}"/>
          </ac:spMkLst>
        </pc:spChg>
        <pc:spChg chg="del">
          <ac:chgData name="Freda Shi" userId="e3bafef1-15f2-4eeb-acbe-fa674bab7991" providerId="ADAL" clId="{9555FC65-5A8C-4EE8-9D5B-8283D7A0923C}" dt="2026-02-03T05:01:07.885" v="49140" actId="478"/>
          <ac:spMkLst>
            <pc:docMk/>
            <pc:sldMk cId="2261952049" sldId="261"/>
            <ac:spMk id="45" creationId="{F305F6F8-405B-6C18-646C-3BFC001528B7}"/>
          </ac:spMkLst>
        </pc:spChg>
        <pc:spChg chg="del">
          <ac:chgData name="Freda Shi" userId="e3bafef1-15f2-4eeb-acbe-fa674bab7991" providerId="ADAL" clId="{9555FC65-5A8C-4EE8-9D5B-8283D7A0923C}" dt="2026-02-03T05:01:07.885" v="49139" actId="478"/>
          <ac:spMkLst>
            <pc:docMk/>
            <pc:sldMk cId="2261952049" sldId="261"/>
            <ac:spMk id="46" creationId="{F03A90B8-62B6-6007-5B78-D0DF404FC345}"/>
          </ac:spMkLst>
        </pc:spChg>
        <pc:spChg chg="del">
          <ac:chgData name="Freda Shi" userId="e3bafef1-15f2-4eeb-acbe-fa674bab7991" providerId="ADAL" clId="{9555FC65-5A8C-4EE8-9D5B-8283D7A0923C}" dt="2026-02-03T05:01:07.885" v="49138" actId="478"/>
          <ac:spMkLst>
            <pc:docMk/>
            <pc:sldMk cId="2261952049" sldId="261"/>
            <ac:spMk id="47" creationId="{501614F4-0FDC-0711-836E-8D9F5B6478A5}"/>
          </ac:spMkLst>
        </pc:spChg>
        <pc:spChg chg="del">
          <ac:chgData name="Freda Shi" userId="e3bafef1-15f2-4eeb-acbe-fa674bab7991" providerId="ADAL" clId="{9555FC65-5A8C-4EE8-9D5B-8283D7A0923C}" dt="2026-02-03T05:01:07.885" v="49137" actId="478"/>
          <ac:spMkLst>
            <pc:docMk/>
            <pc:sldMk cId="2261952049" sldId="261"/>
            <ac:spMk id="48" creationId="{2CD2191C-76C4-9CEB-89FF-5C6BC4CB9E99}"/>
          </ac:spMkLst>
        </pc:spChg>
        <pc:spChg chg="del">
          <ac:chgData name="Freda Shi" userId="e3bafef1-15f2-4eeb-acbe-fa674bab7991" providerId="ADAL" clId="{9555FC65-5A8C-4EE8-9D5B-8283D7A0923C}" dt="2026-02-03T05:01:07.885" v="49136" actId="478"/>
          <ac:spMkLst>
            <pc:docMk/>
            <pc:sldMk cId="2261952049" sldId="261"/>
            <ac:spMk id="49" creationId="{C1354D1B-80DD-C8BA-A95F-D05C0CEA5443}"/>
          </ac:spMkLst>
        </pc:spChg>
        <pc:spChg chg="del">
          <ac:chgData name="Freda Shi" userId="e3bafef1-15f2-4eeb-acbe-fa674bab7991" providerId="ADAL" clId="{9555FC65-5A8C-4EE8-9D5B-8283D7A0923C}" dt="2026-02-03T05:01:07.885" v="49135" actId="478"/>
          <ac:spMkLst>
            <pc:docMk/>
            <pc:sldMk cId="2261952049" sldId="261"/>
            <ac:spMk id="50" creationId="{585C93FC-7AC7-C021-6998-0496AB3AB5D8}"/>
          </ac:spMkLst>
        </pc:spChg>
        <pc:spChg chg="del">
          <ac:chgData name="Freda Shi" userId="e3bafef1-15f2-4eeb-acbe-fa674bab7991" providerId="ADAL" clId="{9555FC65-5A8C-4EE8-9D5B-8283D7A0923C}" dt="2026-02-03T05:01:07.885" v="49134" actId="478"/>
          <ac:spMkLst>
            <pc:docMk/>
            <pc:sldMk cId="2261952049" sldId="261"/>
            <ac:spMk id="51" creationId="{3E182970-1646-BA8F-BCC4-06F400830AFF}"/>
          </ac:spMkLst>
        </pc:spChg>
        <pc:spChg chg="del mod topLvl">
          <ac:chgData name="Freda Shi" userId="e3bafef1-15f2-4eeb-acbe-fa674bab7991" providerId="ADAL" clId="{9555FC65-5A8C-4EE8-9D5B-8283D7A0923C}" dt="2026-02-03T05:01:33.266" v="49284" actId="478"/>
          <ac:spMkLst>
            <pc:docMk/>
            <pc:sldMk cId="2261952049" sldId="261"/>
            <ac:spMk id="56" creationId="{A94FF8ED-42AC-B1AC-AA38-A6577AC85470}"/>
          </ac:spMkLst>
        </pc:spChg>
        <pc:spChg chg="del mod topLvl">
          <ac:chgData name="Freda Shi" userId="e3bafef1-15f2-4eeb-acbe-fa674bab7991" providerId="ADAL" clId="{9555FC65-5A8C-4EE8-9D5B-8283D7A0923C}" dt="2026-02-03T05:01:33.249" v="49243" actId="478"/>
          <ac:spMkLst>
            <pc:docMk/>
            <pc:sldMk cId="2261952049" sldId="261"/>
            <ac:spMk id="57" creationId="{2E046E22-B3EE-A634-9409-B342EE209B39}"/>
          </ac:spMkLst>
        </pc:spChg>
        <pc:spChg chg="del mod">
          <ac:chgData name="Freda Shi" userId="e3bafef1-15f2-4eeb-acbe-fa674bab7991" providerId="ADAL" clId="{9555FC65-5A8C-4EE8-9D5B-8283D7A0923C}" dt="2026-02-03T05:01:33.247" v="49242" actId="478"/>
          <ac:spMkLst>
            <pc:docMk/>
            <pc:sldMk cId="2261952049" sldId="261"/>
            <ac:spMk id="58" creationId="{9C2305F8-E850-C02B-C0CA-A906617D8116}"/>
          </ac:spMkLst>
        </pc:spChg>
        <pc:spChg chg="del mod">
          <ac:chgData name="Freda Shi" userId="e3bafef1-15f2-4eeb-acbe-fa674bab7991" providerId="ADAL" clId="{9555FC65-5A8C-4EE8-9D5B-8283D7A0923C}" dt="2026-02-03T05:01:33.247" v="49241" actId="478"/>
          <ac:spMkLst>
            <pc:docMk/>
            <pc:sldMk cId="2261952049" sldId="261"/>
            <ac:spMk id="59" creationId="{483A9F6A-8BEF-6E45-AC8B-E06FFE234F0C}"/>
          </ac:spMkLst>
        </pc:spChg>
        <pc:spChg chg="del mod">
          <ac:chgData name="Freda Shi" userId="e3bafef1-15f2-4eeb-acbe-fa674bab7991" providerId="ADAL" clId="{9555FC65-5A8C-4EE8-9D5B-8283D7A0923C}" dt="2026-02-03T05:01:33.232" v="49240" actId="478"/>
          <ac:spMkLst>
            <pc:docMk/>
            <pc:sldMk cId="2261952049" sldId="261"/>
            <ac:spMk id="60" creationId="{BFF33B16-7113-A2D9-C444-5A3198F45A05}"/>
          </ac:spMkLst>
        </pc:spChg>
        <pc:spChg chg="del mod">
          <ac:chgData name="Freda Shi" userId="e3bafef1-15f2-4eeb-acbe-fa674bab7991" providerId="ADAL" clId="{9555FC65-5A8C-4EE8-9D5B-8283D7A0923C}" dt="2026-02-03T05:01:33.232" v="49239" actId="478"/>
          <ac:spMkLst>
            <pc:docMk/>
            <pc:sldMk cId="2261952049" sldId="261"/>
            <ac:spMk id="61" creationId="{8C5DDFF1-631A-5814-81D6-98EA7387C04C}"/>
          </ac:spMkLst>
        </pc:spChg>
        <pc:spChg chg="del mod">
          <ac:chgData name="Freda Shi" userId="e3bafef1-15f2-4eeb-acbe-fa674bab7991" providerId="ADAL" clId="{9555FC65-5A8C-4EE8-9D5B-8283D7A0923C}" dt="2026-02-03T05:01:33.232" v="49238" actId="478"/>
          <ac:spMkLst>
            <pc:docMk/>
            <pc:sldMk cId="2261952049" sldId="261"/>
            <ac:spMk id="62" creationId="{2F457D99-47EE-5527-4D01-97762794FB1E}"/>
          </ac:spMkLst>
        </pc:spChg>
        <pc:spChg chg="del mod">
          <ac:chgData name="Freda Shi" userId="e3bafef1-15f2-4eeb-acbe-fa674bab7991" providerId="ADAL" clId="{9555FC65-5A8C-4EE8-9D5B-8283D7A0923C}" dt="2026-02-03T05:01:33.232" v="49237" actId="478"/>
          <ac:spMkLst>
            <pc:docMk/>
            <pc:sldMk cId="2261952049" sldId="261"/>
            <ac:spMk id="63" creationId="{D63FF805-EBA8-E131-79E6-13385F03B71A}"/>
          </ac:spMkLst>
        </pc:spChg>
        <pc:spChg chg="del mod">
          <ac:chgData name="Freda Shi" userId="e3bafef1-15f2-4eeb-acbe-fa674bab7991" providerId="ADAL" clId="{9555FC65-5A8C-4EE8-9D5B-8283D7A0923C}" dt="2026-02-03T05:01:33.232" v="49236" actId="478"/>
          <ac:spMkLst>
            <pc:docMk/>
            <pc:sldMk cId="2261952049" sldId="261"/>
            <ac:spMk id="64" creationId="{D217FECB-7D75-6C43-0338-87EA07F61A52}"/>
          </ac:spMkLst>
        </pc:spChg>
        <pc:spChg chg="del mod">
          <ac:chgData name="Freda Shi" userId="e3bafef1-15f2-4eeb-acbe-fa674bab7991" providerId="ADAL" clId="{9555FC65-5A8C-4EE8-9D5B-8283D7A0923C}" dt="2026-02-03T05:01:33.232" v="49235" actId="478"/>
          <ac:spMkLst>
            <pc:docMk/>
            <pc:sldMk cId="2261952049" sldId="261"/>
            <ac:spMk id="65" creationId="{F77752A7-4D1E-5B2A-9804-EF2179335618}"/>
          </ac:spMkLst>
        </pc:spChg>
        <pc:spChg chg="del mod">
          <ac:chgData name="Freda Shi" userId="e3bafef1-15f2-4eeb-acbe-fa674bab7991" providerId="ADAL" clId="{9555FC65-5A8C-4EE8-9D5B-8283D7A0923C}" dt="2026-02-03T05:01:33.232" v="49234" actId="478"/>
          <ac:spMkLst>
            <pc:docMk/>
            <pc:sldMk cId="2261952049" sldId="261"/>
            <ac:spMk id="66" creationId="{CF60B038-2D49-58DC-2401-5C77D579B272}"/>
          </ac:spMkLst>
        </pc:spChg>
        <pc:spChg chg="del mod">
          <ac:chgData name="Freda Shi" userId="e3bafef1-15f2-4eeb-acbe-fa674bab7991" providerId="ADAL" clId="{9555FC65-5A8C-4EE8-9D5B-8283D7A0923C}" dt="2026-02-03T05:01:33.232" v="49233" actId="478"/>
          <ac:spMkLst>
            <pc:docMk/>
            <pc:sldMk cId="2261952049" sldId="261"/>
            <ac:spMk id="67" creationId="{A643E756-2211-F376-0FA0-583D9B40FECB}"/>
          </ac:spMkLst>
        </pc:spChg>
        <pc:spChg chg="del mod">
          <ac:chgData name="Freda Shi" userId="e3bafef1-15f2-4eeb-acbe-fa674bab7991" providerId="ADAL" clId="{9555FC65-5A8C-4EE8-9D5B-8283D7A0923C}" dt="2026-02-03T05:01:33.232" v="49232" actId="478"/>
          <ac:spMkLst>
            <pc:docMk/>
            <pc:sldMk cId="2261952049" sldId="261"/>
            <ac:spMk id="68" creationId="{160760BD-C91E-019B-2DB8-3E9FEE9D741F}"/>
          </ac:spMkLst>
        </pc:spChg>
        <pc:spChg chg="del mod">
          <ac:chgData name="Freda Shi" userId="e3bafef1-15f2-4eeb-acbe-fa674bab7991" providerId="ADAL" clId="{9555FC65-5A8C-4EE8-9D5B-8283D7A0923C}" dt="2026-02-03T05:01:33.232" v="49231" actId="478"/>
          <ac:spMkLst>
            <pc:docMk/>
            <pc:sldMk cId="2261952049" sldId="261"/>
            <ac:spMk id="69" creationId="{EF1F7BB5-18A8-7682-42EF-817956227664}"/>
          </ac:spMkLst>
        </pc:spChg>
        <pc:spChg chg="del mod">
          <ac:chgData name="Freda Shi" userId="e3bafef1-15f2-4eeb-acbe-fa674bab7991" providerId="ADAL" clId="{9555FC65-5A8C-4EE8-9D5B-8283D7A0923C}" dt="2026-02-03T05:01:33.232" v="49230" actId="478"/>
          <ac:spMkLst>
            <pc:docMk/>
            <pc:sldMk cId="2261952049" sldId="261"/>
            <ac:spMk id="70" creationId="{795049A6-1A4D-9701-3B3E-2D31F32BCAB2}"/>
          </ac:spMkLst>
        </pc:spChg>
        <pc:spChg chg="del mod">
          <ac:chgData name="Freda Shi" userId="e3bafef1-15f2-4eeb-acbe-fa674bab7991" providerId="ADAL" clId="{9555FC65-5A8C-4EE8-9D5B-8283D7A0923C}" dt="2026-02-03T05:01:33.232" v="49229" actId="478"/>
          <ac:spMkLst>
            <pc:docMk/>
            <pc:sldMk cId="2261952049" sldId="261"/>
            <ac:spMk id="71" creationId="{B10B4FB8-4C6A-4A4A-9E4E-BB956A1432BA}"/>
          </ac:spMkLst>
        </pc:spChg>
        <pc:spChg chg="del mod">
          <ac:chgData name="Freda Shi" userId="e3bafef1-15f2-4eeb-acbe-fa674bab7991" providerId="ADAL" clId="{9555FC65-5A8C-4EE8-9D5B-8283D7A0923C}" dt="2026-02-03T05:01:33.232" v="49228" actId="478"/>
          <ac:spMkLst>
            <pc:docMk/>
            <pc:sldMk cId="2261952049" sldId="261"/>
            <ac:spMk id="72" creationId="{931A7144-0BD6-1B07-C94D-A8260058F4B5}"/>
          </ac:spMkLst>
        </pc:spChg>
        <pc:spChg chg="del mod">
          <ac:chgData name="Freda Shi" userId="e3bafef1-15f2-4eeb-acbe-fa674bab7991" providerId="ADAL" clId="{9555FC65-5A8C-4EE8-9D5B-8283D7A0923C}" dt="2026-02-03T05:01:33.232" v="49227" actId="478"/>
          <ac:spMkLst>
            <pc:docMk/>
            <pc:sldMk cId="2261952049" sldId="261"/>
            <ac:spMk id="73" creationId="{62474CC9-F89D-8D4C-A85F-D2B5EC29C12F}"/>
          </ac:spMkLst>
        </pc:spChg>
        <pc:spChg chg="del mod">
          <ac:chgData name="Freda Shi" userId="e3bafef1-15f2-4eeb-acbe-fa674bab7991" providerId="ADAL" clId="{9555FC65-5A8C-4EE8-9D5B-8283D7A0923C}" dt="2026-02-03T05:01:33.232" v="49226" actId="478"/>
          <ac:spMkLst>
            <pc:docMk/>
            <pc:sldMk cId="2261952049" sldId="261"/>
            <ac:spMk id="74" creationId="{EE0EDCB8-313E-7736-C067-C2479E0F4A2C}"/>
          </ac:spMkLst>
        </pc:spChg>
        <pc:spChg chg="del mod">
          <ac:chgData name="Freda Shi" userId="e3bafef1-15f2-4eeb-acbe-fa674bab7991" providerId="ADAL" clId="{9555FC65-5A8C-4EE8-9D5B-8283D7A0923C}" dt="2026-02-03T05:01:33.232" v="49225" actId="478"/>
          <ac:spMkLst>
            <pc:docMk/>
            <pc:sldMk cId="2261952049" sldId="261"/>
            <ac:spMk id="75" creationId="{C6CDFEA7-C425-6054-20AB-40EFD3135CC9}"/>
          </ac:spMkLst>
        </pc:spChg>
        <pc:spChg chg="del mod">
          <ac:chgData name="Freda Shi" userId="e3bafef1-15f2-4eeb-acbe-fa674bab7991" providerId="ADAL" clId="{9555FC65-5A8C-4EE8-9D5B-8283D7A0923C}" dt="2026-02-03T05:01:33.232" v="49224" actId="478"/>
          <ac:spMkLst>
            <pc:docMk/>
            <pc:sldMk cId="2261952049" sldId="261"/>
            <ac:spMk id="76" creationId="{B906C787-4E9D-2B8C-3150-16C8D0BD6A73}"/>
          </ac:spMkLst>
        </pc:spChg>
        <pc:spChg chg="del mod">
          <ac:chgData name="Freda Shi" userId="e3bafef1-15f2-4eeb-acbe-fa674bab7991" providerId="ADAL" clId="{9555FC65-5A8C-4EE8-9D5B-8283D7A0923C}" dt="2026-02-03T05:01:33.232" v="49223" actId="478"/>
          <ac:spMkLst>
            <pc:docMk/>
            <pc:sldMk cId="2261952049" sldId="261"/>
            <ac:spMk id="77" creationId="{3D434C9F-D162-0F6B-F0B5-F21D31C24AAD}"/>
          </ac:spMkLst>
        </pc:spChg>
        <pc:spChg chg="del mod">
          <ac:chgData name="Freda Shi" userId="e3bafef1-15f2-4eeb-acbe-fa674bab7991" providerId="ADAL" clId="{9555FC65-5A8C-4EE8-9D5B-8283D7A0923C}" dt="2026-02-03T05:01:33.232" v="49222" actId="478"/>
          <ac:spMkLst>
            <pc:docMk/>
            <pc:sldMk cId="2261952049" sldId="261"/>
            <ac:spMk id="78" creationId="{7060C031-17D3-131E-B4A6-4B2D5A3EB165}"/>
          </ac:spMkLst>
        </pc:spChg>
        <pc:spChg chg="del mod">
          <ac:chgData name="Freda Shi" userId="e3bafef1-15f2-4eeb-acbe-fa674bab7991" providerId="ADAL" clId="{9555FC65-5A8C-4EE8-9D5B-8283D7A0923C}" dt="2026-02-03T05:01:33.232" v="49221" actId="478"/>
          <ac:spMkLst>
            <pc:docMk/>
            <pc:sldMk cId="2261952049" sldId="261"/>
            <ac:spMk id="79" creationId="{0A80D5BF-6D7E-85A4-D718-B780C537EDE0}"/>
          </ac:spMkLst>
        </pc:spChg>
        <pc:spChg chg="del mod">
          <ac:chgData name="Freda Shi" userId="e3bafef1-15f2-4eeb-acbe-fa674bab7991" providerId="ADAL" clId="{9555FC65-5A8C-4EE8-9D5B-8283D7A0923C}" dt="2026-02-03T05:01:33.232" v="49220" actId="478"/>
          <ac:spMkLst>
            <pc:docMk/>
            <pc:sldMk cId="2261952049" sldId="261"/>
            <ac:spMk id="80" creationId="{DA2A0AD0-1971-C370-6046-3B8115292CD9}"/>
          </ac:spMkLst>
        </pc:spChg>
        <pc:spChg chg="del mod">
          <ac:chgData name="Freda Shi" userId="e3bafef1-15f2-4eeb-acbe-fa674bab7991" providerId="ADAL" clId="{9555FC65-5A8C-4EE8-9D5B-8283D7A0923C}" dt="2026-02-03T05:01:33.232" v="49219" actId="478"/>
          <ac:spMkLst>
            <pc:docMk/>
            <pc:sldMk cId="2261952049" sldId="261"/>
            <ac:spMk id="81" creationId="{C2F31B49-44D7-E37B-CF27-FDC686BF6091}"/>
          </ac:spMkLst>
        </pc:spChg>
        <pc:spChg chg="del mod">
          <ac:chgData name="Freda Shi" userId="e3bafef1-15f2-4eeb-acbe-fa674bab7991" providerId="ADAL" clId="{9555FC65-5A8C-4EE8-9D5B-8283D7A0923C}" dt="2026-02-03T05:01:33.232" v="49218" actId="478"/>
          <ac:spMkLst>
            <pc:docMk/>
            <pc:sldMk cId="2261952049" sldId="261"/>
            <ac:spMk id="82" creationId="{65EFF876-28CB-99C2-CDC5-F10A9DAB9EE9}"/>
          </ac:spMkLst>
        </pc:spChg>
        <pc:spChg chg="del mod">
          <ac:chgData name="Freda Shi" userId="e3bafef1-15f2-4eeb-acbe-fa674bab7991" providerId="ADAL" clId="{9555FC65-5A8C-4EE8-9D5B-8283D7A0923C}" dt="2026-02-03T05:01:33.216" v="49217" actId="478"/>
          <ac:spMkLst>
            <pc:docMk/>
            <pc:sldMk cId="2261952049" sldId="261"/>
            <ac:spMk id="83" creationId="{51858ED7-0376-0D65-A3A2-44DFD6FA2266}"/>
          </ac:spMkLst>
        </pc:spChg>
        <pc:spChg chg="del mod">
          <ac:chgData name="Freda Shi" userId="e3bafef1-15f2-4eeb-acbe-fa674bab7991" providerId="ADAL" clId="{9555FC65-5A8C-4EE8-9D5B-8283D7A0923C}" dt="2026-02-03T05:01:33.216" v="49216" actId="478"/>
          <ac:spMkLst>
            <pc:docMk/>
            <pc:sldMk cId="2261952049" sldId="261"/>
            <ac:spMk id="84" creationId="{AAB053C0-54EC-D1B2-4421-F4C156558578}"/>
          </ac:spMkLst>
        </pc:spChg>
        <pc:spChg chg="del mod">
          <ac:chgData name="Freda Shi" userId="e3bafef1-15f2-4eeb-acbe-fa674bab7991" providerId="ADAL" clId="{9555FC65-5A8C-4EE8-9D5B-8283D7A0923C}" dt="2026-02-03T05:01:33.216" v="49215" actId="478"/>
          <ac:spMkLst>
            <pc:docMk/>
            <pc:sldMk cId="2261952049" sldId="261"/>
            <ac:spMk id="85" creationId="{429AB374-4277-C6D3-596B-E789B924FB4F}"/>
          </ac:spMkLst>
        </pc:spChg>
        <pc:spChg chg="del mod">
          <ac:chgData name="Freda Shi" userId="e3bafef1-15f2-4eeb-acbe-fa674bab7991" providerId="ADAL" clId="{9555FC65-5A8C-4EE8-9D5B-8283D7A0923C}" dt="2026-02-03T05:01:33.216" v="49214" actId="478"/>
          <ac:spMkLst>
            <pc:docMk/>
            <pc:sldMk cId="2261952049" sldId="261"/>
            <ac:spMk id="86" creationId="{0D7D04AC-2234-74C0-FC32-851F0473D8E4}"/>
          </ac:spMkLst>
        </pc:spChg>
        <pc:spChg chg="del mod">
          <ac:chgData name="Freda Shi" userId="e3bafef1-15f2-4eeb-acbe-fa674bab7991" providerId="ADAL" clId="{9555FC65-5A8C-4EE8-9D5B-8283D7A0923C}" dt="2026-02-03T05:01:33.216" v="49213" actId="478"/>
          <ac:spMkLst>
            <pc:docMk/>
            <pc:sldMk cId="2261952049" sldId="261"/>
            <ac:spMk id="87" creationId="{52811A3A-B397-5A00-C8B9-AAB70E374BBD}"/>
          </ac:spMkLst>
        </pc:spChg>
        <pc:spChg chg="del mod">
          <ac:chgData name="Freda Shi" userId="e3bafef1-15f2-4eeb-acbe-fa674bab7991" providerId="ADAL" clId="{9555FC65-5A8C-4EE8-9D5B-8283D7A0923C}" dt="2026-02-03T05:01:33.216" v="49212" actId="478"/>
          <ac:spMkLst>
            <pc:docMk/>
            <pc:sldMk cId="2261952049" sldId="261"/>
            <ac:spMk id="88" creationId="{6F9AF372-55F1-BEED-FBD8-424C03F90D3E}"/>
          </ac:spMkLst>
        </pc:spChg>
        <pc:spChg chg="del mod">
          <ac:chgData name="Freda Shi" userId="e3bafef1-15f2-4eeb-acbe-fa674bab7991" providerId="ADAL" clId="{9555FC65-5A8C-4EE8-9D5B-8283D7A0923C}" dt="2026-02-03T05:01:33.216" v="49211" actId="478"/>
          <ac:spMkLst>
            <pc:docMk/>
            <pc:sldMk cId="2261952049" sldId="261"/>
            <ac:spMk id="89" creationId="{F402ECF9-658B-6D81-520A-3F54D4A492AB}"/>
          </ac:spMkLst>
        </pc:spChg>
        <pc:spChg chg="del mod">
          <ac:chgData name="Freda Shi" userId="e3bafef1-15f2-4eeb-acbe-fa674bab7991" providerId="ADAL" clId="{9555FC65-5A8C-4EE8-9D5B-8283D7A0923C}" dt="2026-02-03T05:01:33.216" v="49210" actId="478"/>
          <ac:spMkLst>
            <pc:docMk/>
            <pc:sldMk cId="2261952049" sldId="261"/>
            <ac:spMk id="90" creationId="{A84DF882-4031-A817-D5AE-D5A069110388}"/>
          </ac:spMkLst>
        </pc:spChg>
        <pc:spChg chg="del mod">
          <ac:chgData name="Freda Shi" userId="e3bafef1-15f2-4eeb-acbe-fa674bab7991" providerId="ADAL" clId="{9555FC65-5A8C-4EE8-9D5B-8283D7A0923C}" dt="2026-02-03T05:01:33.216" v="49209" actId="478"/>
          <ac:spMkLst>
            <pc:docMk/>
            <pc:sldMk cId="2261952049" sldId="261"/>
            <ac:spMk id="91" creationId="{9A7105BF-B33D-E124-E25C-E11DEE9D8C25}"/>
          </ac:spMkLst>
        </pc:spChg>
        <pc:spChg chg="del mod">
          <ac:chgData name="Freda Shi" userId="e3bafef1-15f2-4eeb-acbe-fa674bab7991" providerId="ADAL" clId="{9555FC65-5A8C-4EE8-9D5B-8283D7A0923C}" dt="2026-02-03T05:01:33.216" v="49208" actId="478"/>
          <ac:spMkLst>
            <pc:docMk/>
            <pc:sldMk cId="2261952049" sldId="261"/>
            <ac:spMk id="92" creationId="{25FC782B-19E1-2797-3764-425A28502002}"/>
          </ac:spMkLst>
        </pc:spChg>
        <pc:spChg chg="del mod">
          <ac:chgData name="Freda Shi" userId="e3bafef1-15f2-4eeb-acbe-fa674bab7991" providerId="ADAL" clId="{9555FC65-5A8C-4EE8-9D5B-8283D7A0923C}" dt="2026-02-03T05:01:33.216" v="49207" actId="478"/>
          <ac:spMkLst>
            <pc:docMk/>
            <pc:sldMk cId="2261952049" sldId="261"/>
            <ac:spMk id="93" creationId="{242C25CB-6C61-FC71-DDB6-B6AC6B261266}"/>
          </ac:spMkLst>
        </pc:spChg>
        <pc:spChg chg="del mod">
          <ac:chgData name="Freda Shi" userId="e3bafef1-15f2-4eeb-acbe-fa674bab7991" providerId="ADAL" clId="{9555FC65-5A8C-4EE8-9D5B-8283D7A0923C}" dt="2026-02-03T05:01:33.216" v="49206" actId="478"/>
          <ac:spMkLst>
            <pc:docMk/>
            <pc:sldMk cId="2261952049" sldId="261"/>
            <ac:spMk id="94" creationId="{DDBDB98A-35BB-5249-6511-F72BDE5DC750}"/>
          </ac:spMkLst>
        </pc:spChg>
        <pc:spChg chg="del mod">
          <ac:chgData name="Freda Shi" userId="e3bafef1-15f2-4eeb-acbe-fa674bab7991" providerId="ADAL" clId="{9555FC65-5A8C-4EE8-9D5B-8283D7A0923C}" dt="2026-02-03T05:01:33.216" v="49205" actId="478"/>
          <ac:spMkLst>
            <pc:docMk/>
            <pc:sldMk cId="2261952049" sldId="261"/>
            <ac:spMk id="95" creationId="{6FC47E69-B7B8-D4D1-A2C3-809463EEAD40}"/>
          </ac:spMkLst>
        </pc:spChg>
        <pc:spChg chg="del mod">
          <ac:chgData name="Freda Shi" userId="e3bafef1-15f2-4eeb-acbe-fa674bab7991" providerId="ADAL" clId="{9555FC65-5A8C-4EE8-9D5B-8283D7A0923C}" dt="2026-02-03T05:01:33.216" v="49204" actId="478"/>
          <ac:spMkLst>
            <pc:docMk/>
            <pc:sldMk cId="2261952049" sldId="261"/>
            <ac:spMk id="96" creationId="{31A53363-4C76-F907-B92A-DA977B007C6D}"/>
          </ac:spMkLst>
        </pc:spChg>
        <pc:spChg chg="del mod topLvl">
          <ac:chgData name="Freda Shi" userId="e3bafef1-15f2-4eeb-acbe-fa674bab7991" providerId="ADAL" clId="{9555FC65-5A8C-4EE8-9D5B-8283D7A0923C}" dt="2026-02-03T05:04:26.703" v="49427" actId="478"/>
          <ac:spMkLst>
            <pc:docMk/>
            <pc:sldMk cId="2261952049" sldId="261"/>
            <ac:spMk id="119" creationId="{7D734304-8524-966C-76D6-90BC87E8AB69}"/>
          </ac:spMkLst>
        </pc:spChg>
        <pc:spChg chg="del mod topLvl">
          <ac:chgData name="Freda Shi" userId="e3bafef1-15f2-4eeb-acbe-fa674bab7991" providerId="ADAL" clId="{9555FC65-5A8C-4EE8-9D5B-8283D7A0923C}" dt="2026-02-03T05:04:26.671" v="49335" actId="478"/>
          <ac:spMkLst>
            <pc:docMk/>
            <pc:sldMk cId="2261952049" sldId="261"/>
            <ac:spMk id="120" creationId="{F27D7EE0-D1F8-6A26-12A5-8222D7348E9A}"/>
          </ac:spMkLst>
        </pc:spChg>
        <pc:spChg chg="del mod">
          <ac:chgData name="Freda Shi" userId="e3bafef1-15f2-4eeb-acbe-fa674bab7991" providerId="ADAL" clId="{9555FC65-5A8C-4EE8-9D5B-8283D7A0923C}" dt="2026-02-03T05:04:26.671" v="49334" actId="478"/>
          <ac:spMkLst>
            <pc:docMk/>
            <pc:sldMk cId="2261952049" sldId="261"/>
            <ac:spMk id="121" creationId="{891DC928-0BEE-1DC3-27C1-B38FDCDD154C}"/>
          </ac:spMkLst>
        </pc:spChg>
        <pc:spChg chg="del mod">
          <ac:chgData name="Freda Shi" userId="e3bafef1-15f2-4eeb-acbe-fa674bab7991" providerId="ADAL" clId="{9555FC65-5A8C-4EE8-9D5B-8283D7A0923C}" dt="2026-02-03T05:04:26.671" v="49333" actId="478"/>
          <ac:spMkLst>
            <pc:docMk/>
            <pc:sldMk cId="2261952049" sldId="261"/>
            <ac:spMk id="122" creationId="{94EB82A1-1910-BE88-6676-AB3F1B8037BE}"/>
          </ac:spMkLst>
        </pc:spChg>
        <pc:spChg chg="del mod">
          <ac:chgData name="Freda Shi" userId="e3bafef1-15f2-4eeb-acbe-fa674bab7991" providerId="ADAL" clId="{9555FC65-5A8C-4EE8-9D5B-8283D7A0923C}" dt="2026-02-03T05:04:26.671" v="49332" actId="478"/>
          <ac:spMkLst>
            <pc:docMk/>
            <pc:sldMk cId="2261952049" sldId="261"/>
            <ac:spMk id="123" creationId="{F1F571A2-8CC8-D07E-EE56-70526322F625}"/>
          </ac:spMkLst>
        </pc:spChg>
        <pc:spChg chg="del mod">
          <ac:chgData name="Freda Shi" userId="e3bafef1-15f2-4eeb-acbe-fa674bab7991" providerId="ADAL" clId="{9555FC65-5A8C-4EE8-9D5B-8283D7A0923C}" dt="2026-02-03T05:04:26.671" v="49331" actId="478"/>
          <ac:spMkLst>
            <pc:docMk/>
            <pc:sldMk cId="2261952049" sldId="261"/>
            <ac:spMk id="124" creationId="{1D92B726-F07B-493D-C648-2F1F4151314B}"/>
          </ac:spMkLst>
        </pc:spChg>
        <pc:spChg chg="del mod">
          <ac:chgData name="Freda Shi" userId="e3bafef1-15f2-4eeb-acbe-fa674bab7991" providerId="ADAL" clId="{9555FC65-5A8C-4EE8-9D5B-8283D7A0923C}" dt="2026-02-03T05:04:26.671" v="49330" actId="478"/>
          <ac:spMkLst>
            <pc:docMk/>
            <pc:sldMk cId="2261952049" sldId="261"/>
            <ac:spMk id="125" creationId="{6077044E-5F72-572B-816B-3A5BB7422A62}"/>
          </ac:spMkLst>
        </pc:spChg>
        <pc:spChg chg="del mod">
          <ac:chgData name="Freda Shi" userId="e3bafef1-15f2-4eeb-acbe-fa674bab7991" providerId="ADAL" clId="{9555FC65-5A8C-4EE8-9D5B-8283D7A0923C}" dt="2026-02-03T05:04:26.671" v="49329" actId="478"/>
          <ac:spMkLst>
            <pc:docMk/>
            <pc:sldMk cId="2261952049" sldId="261"/>
            <ac:spMk id="126" creationId="{2F3161EB-01BC-C6F0-03CA-C8FA41BB88D7}"/>
          </ac:spMkLst>
        </pc:spChg>
        <pc:spChg chg="del mod">
          <ac:chgData name="Freda Shi" userId="e3bafef1-15f2-4eeb-acbe-fa674bab7991" providerId="ADAL" clId="{9555FC65-5A8C-4EE8-9D5B-8283D7A0923C}" dt="2026-02-03T05:04:26.671" v="49328" actId="478"/>
          <ac:spMkLst>
            <pc:docMk/>
            <pc:sldMk cId="2261952049" sldId="261"/>
            <ac:spMk id="127" creationId="{6BAF99F3-19DC-6388-C432-2AC309A66DF5}"/>
          </ac:spMkLst>
        </pc:spChg>
        <pc:spChg chg="del mod">
          <ac:chgData name="Freda Shi" userId="e3bafef1-15f2-4eeb-acbe-fa674bab7991" providerId="ADAL" clId="{9555FC65-5A8C-4EE8-9D5B-8283D7A0923C}" dt="2026-02-03T05:04:26.671" v="49327" actId="478"/>
          <ac:spMkLst>
            <pc:docMk/>
            <pc:sldMk cId="2261952049" sldId="261"/>
            <ac:spMk id="128" creationId="{556ABAE5-B7EA-4BC8-325C-C5E7D255576F}"/>
          </ac:spMkLst>
        </pc:spChg>
        <pc:spChg chg="del mod">
          <ac:chgData name="Freda Shi" userId="e3bafef1-15f2-4eeb-acbe-fa674bab7991" providerId="ADAL" clId="{9555FC65-5A8C-4EE8-9D5B-8283D7A0923C}" dt="2026-02-03T05:04:26.671" v="49326" actId="478"/>
          <ac:spMkLst>
            <pc:docMk/>
            <pc:sldMk cId="2261952049" sldId="261"/>
            <ac:spMk id="129" creationId="{351ABBBD-E010-4455-EF94-832D587F3423}"/>
          </ac:spMkLst>
        </pc:spChg>
        <pc:spChg chg="del mod">
          <ac:chgData name="Freda Shi" userId="e3bafef1-15f2-4eeb-acbe-fa674bab7991" providerId="ADAL" clId="{9555FC65-5A8C-4EE8-9D5B-8283D7A0923C}" dt="2026-02-03T05:04:26.671" v="49325" actId="478"/>
          <ac:spMkLst>
            <pc:docMk/>
            <pc:sldMk cId="2261952049" sldId="261"/>
            <ac:spMk id="130" creationId="{A7E24CED-C33D-F923-D2E4-4D47522297CA}"/>
          </ac:spMkLst>
        </pc:spChg>
        <pc:spChg chg="del mod">
          <ac:chgData name="Freda Shi" userId="e3bafef1-15f2-4eeb-acbe-fa674bab7991" providerId="ADAL" clId="{9555FC65-5A8C-4EE8-9D5B-8283D7A0923C}" dt="2026-02-03T05:04:26.655" v="49324" actId="478"/>
          <ac:spMkLst>
            <pc:docMk/>
            <pc:sldMk cId="2261952049" sldId="261"/>
            <ac:spMk id="131" creationId="{36CA927A-7519-54D8-8625-8E76E61C5AEF}"/>
          </ac:spMkLst>
        </pc:spChg>
        <pc:spChg chg="del mod">
          <ac:chgData name="Freda Shi" userId="e3bafef1-15f2-4eeb-acbe-fa674bab7991" providerId="ADAL" clId="{9555FC65-5A8C-4EE8-9D5B-8283D7A0923C}" dt="2026-02-03T05:04:26.655" v="49323" actId="478"/>
          <ac:spMkLst>
            <pc:docMk/>
            <pc:sldMk cId="2261952049" sldId="261"/>
            <ac:spMk id="132" creationId="{75B06FBC-14AA-5A63-CDA5-D9BC019D11CF}"/>
          </ac:spMkLst>
        </pc:spChg>
        <pc:spChg chg="del mod">
          <ac:chgData name="Freda Shi" userId="e3bafef1-15f2-4eeb-acbe-fa674bab7991" providerId="ADAL" clId="{9555FC65-5A8C-4EE8-9D5B-8283D7A0923C}" dt="2026-02-03T05:04:26.655" v="49322" actId="478"/>
          <ac:spMkLst>
            <pc:docMk/>
            <pc:sldMk cId="2261952049" sldId="261"/>
            <ac:spMk id="133" creationId="{3FBDEF63-4892-5898-9D6F-77CD90DFBC46}"/>
          </ac:spMkLst>
        </pc:spChg>
        <pc:spChg chg="del mod">
          <ac:chgData name="Freda Shi" userId="e3bafef1-15f2-4eeb-acbe-fa674bab7991" providerId="ADAL" clId="{9555FC65-5A8C-4EE8-9D5B-8283D7A0923C}" dt="2026-02-03T05:04:26.655" v="49321" actId="478"/>
          <ac:spMkLst>
            <pc:docMk/>
            <pc:sldMk cId="2261952049" sldId="261"/>
            <ac:spMk id="134" creationId="{CB821966-B936-2055-5DEB-B97D6FEB3B30}"/>
          </ac:spMkLst>
        </pc:spChg>
        <pc:spChg chg="del mod">
          <ac:chgData name="Freda Shi" userId="e3bafef1-15f2-4eeb-acbe-fa674bab7991" providerId="ADAL" clId="{9555FC65-5A8C-4EE8-9D5B-8283D7A0923C}" dt="2026-02-03T05:04:26.655" v="49320" actId="478"/>
          <ac:spMkLst>
            <pc:docMk/>
            <pc:sldMk cId="2261952049" sldId="261"/>
            <ac:spMk id="135" creationId="{1F7326AA-BD4A-C78D-EA41-FDC8CC127491}"/>
          </ac:spMkLst>
        </pc:spChg>
        <pc:spChg chg="del mod">
          <ac:chgData name="Freda Shi" userId="e3bafef1-15f2-4eeb-acbe-fa674bab7991" providerId="ADAL" clId="{9555FC65-5A8C-4EE8-9D5B-8283D7A0923C}" dt="2026-02-03T05:04:26.655" v="49319" actId="478"/>
          <ac:spMkLst>
            <pc:docMk/>
            <pc:sldMk cId="2261952049" sldId="261"/>
            <ac:spMk id="136" creationId="{89C0E198-D8F3-DAB4-4769-3CF5BF300A9F}"/>
          </ac:spMkLst>
        </pc:spChg>
        <pc:spChg chg="del mod">
          <ac:chgData name="Freda Shi" userId="e3bafef1-15f2-4eeb-acbe-fa674bab7991" providerId="ADAL" clId="{9555FC65-5A8C-4EE8-9D5B-8283D7A0923C}" dt="2026-02-03T05:04:26.655" v="49318" actId="478"/>
          <ac:spMkLst>
            <pc:docMk/>
            <pc:sldMk cId="2261952049" sldId="261"/>
            <ac:spMk id="137" creationId="{5432022B-90C0-03FF-5FE4-CE68E2E80E9A}"/>
          </ac:spMkLst>
        </pc:spChg>
        <pc:spChg chg="del mod">
          <ac:chgData name="Freda Shi" userId="e3bafef1-15f2-4eeb-acbe-fa674bab7991" providerId="ADAL" clId="{9555FC65-5A8C-4EE8-9D5B-8283D7A0923C}" dt="2026-02-03T05:04:26.655" v="49317" actId="478"/>
          <ac:spMkLst>
            <pc:docMk/>
            <pc:sldMk cId="2261952049" sldId="261"/>
            <ac:spMk id="138" creationId="{60C8D009-D97C-410B-A8FD-2C881B8B78E2}"/>
          </ac:spMkLst>
        </pc:spChg>
        <pc:spChg chg="del mod">
          <ac:chgData name="Freda Shi" userId="e3bafef1-15f2-4eeb-acbe-fa674bab7991" providerId="ADAL" clId="{9555FC65-5A8C-4EE8-9D5B-8283D7A0923C}" dt="2026-02-03T05:04:26.655" v="49316" actId="478"/>
          <ac:spMkLst>
            <pc:docMk/>
            <pc:sldMk cId="2261952049" sldId="261"/>
            <ac:spMk id="139" creationId="{F6EB68F1-7040-1677-0794-99AAD15D126D}"/>
          </ac:spMkLst>
        </pc:spChg>
        <pc:spChg chg="del mod">
          <ac:chgData name="Freda Shi" userId="e3bafef1-15f2-4eeb-acbe-fa674bab7991" providerId="ADAL" clId="{9555FC65-5A8C-4EE8-9D5B-8283D7A0923C}" dt="2026-02-03T05:04:26.655" v="49315" actId="478"/>
          <ac:spMkLst>
            <pc:docMk/>
            <pc:sldMk cId="2261952049" sldId="261"/>
            <ac:spMk id="140" creationId="{B7C95FE6-444D-2F76-6D31-7CCDDD178F64}"/>
          </ac:spMkLst>
        </pc:spChg>
        <pc:spChg chg="del mod">
          <ac:chgData name="Freda Shi" userId="e3bafef1-15f2-4eeb-acbe-fa674bab7991" providerId="ADAL" clId="{9555FC65-5A8C-4EE8-9D5B-8283D7A0923C}" dt="2026-02-03T05:04:26.655" v="49314" actId="478"/>
          <ac:spMkLst>
            <pc:docMk/>
            <pc:sldMk cId="2261952049" sldId="261"/>
            <ac:spMk id="141" creationId="{5710B50C-B6F4-5A55-1A08-96B94CFC76D9}"/>
          </ac:spMkLst>
        </pc:spChg>
        <pc:spChg chg="del mod">
          <ac:chgData name="Freda Shi" userId="e3bafef1-15f2-4eeb-acbe-fa674bab7991" providerId="ADAL" clId="{9555FC65-5A8C-4EE8-9D5B-8283D7A0923C}" dt="2026-02-03T05:04:26.655" v="49313" actId="478"/>
          <ac:spMkLst>
            <pc:docMk/>
            <pc:sldMk cId="2261952049" sldId="261"/>
            <ac:spMk id="142" creationId="{4DF11957-E541-18AE-9C66-A7E0D45EC795}"/>
          </ac:spMkLst>
        </pc:spChg>
        <pc:spChg chg="del mod">
          <ac:chgData name="Freda Shi" userId="e3bafef1-15f2-4eeb-acbe-fa674bab7991" providerId="ADAL" clId="{9555FC65-5A8C-4EE8-9D5B-8283D7A0923C}" dt="2026-02-03T05:04:26.655" v="49312" actId="478"/>
          <ac:spMkLst>
            <pc:docMk/>
            <pc:sldMk cId="2261952049" sldId="261"/>
            <ac:spMk id="143" creationId="{59EDD545-9EAD-0BAF-358C-C374A05F79F4}"/>
          </ac:spMkLst>
        </pc:spChg>
        <pc:spChg chg="del mod">
          <ac:chgData name="Freda Shi" userId="e3bafef1-15f2-4eeb-acbe-fa674bab7991" providerId="ADAL" clId="{9555FC65-5A8C-4EE8-9D5B-8283D7A0923C}" dt="2026-02-03T05:04:26.655" v="49311" actId="478"/>
          <ac:spMkLst>
            <pc:docMk/>
            <pc:sldMk cId="2261952049" sldId="261"/>
            <ac:spMk id="144" creationId="{DE3F9470-AFD6-5974-2721-DF93BC9A1F35}"/>
          </ac:spMkLst>
        </pc:spChg>
        <pc:spChg chg="del mod">
          <ac:chgData name="Freda Shi" userId="e3bafef1-15f2-4eeb-acbe-fa674bab7991" providerId="ADAL" clId="{9555FC65-5A8C-4EE8-9D5B-8283D7A0923C}" dt="2026-02-03T05:04:26.655" v="49310" actId="478"/>
          <ac:spMkLst>
            <pc:docMk/>
            <pc:sldMk cId="2261952049" sldId="261"/>
            <ac:spMk id="145" creationId="{E25627D1-07AF-D8A2-900F-05EB8E6823B8}"/>
          </ac:spMkLst>
        </pc:spChg>
        <pc:spChg chg="del mod">
          <ac:chgData name="Freda Shi" userId="e3bafef1-15f2-4eeb-acbe-fa674bab7991" providerId="ADAL" clId="{9555FC65-5A8C-4EE8-9D5B-8283D7A0923C}" dt="2026-02-03T05:04:26.655" v="49309" actId="478"/>
          <ac:spMkLst>
            <pc:docMk/>
            <pc:sldMk cId="2261952049" sldId="261"/>
            <ac:spMk id="146" creationId="{B7D12081-F4D1-814C-9E45-EC8684A39A93}"/>
          </ac:spMkLst>
        </pc:spChg>
        <pc:spChg chg="del mod">
          <ac:chgData name="Freda Shi" userId="e3bafef1-15f2-4eeb-acbe-fa674bab7991" providerId="ADAL" clId="{9555FC65-5A8C-4EE8-9D5B-8283D7A0923C}" dt="2026-02-03T05:04:26.655" v="49308" actId="478"/>
          <ac:spMkLst>
            <pc:docMk/>
            <pc:sldMk cId="2261952049" sldId="261"/>
            <ac:spMk id="147" creationId="{8717177C-F3D8-EF4A-86F2-370CE4A7735F}"/>
          </ac:spMkLst>
        </pc:spChg>
        <pc:spChg chg="del mod">
          <ac:chgData name="Freda Shi" userId="e3bafef1-15f2-4eeb-acbe-fa674bab7991" providerId="ADAL" clId="{9555FC65-5A8C-4EE8-9D5B-8283D7A0923C}" dt="2026-02-03T05:04:26.655" v="49307" actId="478"/>
          <ac:spMkLst>
            <pc:docMk/>
            <pc:sldMk cId="2261952049" sldId="261"/>
            <ac:spMk id="148" creationId="{F9EB7C92-0918-A56F-9430-E94D3784E8E1}"/>
          </ac:spMkLst>
        </pc:spChg>
        <pc:spChg chg="del mod">
          <ac:chgData name="Freda Shi" userId="e3bafef1-15f2-4eeb-acbe-fa674bab7991" providerId="ADAL" clId="{9555FC65-5A8C-4EE8-9D5B-8283D7A0923C}" dt="2026-02-03T05:04:26.655" v="49306" actId="478"/>
          <ac:spMkLst>
            <pc:docMk/>
            <pc:sldMk cId="2261952049" sldId="261"/>
            <ac:spMk id="149" creationId="{333D88BD-532C-1F74-AD26-C483552904CF}"/>
          </ac:spMkLst>
        </pc:spChg>
        <pc:spChg chg="del mod">
          <ac:chgData name="Freda Shi" userId="e3bafef1-15f2-4eeb-acbe-fa674bab7991" providerId="ADAL" clId="{9555FC65-5A8C-4EE8-9D5B-8283D7A0923C}" dt="2026-02-03T05:04:26.655" v="49305" actId="478"/>
          <ac:spMkLst>
            <pc:docMk/>
            <pc:sldMk cId="2261952049" sldId="261"/>
            <ac:spMk id="150" creationId="{B4F5E7A0-3B26-40A0-A130-0F33C2F0C282}"/>
          </ac:spMkLst>
        </pc:spChg>
        <pc:spChg chg="del mod">
          <ac:chgData name="Freda Shi" userId="e3bafef1-15f2-4eeb-acbe-fa674bab7991" providerId="ADAL" clId="{9555FC65-5A8C-4EE8-9D5B-8283D7A0923C}" dt="2026-02-03T05:04:26.655" v="49304" actId="478"/>
          <ac:spMkLst>
            <pc:docMk/>
            <pc:sldMk cId="2261952049" sldId="261"/>
            <ac:spMk id="151" creationId="{0BA35C34-3D03-E097-4903-041C266B9C15}"/>
          </ac:spMkLst>
        </pc:spChg>
        <pc:spChg chg="del mod">
          <ac:chgData name="Freda Shi" userId="e3bafef1-15f2-4eeb-acbe-fa674bab7991" providerId="ADAL" clId="{9555FC65-5A8C-4EE8-9D5B-8283D7A0923C}" dt="2026-02-03T05:04:26.655" v="49303" actId="478"/>
          <ac:spMkLst>
            <pc:docMk/>
            <pc:sldMk cId="2261952049" sldId="261"/>
            <ac:spMk id="152" creationId="{7E98903D-3987-7394-33CB-96866FD42D71}"/>
          </ac:spMkLst>
        </pc:spChg>
        <pc:spChg chg="del mod">
          <ac:chgData name="Freda Shi" userId="e3bafef1-15f2-4eeb-acbe-fa674bab7991" providerId="ADAL" clId="{9555FC65-5A8C-4EE8-9D5B-8283D7A0923C}" dt="2026-02-03T05:04:26.655" v="49302" actId="478"/>
          <ac:spMkLst>
            <pc:docMk/>
            <pc:sldMk cId="2261952049" sldId="261"/>
            <ac:spMk id="153" creationId="{8EDB980B-526C-E4EF-E16E-5BAC3F249E7A}"/>
          </ac:spMkLst>
        </pc:spChg>
        <pc:spChg chg="del mod">
          <ac:chgData name="Freda Shi" userId="e3bafef1-15f2-4eeb-acbe-fa674bab7991" providerId="ADAL" clId="{9555FC65-5A8C-4EE8-9D5B-8283D7A0923C}" dt="2026-02-03T05:04:26.655" v="49301" actId="478"/>
          <ac:spMkLst>
            <pc:docMk/>
            <pc:sldMk cId="2261952049" sldId="261"/>
            <ac:spMk id="154" creationId="{F5A3F443-0D89-184B-5822-5656433C6587}"/>
          </ac:spMkLst>
        </pc:spChg>
        <pc:spChg chg="del mod">
          <ac:chgData name="Freda Shi" userId="e3bafef1-15f2-4eeb-acbe-fa674bab7991" providerId="ADAL" clId="{9555FC65-5A8C-4EE8-9D5B-8283D7A0923C}" dt="2026-02-03T05:04:26.655" v="49300" actId="478"/>
          <ac:spMkLst>
            <pc:docMk/>
            <pc:sldMk cId="2261952049" sldId="261"/>
            <ac:spMk id="155" creationId="{62345998-2EA1-EF0F-23C6-51DE4EFE064F}"/>
          </ac:spMkLst>
        </pc:spChg>
        <pc:spChg chg="del mod">
          <ac:chgData name="Freda Shi" userId="e3bafef1-15f2-4eeb-acbe-fa674bab7991" providerId="ADAL" clId="{9555FC65-5A8C-4EE8-9D5B-8283D7A0923C}" dt="2026-02-03T05:04:26.639" v="49299" actId="478"/>
          <ac:spMkLst>
            <pc:docMk/>
            <pc:sldMk cId="2261952049" sldId="261"/>
            <ac:spMk id="156" creationId="{AA334B4E-2CD3-88A6-6127-293A66585478}"/>
          </ac:spMkLst>
        </pc:spChg>
        <pc:spChg chg="del mod">
          <ac:chgData name="Freda Shi" userId="e3bafef1-15f2-4eeb-acbe-fa674bab7991" providerId="ADAL" clId="{9555FC65-5A8C-4EE8-9D5B-8283D7A0923C}" dt="2026-02-03T05:04:26.639" v="49298" actId="478"/>
          <ac:spMkLst>
            <pc:docMk/>
            <pc:sldMk cId="2261952049" sldId="261"/>
            <ac:spMk id="157" creationId="{A97C795A-F1D2-EFEC-F253-3C5221616E85}"/>
          </ac:spMkLst>
        </pc:spChg>
        <pc:spChg chg="del mod">
          <ac:chgData name="Freda Shi" userId="e3bafef1-15f2-4eeb-acbe-fa674bab7991" providerId="ADAL" clId="{9555FC65-5A8C-4EE8-9D5B-8283D7A0923C}" dt="2026-02-03T05:04:26.639" v="49297" actId="478"/>
          <ac:spMkLst>
            <pc:docMk/>
            <pc:sldMk cId="2261952049" sldId="261"/>
            <ac:spMk id="158" creationId="{15A361AD-21B4-EE91-2500-AE147C144D58}"/>
          </ac:spMkLst>
        </pc:spChg>
        <pc:spChg chg="del mod topLvl">
          <ac:chgData name="Freda Shi" userId="e3bafef1-15f2-4eeb-acbe-fa674bab7991" providerId="ADAL" clId="{9555FC65-5A8C-4EE8-9D5B-8283D7A0923C}" dt="2026-02-03T05:05:20.896" v="49622" actId="478"/>
          <ac:spMkLst>
            <pc:docMk/>
            <pc:sldMk cId="2261952049" sldId="261"/>
            <ac:spMk id="205" creationId="{4B2B3E6A-FE4B-A4E6-0E8B-17F1DAAD67C4}"/>
          </ac:spMkLst>
        </pc:spChg>
        <pc:spChg chg="del mod topLvl">
          <ac:chgData name="Freda Shi" userId="e3bafef1-15f2-4eeb-acbe-fa674bab7991" providerId="ADAL" clId="{9555FC65-5A8C-4EE8-9D5B-8283D7A0923C}" dt="2026-02-03T05:05:20.865" v="49530" actId="478"/>
          <ac:spMkLst>
            <pc:docMk/>
            <pc:sldMk cId="2261952049" sldId="261"/>
            <ac:spMk id="206" creationId="{2BE51890-6FBE-6FCF-5C50-98013FCB73F1}"/>
          </ac:spMkLst>
        </pc:spChg>
        <pc:spChg chg="del mod">
          <ac:chgData name="Freda Shi" userId="e3bafef1-15f2-4eeb-acbe-fa674bab7991" providerId="ADAL" clId="{9555FC65-5A8C-4EE8-9D5B-8283D7A0923C}" dt="2026-02-03T05:05:20.865" v="49529" actId="478"/>
          <ac:spMkLst>
            <pc:docMk/>
            <pc:sldMk cId="2261952049" sldId="261"/>
            <ac:spMk id="207" creationId="{B5E55D64-4F20-FAC3-DCE6-A256DC6E12BB}"/>
          </ac:spMkLst>
        </pc:spChg>
        <pc:spChg chg="del mod">
          <ac:chgData name="Freda Shi" userId="e3bafef1-15f2-4eeb-acbe-fa674bab7991" providerId="ADAL" clId="{9555FC65-5A8C-4EE8-9D5B-8283D7A0923C}" dt="2026-02-03T05:05:20.865" v="49528" actId="478"/>
          <ac:spMkLst>
            <pc:docMk/>
            <pc:sldMk cId="2261952049" sldId="261"/>
            <ac:spMk id="208" creationId="{83F8BD87-DD29-73D8-5172-30DE7BDC2BEC}"/>
          </ac:spMkLst>
        </pc:spChg>
        <pc:spChg chg="del mod">
          <ac:chgData name="Freda Shi" userId="e3bafef1-15f2-4eeb-acbe-fa674bab7991" providerId="ADAL" clId="{9555FC65-5A8C-4EE8-9D5B-8283D7A0923C}" dt="2026-02-03T05:05:20.865" v="49527" actId="478"/>
          <ac:spMkLst>
            <pc:docMk/>
            <pc:sldMk cId="2261952049" sldId="261"/>
            <ac:spMk id="209" creationId="{8B1F99B6-B32F-BEBF-181A-55C92DD9A17C}"/>
          </ac:spMkLst>
        </pc:spChg>
        <pc:spChg chg="del mod">
          <ac:chgData name="Freda Shi" userId="e3bafef1-15f2-4eeb-acbe-fa674bab7991" providerId="ADAL" clId="{9555FC65-5A8C-4EE8-9D5B-8283D7A0923C}" dt="2026-02-03T05:05:20.865" v="49526" actId="478"/>
          <ac:spMkLst>
            <pc:docMk/>
            <pc:sldMk cId="2261952049" sldId="261"/>
            <ac:spMk id="210" creationId="{BDEF053F-582B-12F7-4FAA-26477764C258}"/>
          </ac:spMkLst>
        </pc:spChg>
        <pc:spChg chg="del mod">
          <ac:chgData name="Freda Shi" userId="e3bafef1-15f2-4eeb-acbe-fa674bab7991" providerId="ADAL" clId="{9555FC65-5A8C-4EE8-9D5B-8283D7A0923C}" dt="2026-02-03T05:05:20.865" v="49525" actId="478"/>
          <ac:spMkLst>
            <pc:docMk/>
            <pc:sldMk cId="2261952049" sldId="261"/>
            <ac:spMk id="211" creationId="{8AE8A38F-5227-AB05-A997-DD8C3AD23424}"/>
          </ac:spMkLst>
        </pc:spChg>
        <pc:spChg chg="del mod">
          <ac:chgData name="Freda Shi" userId="e3bafef1-15f2-4eeb-acbe-fa674bab7991" providerId="ADAL" clId="{9555FC65-5A8C-4EE8-9D5B-8283D7A0923C}" dt="2026-02-03T05:05:20.865" v="49524" actId="478"/>
          <ac:spMkLst>
            <pc:docMk/>
            <pc:sldMk cId="2261952049" sldId="261"/>
            <ac:spMk id="212" creationId="{8C4E785A-8A6D-304E-77F9-620728927B48}"/>
          </ac:spMkLst>
        </pc:spChg>
        <pc:spChg chg="del mod">
          <ac:chgData name="Freda Shi" userId="e3bafef1-15f2-4eeb-acbe-fa674bab7991" providerId="ADAL" clId="{9555FC65-5A8C-4EE8-9D5B-8283D7A0923C}" dt="2026-02-03T05:05:20.865" v="49523" actId="478"/>
          <ac:spMkLst>
            <pc:docMk/>
            <pc:sldMk cId="2261952049" sldId="261"/>
            <ac:spMk id="213" creationId="{5A0DD8F0-C331-8D61-4C2C-8929D07E2407}"/>
          </ac:spMkLst>
        </pc:spChg>
        <pc:spChg chg="del mod">
          <ac:chgData name="Freda Shi" userId="e3bafef1-15f2-4eeb-acbe-fa674bab7991" providerId="ADAL" clId="{9555FC65-5A8C-4EE8-9D5B-8283D7A0923C}" dt="2026-02-03T05:05:20.865" v="49522" actId="478"/>
          <ac:spMkLst>
            <pc:docMk/>
            <pc:sldMk cId="2261952049" sldId="261"/>
            <ac:spMk id="214" creationId="{7E672C89-3D9C-E606-69DA-D42D4B3D6FFB}"/>
          </ac:spMkLst>
        </pc:spChg>
        <pc:spChg chg="del mod">
          <ac:chgData name="Freda Shi" userId="e3bafef1-15f2-4eeb-acbe-fa674bab7991" providerId="ADAL" clId="{9555FC65-5A8C-4EE8-9D5B-8283D7A0923C}" dt="2026-02-03T05:05:20.865" v="49521" actId="478"/>
          <ac:spMkLst>
            <pc:docMk/>
            <pc:sldMk cId="2261952049" sldId="261"/>
            <ac:spMk id="215" creationId="{74ECE76F-F06E-DA40-DC9F-FEB5E4CB1452}"/>
          </ac:spMkLst>
        </pc:spChg>
        <pc:spChg chg="del mod">
          <ac:chgData name="Freda Shi" userId="e3bafef1-15f2-4eeb-acbe-fa674bab7991" providerId="ADAL" clId="{9555FC65-5A8C-4EE8-9D5B-8283D7A0923C}" dt="2026-02-03T05:05:20.865" v="49520" actId="478"/>
          <ac:spMkLst>
            <pc:docMk/>
            <pc:sldMk cId="2261952049" sldId="261"/>
            <ac:spMk id="216" creationId="{ED61358D-905C-EB48-2D9B-5A35B2016041}"/>
          </ac:spMkLst>
        </pc:spChg>
        <pc:spChg chg="del mod">
          <ac:chgData name="Freda Shi" userId="e3bafef1-15f2-4eeb-acbe-fa674bab7991" providerId="ADAL" clId="{9555FC65-5A8C-4EE8-9D5B-8283D7A0923C}" dt="2026-02-03T05:05:20.865" v="49519" actId="478"/>
          <ac:spMkLst>
            <pc:docMk/>
            <pc:sldMk cId="2261952049" sldId="261"/>
            <ac:spMk id="217" creationId="{A735ABE6-C32E-30FF-E58D-518AFCEC9ECF}"/>
          </ac:spMkLst>
        </pc:spChg>
        <pc:spChg chg="del mod">
          <ac:chgData name="Freda Shi" userId="e3bafef1-15f2-4eeb-acbe-fa674bab7991" providerId="ADAL" clId="{9555FC65-5A8C-4EE8-9D5B-8283D7A0923C}" dt="2026-02-03T05:05:20.865" v="49518" actId="478"/>
          <ac:spMkLst>
            <pc:docMk/>
            <pc:sldMk cId="2261952049" sldId="261"/>
            <ac:spMk id="218" creationId="{E9F6D1E6-6FCF-AEE5-90EE-DEE4EB7B8409}"/>
          </ac:spMkLst>
        </pc:spChg>
        <pc:spChg chg="del mod">
          <ac:chgData name="Freda Shi" userId="e3bafef1-15f2-4eeb-acbe-fa674bab7991" providerId="ADAL" clId="{9555FC65-5A8C-4EE8-9D5B-8283D7A0923C}" dt="2026-02-03T05:05:20.865" v="49517" actId="478"/>
          <ac:spMkLst>
            <pc:docMk/>
            <pc:sldMk cId="2261952049" sldId="261"/>
            <ac:spMk id="219" creationId="{2D61B5A3-6E02-50BB-9A50-44C2459A531E}"/>
          </ac:spMkLst>
        </pc:spChg>
        <pc:spChg chg="del mod">
          <ac:chgData name="Freda Shi" userId="e3bafef1-15f2-4eeb-acbe-fa674bab7991" providerId="ADAL" clId="{9555FC65-5A8C-4EE8-9D5B-8283D7A0923C}" dt="2026-02-03T05:05:20.865" v="49516" actId="478"/>
          <ac:spMkLst>
            <pc:docMk/>
            <pc:sldMk cId="2261952049" sldId="261"/>
            <ac:spMk id="220" creationId="{5D992EC2-17D6-18BB-A1AF-2C4B0A92138D}"/>
          </ac:spMkLst>
        </pc:spChg>
        <pc:spChg chg="del mod">
          <ac:chgData name="Freda Shi" userId="e3bafef1-15f2-4eeb-acbe-fa674bab7991" providerId="ADAL" clId="{9555FC65-5A8C-4EE8-9D5B-8283D7A0923C}" dt="2026-02-03T05:05:20.865" v="49515" actId="478"/>
          <ac:spMkLst>
            <pc:docMk/>
            <pc:sldMk cId="2261952049" sldId="261"/>
            <ac:spMk id="221" creationId="{A08F0A50-8830-D6A8-8EB1-A9A20104DE8B}"/>
          </ac:spMkLst>
        </pc:spChg>
        <pc:spChg chg="del mod">
          <ac:chgData name="Freda Shi" userId="e3bafef1-15f2-4eeb-acbe-fa674bab7991" providerId="ADAL" clId="{9555FC65-5A8C-4EE8-9D5B-8283D7A0923C}" dt="2026-02-03T05:05:20.865" v="49514" actId="478"/>
          <ac:spMkLst>
            <pc:docMk/>
            <pc:sldMk cId="2261952049" sldId="261"/>
            <ac:spMk id="222" creationId="{77653F52-BD10-CB87-F670-CEF1E485B250}"/>
          </ac:spMkLst>
        </pc:spChg>
        <pc:spChg chg="del mod">
          <ac:chgData name="Freda Shi" userId="e3bafef1-15f2-4eeb-acbe-fa674bab7991" providerId="ADAL" clId="{9555FC65-5A8C-4EE8-9D5B-8283D7A0923C}" dt="2026-02-03T05:05:20.848" v="49513" actId="478"/>
          <ac:spMkLst>
            <pc:docMk/>
            <pc:sldMk cId="2261952049" sldId="261"/>
            <ac:spMk id="223" creationId="{64880647-C1A3-8922-7433-5413AEC134C3}"/>
          </ac:spMkLst>
        </pc:spChg>
        <pc:spChg chg="del mod">
          <ac:chgData name="Freda Shi" userId="e3bafef1-15f2-4eeb-acbe-fa674bab7991" providerId="ADAL" clId="{9555FC65-5A8C-4EE8-9D5B-8283D7A0923C}" dt="2026-02-03T05:05:20.848" v="49512" actId="478"/>
          <ac:spMkLst>
            <pc:docMk/>
            <pc:sldMk cId="2261952049" sldId="261"/>
            <ac:spMk id="224" creationId="{194283D8-415D-00AA-123B-5199E5074406}"/>
          </ac:spMkLst>
        </pc:spChg>
        <pc:spChg chg="del mod">
          <ac:chgData name="Freda Shi" userId="e3bafef1-15f2-4eeb-acbe-fa674bab7991" providerId="ADAL" clId="{9555FC65-5A8C-4EE8-9D5B-8283D7A0923C}" dt="2026-02-03T05:05:20.848" v="49511" actId="478"/>
          <ac:spMkLst>
            <pc:docMk/>
            <pc:sldMk cId="2261952049" sldId="261"/>
            <ac:spMk id="225" creationId="{9FAB942D-CE76-892A-0DA1-8665828CD3A5}"/>
          </ac:spMkLst>
        </pc:spChg>
        <pc:spChg chg="del mod">
          <ac:chgData name="Freda Shi" userId="e3bafef1-15f2-4eeb-acbe-fa674bab7991" providerId="ADAL" clId="{9555FC65-5A8C-4EE8-9D5B-8283D7A0923C}" dt="2026-02-03T05:05:20.848" v="49510" actId="478"/>
          <ac:spMkLst>
            <pc:docMk/>
            <pc:sldMk cId="2261952049" sldId="261"/>
            <ac:spMk id="226" creationId="{74D04ABA-29D8-6D8A-CF3A-2A947299832D}"/>
          </ac:spMkLst>
        </pc:spChg>
        <pc:spChg chg="del mod">
          <ac:chgData name="Freda Shi" userId="e3bafef1-15f2-4eeb-acbe-fa674bab7991" providerId="ADAL" clId="{9555FC65-5A8C-4EE8-9D5B-8283D7A0923C}" dt="2026-02-03T05:05:20.848" v="49509" actId="478"/>
          <ac:spMkLst>
            <pc:docMk/>
            <pc:sldMk cId="2261952049" sldId="261"/>
            <ac:spMk id="227" creationId="{62729D82-9615-70BB-013C-5B78933DD8EE}"/>
          </ac:spMkLst>
        </pc:spChg>
        <pc:spChg chg="del mod">
          <ac:chgData name="Freda Shi" userId="e3bafef1-15f2-4eeb-acbe-fa674bab7991" providerId="ADAL" clId="{9555FC65-5A8C-4EE8-9D5B-8283D7A0923C}" dt="2026-02-03T05:05:20.848" v="49508" actId="478"/>
          <ac:spMkLst>
            <pc:docMk/>
            <pc:sldMk cId="2261952049" sldId="261"/>
            <ac:spMk id="228" creationId="{85C41EFF-5B77-F32C-1342-5315EDE2BF1F}"/>
          </ac:spMkLst>
        </pc:spChg>
        <pc:spChg chg="del mod">
          <ac:chgData name="Freda Shi" userId="e3bafef1-15f2-4eeb-acbe-fa674bab7991" providerId="ADAL" clId="{9555FC65-5A8C-4EE8-9D5B-8283D7A0923C}" dt="2026-02-03T05:05:20.848" v="49507" actId="478"/>
          <ac:spMkLst>
            <pc:docMk/>
            <pc:sldMk cId="2261952049" sldId="261"/>
            <ac:spMk id="229" creationId="{CB5A6E2C-56BD-3E9F-A512-1630A3D414A5}"/>
          </ac:spMkLst>
        </pc:spChg>
        <pc:spChg chg="del mod">
          <ac:chgData name="Freda Shi" userId="e3bafef1-15f2-4eeb-acbe-fa674bab7991" providerId="ADAL" clId="{9555FC65-5A8C-4EE8-9D5B-8283D7A0923C}" dt="2026-02-03T05:05:20.848" v="49506" actId="478"/>
          <ac:spMkLst>
            <pc:docMk/>
            <pc:sldMk cId="2261952049" sldId="261"/>
            <ac:spMk id="230" creationId="{AD06674C-E7F3-81F2-B8F3-CB49E8870E93}"/>
          </ac:spMkLst>
        </pc:spChg>
        <pc:spChg chg="del mod">
          <ac:chgData name="Freda Shi" userId="e3bafef1-15f2-4eeb-acbe-fa674bab7991" providerId="ADAL" clId="{9555FC65-5A8C-4EE8-9D5B-8283D7A0923C}" dt="2026-02-03T05:05:20.848" v="49505" actId="478"/>
          <ac:spMkLst>
            <pc:docMk/>
            <pc:sldMk cId="2261952049" sldId="261"/>
            <ac:spMk id="231" creationId="{52DC65B8-6BD6-5C81-447F-2EFD9D9AD982}"/>
          </ac:spMkLst>
        </pc:spChg>
        <pc:spChg chg="del mod">
          <ac:chgData name="Freda Shi" userId="e3bafef1-15f2-4eeb-acbe-fa674bab7991" providerId="ADAL" clId="{9555FC65-5A8C-4EE8-9D5B-8283D7A0923C}" dt="2026-02-03T05:05:20.848" v="49504" actId="478"/>
          <ac:spMkLst>
            <pc:docMk/>
            <pc:sldMk cId="2261952049" sldId="261"/>
            <ac:spMk id="232" creationId="{7AED5495-3A9E-A8AF-39C0-A9B01E5F0C98}"/>
          </ac:spMkLst>
        </pc:spChg>
        <pc:spChg chg="del mod">
          <ac:chgData name="Freda Shi" userId="e3bafef1-15f2-4eeb-acbe-fa674bab7991" providerId="ADAL" clId="{9555FC65-5A8C-4EE8-9D5B-8283D7A0923C}" dt="2026-02-03T05:05:20.848" v="49503" actId="478"/>
          <ac:spMkLst>
            <pc:docMk/>
            <pc:sldMk cId="2261952049" sldId="261"/>
            <ac:spMk id="233" creationId="{D93A5192-B00E-FA47-F062-0DC5EB9BB9BB}"/>
          </ac:spMkLst>
        </pc:spChg>
        <pc:spChg chg="del mod">
          <ac:chgData name="Freda Shi" userId="e3bafef1-15f2-4eeb-acbe-fa674bab7991" providerId="ADAL" clId="{9555FC65-5A8C-4EE8-9D5B-8283D7A0923C}" dt="2026-02-03T05:05:20.848" v="49502" actId="478"/>
          <ac:spMkLst>
            <pc:docMk/>
            <pc:sldMk cId="2261952049" sldId="261"/>
            <ac:spMk id="234" creationId="{7119C1FF-DEBE-41B2-015B-4469888AC5B0}"/>
          </ac:spMkLst>
        </pc:spChg>
        <pc:spChg chg="del mod">
          <ac:chgData name="Freda Shi" userId="e3bafef1-15f2-4eeb-acbe-fa674bab7991" providerId="ADAL" clId="{9555FC65-5A8C-4EE8-9D5B-8283D7A0923C}" dt="2026-02-03T05:05:20.848" v="49501" actId="478"/>
          <ac:spMkLst>
            <pc:docMk/>
            <pc:sldMk cId="2261952049" sldId="261"/>
            <ac:spMk id="235" creationId="{8494FAC4-F8B1-600E-EA50-2EAEBCE55EBB}"/>
          </ac:spMkLst>
        </pc:spChg>
        <pc:spChg chg="del mod">
          <ac:chgData name="Freda Shi" userId="e3bafef1-15f2-4eeb-acbe-fa674bab7991" providerId="ADAL" clId="{9555FC65-5A8C-4EE8-9D5B-8283D7A0923C}" dt="2026-02-03T05:05:20.848" v="49500" actId="478"/>
          <ac:spMkLst>
            <pc:docMk/>
            <pc:sldMk cId="2261952049" sldId="261"/>
            <ac:spMk id="236" creationId="{1A14A7D1-0055-91A8-0BF6-8AEC1CE537ED}"/>
          </ac:spMkLst>
        </pc:spChg>
        <pc:spChg chg="del mod">
          <ac:chgData name="Freda Shi" userId="e3bafef1-15f2-4eeb-acbe-fa674bab7991" providerId="ADAL" clId="{9555FC65-5A8C-4EE8-9D5B-8283D7A0923C}" dt="2026-02-03T05:05:20.848" v="49499" actId="478"/>
          <ac:spMkLst>
            <pc:docMk/>
            <pc:sldMk cId="2261952049" sldId="261"/>
            <ac:spMk id="237" creationId="{3D6A0A02-7A15-85A7-C113-AAF485B23CE0}"/>
          </ac:spMkLst>
        </pc:spChg>
        <pc:spChg chg="del mod">
          <ac:chgData name="Freda Shi" userId="e3bafef1-15f2-4eeb-acbe-fa674bab7991" providerId="ADAL" clId="{9555FC65-5A8C-4EE8-9D5B-8283D7A0923C}" dt="2026-02-03T05:05:20.848" v="49498" actId="478"/>
          <ac:spMkLst>
            <pc:docMk/>
            <pc:sldMk cId="2261952049" sldId="261"/>
            <ac:spMk id="238" creationId="{AD062EF8-5E05-C7AE-C492-11BEF57D47A5}"/>
          </ac:spMkLst>
        </pc:spChg>
        <pc:spChg chg="del mod">
          <ac:chgData name="Freda Shi" userId="e3bafef1-15f2-4eeb-acbe-fa674bab7991" providerId="ADAL" clId="{9555FC65-5A8C-4EE8-9D5B-8283D7A0923C}" dt="2026-02-03T05:05:20.848" v="49497" actId="478"/>
          <ac:spMkLst>
            <pc:docMk/>
            <pc:sldMk cId="2261952049" sldId="261"/>
            <ac:spMk id="239" creationId="{1F40AA05-900B-D8D2-43BB-D2395552EC28}"/>
          </ac:spMkLst>
        </pc:spChg>
        <pc:spChg chg="del mod">
          <ac:chgData name="Freda Shi" userId="e3bafef1-15f2-4eeb-acbe-fa674bab7991" providerId="ADAL" clId="{9555FC65-5A8C-4EE8-9D5B-8283D7A0923C}" dt="2026-02-03T05:05:20.848" v="49496" actId="478"/>
          <ac:spMkLst>
            <pc:docMk/>
            <pc:sldMk cId="2261952049" sldId="261"/>
            <ac:spMk id="240" creationId="{32F693FA-252A-3F87-A1C4-378224F8FA65}"/>
          </ac:spMkLst>
        </pc:spChg>
        <pc:spChg chg="del mod">
          <ac:chgData name="Freda Shi" userId="e3bafef1-15f2-4eeb-acbe-fa674bab7991" providerId="ADAL" clId="{9555FC65-5A8C-4EE8-9D5B-8283D7A0923C}" dt="2026-02-03T05:05:20.848" v="49495" actId="478"/>
          <ac:spMkLst>
            <pc:docMk/>
            <pc:sldMk cId="2261952049" sldId="261"/>
            <ac:spMk id="241" creationId="{AF0AA6CB-18C3-DA5C-8DE8-5DA956244CE2}"/>
          </ac:spMkLst>
        </pc:spChg>
        <pc:spChg chg="del mod">
          <ac:chgData name="Freda Shi" userId="e3bafef1-15f2-4eeb-acbe-fa674bab7991" providerId="ADAL" clId="{9555FC65-5A8C-4EE8-9D5B-8283D7A0923C}" dt="2026-02-03T05:05:20.848" v="49494" actId="478"/>
          <ac:spMkLst>
            <pc:docMk/>
            <pc:sldMk cId="2261952049" sldId="261"/>
            <ac:spMk id="242" creationId="{523AFB49-7C9F-76EA-2963-60F4C477117E}"/>
          </ac:spMkLst>
        </pc:spChg>
        <pc:spChg chg="del mod">
          <ac:chgData name="Freda Shi" userId="e3bafef1-15f2-4eeb-acbe-fa674bab7991" providerId="ADAL" clId="{9555FC65-5A8C-4EE8-9D5B-8283D7A0923C}" dt="2026-02-03T05:05:20.848" v="49493" actId="478"/>
          <ac:spMkLst>
            <pc:docMk/>
            <pc:sldMk cId="2261952049" sldId="261"/>
            <ac:spMk id="243" creationId="{74D50981-C6A0-CBEC-AC3D-32DA7A41C7FB}"/>
          </ac:spMkLst>
        </pc:spChg>
        <pc:spChg chg="del mod">
          <ac:chgData name="Freda Shi" userId="e3bafef1-15f2-4eeb-acbe-fa674bab7991" providerId="ADAL" clId="{9555FC65-5A8C-4EE8-9D5B-8283D7A0923C}" dt="2026-02-03T05:05:20.848" v="49492" actId="478"/>
          <ac:spMkLst>
            <pc:docMk/>
            <pc:sldMk cId="2261952049" sldId="261"/>
            <ac:spMk id="244" creationId="{FC17BEC5-F458-EBDF-3B45-A1323AAC7553}"/>
          </ac:spMkLst>
        </pc:spChg>
        <pc:spChg chg="del mod">
          <ac:chgData name="Freda Shi" userId="e3bafef1-15f2-4eeb-acbe-fa674bab7991" providerId="ADAL" clId="{9555FC65-5A8C-4EE8-9D5B-8283D7A0923C}" dt="2026-02-03T05:05:20.848" v="49491" actId="478"/>
          <ac:spMkLst>
            <pc:docMk/>
            <pc:sldMk cId="2261952049" sldId="261"/>
            <ac:spMk id="245" creationId="{C6E1A3D9-F1AE-A258-67C6-88BF0A02088A}"/>
          </ac:spMkLst>
        </pc:spChg>
        <pc:spChg chg="del mod">
          <ac:chgData name="Freda Shi" userId="e3bafef1-15f2-4eeb-acbe-fa674bab7991" providerId="ADAL" clId="{9555FC65-5A8C-4EE8-9D5B-8283D7A0923C}" dt="2026-02-03T05:05:20.848" v="49490" actId="478"/>
          <ac:spMkLst>
            <pc:docMk/>
            <pc:sldMk cId="2261952049" sldId="261"/>
            <ac:spMk id="246" creationId="{6FD74090-AFA8-D34B-7A16-67CD8327FA9A}"/>
          </ac:spMkLst>
        </pc:spChg>
        <pc:spChg chg="del mod">
          <ac:chgData name="Freda Shi" userId="e3bafef1-15f2-4eeb-acbe-fa674bab7991" providerId="ADAL" clId="{9555FC65-5A8C-4EE8-9D5B-8283D7A0923C}" dt="2026-02-03T05:05:20.841" v="49489" actId="478"/>
          <ac:spMkLst>
            <pc:docMk/>
            <pc:sldMk cId="2261952049" sldId="261"/>
            <ac:spMk id="247" creationId="{973483FE-F777-C90F-F2D9-A6236CD8521B}"/>
          </ac:spMkLst>
        </pc:spChg>
        <pc:spChg chg="del mod">
          <ac:chgData name="Freda Shi" userId="e3bafef1-15f2-4eeb-acbe-fa674bab7991" providerId="ADAL" clId="{9555FC65-5A8C-4EE8-9D5B-8283D7A0923C}" dt="2026-02-03T05:05:20.841" v="49488" actId="478"/>
          <ac:spMkLst>
            <pc:docMk/>
            <pc:sldMk cId="2261952049" sldId="261"/>
            <ac:spMk id="248" creationId="{57D1C717-C28F-A148-6AF1-536B096A9755}"/>
          </ac:spMkLst>
        </pc:spChg>
        <pc:spChg chg="del mod">
          <ac:chgData name="Freda Shi" userId="e3bafef1-15f2-4eeb-acbe-fa674bab7991" providerId="ADAL" clId="{9555FC65-5A8C-4EE8-9D5B-8283D7A0923C}" dt="2026-02-03T05:05:20.841" v="49487" actId="478"/>
          <ac:spMkLst>
            <pc:docMk/>
            <pc:sldMk cId="2261952049" sldId="261"/>
            <ac:spMk id="249" creationId="{D5ECB39C-3341-7A93-5965-CCA9EB5E9EC0}"/>
          </ac:spMkLst>
        </pc:spChg>
        <pc:spChg chg="del mod">
          <ac:chgData name="Freda Shi" userId="e3bafef1-15f2-4eeb-acbe-fa674bab7991" providerId="ADAL" clId="{9555FC65-5A8C-4EE8-9D5B-8283D7A0923C}" dt="2026-02-03T05:05:20.841" v="49486" actId="478"/>
          <ac:spMkLst>
            <pc:docMk/>
            <pc:sldMk cId="2261952049" sldId="261"/>
            <ac:spMk id="250" creationId="{4E9EBED9-F156-4314-D81D-F151F2D65A63}"/>
          </ac:spMkLst>
        </pc:spChg>
        <pc:spChg chg="del mod">
          <ac:chgData name="Freda Shi" userId="e3bafef1-15f2-4eeb-acbe-fa674bab7991" providerId="ADAL" clId="{9555FC65-5A8C-4EE8-9D5B-8283D7A0923C}" dt="2026-02-03T05:05:20.841" v="49485" actId="478"/>
          <ac:spMkLst>
            <pc:docMk/>
            <pc:sldMk cId="2261952049" sldId="261"/>
            <ac:spMk id="251" creationId="{269819C2-832A-8BB7-CB38-32F53B03D973}"/>
          </ac:spMkLst>
        </pc:spChg>
        <pc:spChg chg="del mod">
          <ac:chgData name="Freda Shi" userId="e3bafef1-15f2-4eeb-acbe-fa674bab7991" providerId="ADAL" clId="{9555FC65-5A8C-4EE8-9D5B-8283D7A0923C}" dt="2026-02-03T05:05:20.841" v="49484" actId="478"/>
          <ac:spMkLst>
            <pc:docMk/>
            <pc:sldMk cId="2261952049" sldId="261"/>
            <ac:spMk id="252" creationId="{ADC52E20-2221-1C05-6328-06B076B5257A}"/>
          </ac:spMkLst>
        </pc:spChg>
        <pc:spChg chg="del mod">
          <ac:chgData name="Freda Shi" userId="e3bafef1-15f2-4eeb-acbe-fa674bab7991" providerId="ADAL" clId="{9555FC65-5A8C-4EE8-9D5B-8283D7A0923C}" dt="2026-02-03T05:05:20.841" v="49483" actId="478"/>
          <ac:spMkLst>
            <pc:docMk/>
            <pc:sldMk cId="2261952049" sldId="261"/>
            <ac:spMk id="253" creationId="{3EEB80A2-A165-6E3B-A6EF-494A3A722197}"/>
          </ac:spMkLst>
        </pc:spChg>
        <pc:spChg chg="del mod">
          <ac:chgData name="Freda Shi" userId="e3bafef1-15f2-4eeb-acbe-fa674bab7991" providerId="ADAL" clId="{9555FC65-5A8C-4EE8-9D5B-8283D7A0923C}" dt="2026-02-03T05:05:20.841" v="49482" actId="478"/>
          <ac:spMkLst>
            <pc:docMk/>
            <pc:sldMk cId="2261952049" sldId="261"/>
            <ac:spMk id="254" creationId="{9F85F714-76B8-9F34-291F-355AC1D51047}"/>
          </ac:spMkLst>
        </pc:spChg>
        <pc:spChg chg="del mod">
          <ac:chgData name="Freda Shi" userId="e3bafef1-15f2-4eeb-acbe-fa674bab7991" providerId="ADAL" clId="{9555FC65-5A8C-4EE8-9D5B-8283D7A0923C}" dt="2026-02-03T05:05:20.841" v="49481" actId="478"/>
          <ac:spMkLst>
            <pc:docMk/>
            <pc:sldMk cId="2261952049" sldId="261"/>
            <ac:spMk id="255" creationId="{09BB86FE-1310-B0E9-2148-BD81E8B055A2}"/>
          </ac:spMkLst>
        </pc:spChg>
        <pc:spChg chg="del mod">
          <ac:chgData name="Freda Shi" userId="e3bafef1-15f2-4eeb-acbe-fa674bab7991" providerId="ADAL" clId="{9555FC65-5A8C-4EE8-9D5B-8283D7A0923C}" dt="2026-02-03T05:05:20.841" v="49480" actId="478"/>
          <ac:spMkLst>
            <pc:docMk/>
            <pc:sldMk cId="2261952049" sldId="261"/>
            <ac:spMk id="256" creationId="{69006FCB-01DF-15C5-9729-DD54609C1F58}"/>
          </ac:spMkLst>
        </pc:spChg>
        <pc:spChg chg="del mod">
          <ac:chgData name="Freda Shi" userId="e3bafef1-15f2-4eeb-acbe-fa674bab7991" providerId="ADAL" clId="{9555FC65-5A8C-4EE8-9D5B-8283D7A0923C}" dt="2026-02-03T05:05:20.832" v="49479" actId="478"/>
          <ac:spMkLst>
            <pc:docMk/>
            <pc:sldMk cId="2261952049" sldId="261"/>
            <ac:spMk id="257" creationId="{8F8062A0-01CF-B734-FE3D-80DE1F9D0F8B}"/>
          </ac:spMkLst>
        </pc:spChg>
        <pc:spChg chg="del mod">
          <ac:chgData name="Freda Shi" userId="e3bafef1-15f2-4eeb-acbe-fa674bab7991" providerId="ADAL" clId="{9555FC65-5A8C-4EE8-9D5B-8283D7A0923C}" dt="2026-02-03T05:05:20.832" v="49478" actId="478"/>
          <ac:spMkLst>
            <pc:docMk/>
            <pc:sldMk cId="2261952049" sldId="261"/>
            <ac:spMk id="258" creationId="{2FEDC3E6-7FC2-709E-ACA9-F543B9C3CF2E}"/>
          </ac:spMkLst>
        </pc:spChg>
        <pc:spChg chg="del mod">
          <ac:chgData name="Freda Shi" userId="e3bafef1-15f2-4eeb-acbe-fa674bab7991" providerId="ADAL" clId="{9555FC65-5A8C-4EE8-9D5B-8283D7A0923C}" dt="2026-02-03T05:05:20.832" v="49477" actId="478"/>
          <ac:spMkLst>
            <pc:docMk/>
            <pc:sldMk cId="2261952049" sldId="261"/>
            <ac:spMk id="259" creationId="{C12A45D6-3E8F-DAA6-3F24-619EF992BA2E}"/>
          </ac:spMkLst>
        </pc:spChg>
        <pc:spChg chg="del mod">
          <ac:chgData name="Freda Shi" userId="e3bafef1-15f2-4eeb-acbe-fa674bab7991" providerId="ADAL" clId="{9555FC65-5A8C-4EE8-9D5B-8283D7A0923C}" dt="2026-02-03T05:05:20.832" v="49476" actId="478"/>
          <ac:spMkLst>
            <pc:docMk/>
            <pc:sldMk cId="2261952049" sldId="261"/>
            <ac:spMk id="260" creationId="{8399DE13-EFCF-EC3E-E5D3-2314F39CD429}"/>
          </ac:spMkLst>
        </pc:spChg>
        <pc:spChg chg="del mod">
          <ac:chgData name="Freda Shi" userId="e3bafef1-15f2-4eeb-acbe-fa674bab7991" providerId="ADAL" clId="{9555FC65-5A8C-4EE8-9D5B-8283D7A0923C}" dt="2026-02-03T05:05:20.832" v="49475" actId="478"/>
          <ac:spMkLst>
            <pc:docMk/>
            <pc:sldMk cId="2261952049" sldId="261"/>
            <ac:spMk id="261" creationId="{8D9483E9-6345-22AB-3283-852F1AFCF577}"/>
          </ac:spMkLst>
        </pc:spChg>
        <pc:spChg chg="del mod">
          <ac:chgData name="Freda Shi" userId="e3bafef1-15f2-4eeb-acbe-fa674bab7991" providerId="ADAL" clId="{9555FC65-5A8C-4EE8-9D5B-8283D7A0923C}" dt="2026-02-03T05:05:20.832" v="49474" actId="478"/>
          <ac:spMkLst>
            <pc:docMk/>
            <pc:sldMk cId="2261952049" sldId="261"/>
            <ac:spMk id="262" creationId="{7F339246-A3A2-C4F7-D640-6CE5F1E398B8}"/>
          </ac:spMkLst>
        </pc:spChg>
        <pc:spChg chg="del mod">
          <ac:chgData name="Freda Shi" userId="e3bafef1-15f2-4eeb-acbe-fa674bab7991" providerId="ADAL" clId="{9555FC65-5A8C-4EE8-9D5B-8283D7A0923C}" dt="2026-02-03T05:05:20.832" v="49473" actId="478"/>
          <ac:spMkLst>
            <pc:docMk/>
            <pc:sldMk cId="2261952049" sldId="261"/>
            <ac:spMk id="263" creationId="{82325D42-4FA6-14DB-022E-297423A66606}"/>
          </ac:spMkLst>
        </pc:spChg>
        <pc:spChg chg="del mod">
          <ac:chgData name="Freda Shi" userId="e3bafef1-15f2-4eeb-acbe-fa674bab7991" providerId="ADAL" clId="{9555FC65-5A8C-4EE8-9D5B-8283D7A0923C}" dt="2026-02-03T05:05:20.832" v="49472" actId="478"/>
          <ac:spMkLst>
            <pc:docMk/>
            <pc:sldMk cId="2261952049" sldId="261"/>
            <ac:spMk id="264" creationId="{CAE79740-CBD6-282B-5F62-3E9BA81427B8}"/>
          </ac:spMkLst>
        </pc:spChg>
        <pc:spChg chg="del mod">
          <ac:chgData name="Freda Shi" userId="e3bafef1-15f2-4eeb-acbe-fa674bab7991" providerId="ADAL" clId="{9555FC65-5A8C-4EE8-9D5B-8283D7A0923C}" dt="2026-02-03T05:05:20.832" v="49471" actId="478"/>
          <ac:spMkLst>
            <pc:docMk/>
            <pc:sldMk cId="2261952049" sldId="261"/>
            <ac:spMk id="265" creationId="{9E6AD4A4-76FB-DF16-A530-527173F757D6}"/>
          </ac:spMkLst>
        </pc:spChg>
        <pc:spChg chg="del mod">
          <ac:chgData name="Freda Shi" userId="e3bafef1-15f2-4eeb-acbe-fa674bab7991" providerId="ADAL" clId="{9555FC65-5A8C-4EE8-9D5B-8283D7A0923C}" dt="2026-02-03T05:05:20.832" v="49470" actId="478"/>
          <ac:spMkLst>
            <pc:docMk/>
            <pc:sldMk cId="2261952049" sldId="261"/>
            <ac:spMk id="266" creationId="{150FEF5D-7F6F-19B4-5BF0-2B70080484F6}"/>
          </ac:spMkLst>
        </pc:spChg>
        <pc:spChg chg="del mod">
          <ac:chgData name="Freda Shi" userId="e3bafef1-15f2-4eeb-acbe-fa674bab7991" providerId="ADAL" clId="{9555FC65-5A8C-4EE8-9D5B-8283D7A0923C}" dt="2026-02-03T05:05:20.816" v="49469" actId="478"/>
          <ac:spMkLst>
            <pc:docMk/>
            <pc:sldMk cId="2261952049" sldId="261"/>
            <ac:spMk id="267" creationId="{740A6E3E-086A-1146-55B6-0AFFAD3CA29C}"/>
          </ac:spMkLst>
        </pc:spChg>
        <pc:spChg chg="del mod">
          <ac:chgData name="Freda Shi" userId="e3bafef1-15f2-4eeb-acbe-fa674bab7991" providerId="ADAL" clId="{9555FC65-5A8C-4EE8-9D5B-8283D7A0923C}" dt="2026-02-03T05:05:20.816" v="49468" actId="478"/>
          <ac:spMkLst>
            <pc:docMk/>
            <pc:sldMk cId="2261952049" sldId="261"/>
            <ac:spMk id="268" creationId="{DDC2333A-6A42-3903-50F2-9C8ACD18CBDD}"/>
          </ac:spMkLst>
        </pc:spChg>
        <pc:spChg chg="del mod">
          <ac:chgData name="Freda Shi" userId="e3bafef1-15f2-4eeb-acbe-fa674bab7991" providerId="ADAL" clId="{9555FC65-5A8C-4EE8-9D5B-8283D7A0923C}" dt="2026-02-03T05:05:20.816" v="49467" actId="478"/>
          <ac:spMkLst>
            <pc:docMk/>
            <pc:sldMk cId="2261952049" sldId="261"/>
            <ac:spMk id="269" creationId="{B0BA2C04-8836-0D56-B019-D59B8C8C855D}"/>
          </ac:spMkLst>
        </pc:spChg>
        <pc:spChg chg="del mod">
          <ac:chgData name="Freda Shi" userId="e3bafef1-15f2-4eeb-acbe-fa674bab7991" providerId="ADAL" clId="{9555FC65-5A8C-4EE8-9D5B-8283D7A0923C}" dt="2026-02-03T05:05:20.816" v="49466" actId="478"/>
          <ac:spMkLst>
            <pc:docMk/>
            <pc:sldMk cId="2261952049" sldId="261"/>
            <ac:spMk id="270" creationId="{A9DBB660-A31C-133F-88EF-B1AE2D49817A}"/>
          </ac:spMkLst>
        </pc:spChg>
        <pc:spChg chg="del mod">
          <ac:chgData name="Freda Shi" userId="e3bafef1-15f2-4eeb-acbe-fa674bab7991" providerId="ADAL" clId="{9555FC65-5A8C-4EE8-9D5B-8283D7A0923C}" dt="2026-02-03T05:05:20.816" v="49465" actId="478"/>
          <ac:spMkLst>
            <pc:docMk/>
            <pc:sldMk cId="2261952049" sldId="261"/>
            <ac:spMk id="271" creationId="{603A2564-03A1-CE74-FD01-BA8B35AF41F9}"/>
          </ac:spMkLst>
        </pc:spChg>
        <pc:spChg chg="del mod">
          <ac:chgData name="Freda Shi" userId="e3bafef1-15f2-4eeb-acbe-fa674bab7991" providerId="ADAL" clId="{9555FC65-5A8C-4EE8-9D5B-8283D7A0923C}" dt="2026-02-03T05:05:20.816" v="49464" actId="478"/>
          <ac:spMkLst>
            <pc:docMk/>
            <pc:sldMk cId="2261952049" sldId="261"/>
            <ac:spMk id="272" creationId="{8DC23FDA-3B24-7CD3-0C56-012DD92B340B}"/>
          </ac:spMkLst>
        </pc:spChg>
        <pc:spChg chg="del mod">
          <ac:chgData name="Freda Shi" userId="e3bafef1-15f2-4eeb-acbe-fa674bab7991" providerId="ADAL" clId="{9555FC65-5A8C-4EE8-9D5B-8283D7A0923C}" dt="2026-02-03T05:05:20.816" v="49463" actId="478"/>
          <ac:spMkLst>
            <pc:docMk/>
            <pc:sldMk cId="2261952049" sldId="261"/>
            <ac:spMk id="273" creationId="{B8DE31D3-06AC-EF9A-540E-C91662692F71}"/>
          </ac:spMkLst>
        </pc:spChg>
        <pc:spChg chg="del mod">
          <ac:chgData name="Freda Shi" userId="e3bafef1-15f2-4eeb-acbe-fa674bab7991" providerId="ADAL" clId="{9555FC65-5A8C-4EE8-9D5B-8283D7A0923C}" dt="2026-02-03T05:05:20.816" v="49462" actId="478"/>
          <ac:spMkLst>
            <pc:docMk/>
            <pc:sldMk cId="2261952049" sldId="261"/>
            <ac:spMk id="274" creationId="{BFB620ED-4E67-311C-08E7-FE06A1209FA4}"/>
          </ac:spMkLst>
        </pc:spChg>
        <pc:spChg chg="del mod">
          <ac:chgData name="Freda Shi" userId="e3bafef1-15f2-4eeb-acbe-fa674bab7991" providerId="ADAL" clId="{9555FC65-5A8C-4EE8-9D5B-8283D7A0923C}" dt="2026-02-03T05:05:20.816" v="49461" actId="478"/>
          <ac:spMkLst>
            <pc:docMk/>
            <pc:sldMk cId="2261952049" sldId="261"/>
            <ac:spMk id="275" creationId="{BB7349CE-E5A9-67AC-11DA-B04CDB47F3D0}"/>
          </ac:spMkLst>
        </pc:spChg>
        <pc:spChg chg="del mod">
          <ac:chgData name="Freda Shi" userId="e3bafef1-15f2-4eeb-acbe-fa674bab7991" providerId="ADAL" clId="{9555FC65-5A8C-4EE8-9D5B-8283D7A0923C}" dt="2026-02-03T05:05:20.816" v="49460" actId="478"/>
          <ac:spMkLst>
            <pc:docMk/>
            <pc:sldMk cId="2261952049" sldId="261"/>
            <ac:spMk id="276" creationId="{2A0E95AB-70AB-E451-F9D0-949FB3969E5B}"/>
          </ac:spMkLst>
        </pc:spChg>
        <pc:spChg chg="del mod">
          <ac:chgData name="Freda Shi" userId="e3bafef1-15f2-4eeb-acbe-fa674bab7991" providerId="ADAL" clId="{9555FC65-5A8C-4EE8-9D5B-8283D7A0923C}" dt="2026-02-03T05:05:20.816" v="49459" actId="478"/>
          <ac:spMkLst>
            <pc:docMk/>
            <pc:sldMk cId="2261952049" sldId="261"/>
            <ac:spMk id="277" creationId="{37B1C475-8798-108A-647A-771A6BC21D3D}"/>
          </ac:spMkLst>
        </pc:spChg>
        <pc:spChg chg="del mod">
          <ac:chgData name="Freda Shi" userId="e3bafef1-15f2-4eeb-acbe-fa674bab7991" providerId="ADAL" clId="{9555FC65-5A8C-4EE8-9D5B-8283D7A0923C}" dt="2026-02-03T05:05:20.816" v="49458" actId="478"/>
          <ac:spMkLst>
            <pc:docMk/>
            <pc:sldMk cId="2261952049" sldId="261"/>
            <ac:spMk id="278" creationId="{C27FF09D-F278-2E41-1151-AC6898A12D74}"/>
          </ac:spMkLst>
        </pc:spChg>
        <pc:spChg chg="del mod">
          <ac:chgData name="Freda Shi" userId="e3bafef1-15f2-4eeb-acbe-fa674bab7991" providerId="ADAL" clId="{9555FC65-5A8C-4EE8-9D5B-8283D7A0923C}" dt="2026-02-03T05:05:20.816" v="49457" actId="478"/>
          <ac:spMkLst>
            <pc:docMk/>
            <pc:sldMk cId="2261952049" sldId="261"/>
            <ac:spMk id="279" creationId="{25EA9887-39DA-95AB-9EAC-FB7C0608CC48}"/>
          </ac:spMkLst>
        </pc:spChg>
        <pc:spChg chg="del mod">
          <ac:chgData name="Freda Shi" userId="e3bafef1-15f2-4eeb-acbe-fa674bab7991" providerId="ADAL" clId="{9555FC65-5A8C-4EE8-9D5B-8283D7A0923C}" dt="2026-02-03T05:05:20.816" v="49456" actId="478"/>
          <ac:spMkLst>
            <pc:docMk/>
            <pc:sldMk cId="2261952049" sldId="261"/>
            <ac:spMk id="280" creationId="{503914ED-E927-FC92-6667-AEB63D8E77B5}"/>
          </ac:spMkLst>
        </pc:spChg>
        <pc:spChg chg="del mod">
          <ac:chgData name="Freda Shi" userId="e3bafef1-15f2-4eeb-acbe-fa674bab7991" providerId="ADAL" clId="{9555FC65-5A8C-4EE8-9D5B-8283D7A0923C}" dt="2026-02-03T05:05:20.816" v="49455" actId="478"/>
          <ac:spMkLst>
            <pc:docMk/>
            <pc:sldMk cId="2261952049" sldId="261"/>
            <ac:spMk id="281" creationId="{7F66048E-C88E-10ED-656E-5461FDD11810}"/>
          </ac:spMkLst>
        </pc:spChg>
        <pc:spChg chg="del mod">
          <ac:chgData name="Freda Shi" userId="e3bafef1-15f2-4eeb-acbe-fa674bab7991" providerId="ADAL" clId="{9555FC65-5A8C-4EE8-9D5B-8283D7A0923C}" dt="2026-02-03T05:05:20.812" v="49454" actId="478"/>
          <ac:spMkLst>
            <pc:docMk/>
            <pc:sldMk cId="2261952049" sldId="261"/>
            <ac:spMk id="282" creationId="{BEE0EA60-80BC-220E-AB10-DDDFC2EBD042}"/>
          </ac:spMkLst>
        </pc:spChg>
        <pc:spChg chg="del mod">
          <ac:chgData name="Freda Shi" userId="e3bafef1-15f2-4eeb-acbe-fa674bab7991" providerId="ADAL" clId="{9555FC65-5A8C-4EE8-9D5B-8283D7A0923C}" dt="2026-02-03T05:05:20.812" v="49453" actId="478"/>
          <ac:spMkLst>
            <pc:docMk/>
            <pc:sldMk cId="2261952049" sldId="261"/>
            <ac:spMk id="283" creationId="{CE23ED49-03B9-33DA-5F8F-FC72697B914C}"/>
          </ac:spMkLst>
        </pc:spChg>
        <pc:spChg chg="del mod">
          <ac:chgData name="Freda Shi" userId="e3bafef1-15f2-4eeb-acbe-fa674bab7991" providerId="ADAL" clId="{9555FC65-5A8C-4EE8-9D5B-8283D7A0923C}" dt="2026-02-03T05:05:20.812" v="49452" actId="478"/>
          <ac:spMkLst>
            <pc:docMk/>
            <pc:sldMk cId="2261952049" sldId="261"/>
            <ac:spMk id="284" creationId="{19BD6072-6C16-576E-AA75-17A170D5ED45}"/>
          </ac:spMkLst>
        </pc:spChg>
        <pc:spChg chg="del mod">
          <ac:chgData name="Freda Shi" userId="e3bafef1-15f2-4eeb-acbe-fa674bab7991" providerId="ADAL" clId="{9555FC65-5A8C-4EE8-9D5B-8283D7A0923C}" dt="2026-02-03T05:05:20.800" v="49451" actId="478"/>
          <ac:spMkLst>
            <pc:docMk/>
            <pc:sldMk cId="2261952049" sldId="261"/>
            <ac:spMk id="285" creationId="{188E31C6-8A35-7E74-E8DB-F374E0A09A3F}"/>
          </ac:spMkLst>
        </pc:spChg>
        <pc:spChg chg="del mod">
          <ac:chgData name="Freda Shi" userId="e3bafef1-15f2-4eeb-acbe-fa674bab7991" providerId="ADAL" clId="{9555FC65-5A8C-4EE8-9D5B-8283D7A0923C}" dt="2026-02-03T05:05:20.800" v="49450" actId="478"/>
          <ac:spMkLst>
            <pc:docMk/>
            <pc:sldMk cId="2261952049" sldId="261"/>
            <ac:spMk id="286" creationId="{F30C4B02-23B3-2D86-DE28-20C9C9B3B5B9}"/>
          </ac:spMkLst>
        </pc:spChg>
        <pc:spChg chg="del mod">
          <ac:chgData name="Freda Shi" userId="e3bafef1-15f2-4eeb-acbe-fa674bab7991" providerId="ADAL" clId="{9555FC65-5A8C-4EE8-9D5B-8283D7A0923C}" dt="2026-02-03T05:05:20.800" v="49449" actId="478"/>
          <ac:spMkLst>
            <pc:docMk/>
            <pc:sldMk cId="2261952049" sldId="261"/>
            <ac:spMk id="287" creationId="{6A4A5CF3-72CC-E5E1-315B-4FDE78627AF2}"/>
          </ac:spMkLst>
        </pc:spChg>
        <pc:spChg chg="del mod">
          <ac:chgData name="Freda Shi" userId="e3bafef1-15f2-4eeb-acbe-fa674bab7991" providerId="ADAL" clId="{9555FC65-5A8C-4EE8-9D5B-8283D7A0923C}" dt="2026-02-03T05:05:20.800" v="49448" actId="478"/>
          <ac:spMkLst>
            <pc:docMk/>
            <pc:sldMk cId="2261952049" sldId="261"/>
            <ac:spMk id="288" creationId="{14CFECB0-B457-654F-D362-ECE9F26DFB10}"/>
          </ac:spMkLst>
        </pc:spChg>
        <pc:spChg chg="del mod">
          <ac:chgData name="Freda Shi" userId="e3bafef1-15f2-4eeb-acbe-fa674bab7991" providerId="ADAL" clId="{9555FC65-5A8C-4EE8-9D5B-8283D7A0923C}" dt="2026-02-03T05:05:20.800" v="49447" actId="478"/>
          <ac:spMkLst>
            <pc:docMk/>
            <pc:sldMk cId="2261952049" sldId="261"/>
            <ac:spMk id="289" creationId="{5D918182-5B1F-1487-A57C-EB447C4BEE37}"/>
          </ac:spMkLst>
        </pc:spChg>
        <pc:spChg chg="del mod">
          <ac:chgData name="Freda Shi" userId="e3bafef1-15f2-4eeb-acbe-fa674bab7991" providerId="ADAL" clId="{9555FC65-5A8C-4EE8-9D5B-8283D7A0923C}" dt="2026-02-03T05:05:20.800" v="49446" actId="478"/>
          <ac:spMkLst>
            <pc:docMk/>
            <pc:sldMk cId="2261952049" sldId="261"/>
            <ac:spMk id="290" creationId="{F15F3990-C77C-5B44-CEB2-A908F71A4E81}"/>
          </ac:spMkLst>
        </pc:spChg>
        <pc:spChg chg="del mod">
          <ac:chgData name="Freda Shi" userId="e3bafef1-15f2-4eeb-acbe-fa674bab7991" providerId="ADAL" clId="{9555FC65-5A8C-4EE8-9D5B-8283D7A0923C}" dt="2026-02-03T05:05:20.800" v="49445" actId="478"/>
          <ac:spMkLst>
            <pc:docMk/>
            <pc:sldMk cId="2261952049" sldId="261"/>
            <ac:spMk id="291" creationId="{CFE6C13C-3273-70CF-F0B2-4AA0EE0EBE43}"/>
          </ac:spMkLst>
        </pc:spChg>
        <pc:spChg chg="del mod">
          <ac:chgData name="Freda Shi" userId="e3bafef1-15f2-4eeb-acbe-fa674bab7991" providerId="ADAL" clId="{9555FC65-5A8C-4EE8-9D5B-8283D7A0923C}" dt="2026-02-03T05:05:20.800" v="49444" actId="478"/>
          <ac:spMkLst>
            <pc:docMk/>
            <pc:sldMk cId="2261952049" sldId="261"/>
            <ac:spMk id="292" creationId="{9B2F8BA2-FD3F-A9EE-4B88-A8070B90F0CA}"/>
          </ac:spMkLst>
        </pc:spChg>
        <pc:spChg chg="del mod">
          <ac:chgData name="Freda Shi" userId="e3bafef1-15f2-4eeb-acbe-fa674bab7991" providerId="ADAL" clId="{9555FC65-5A8C-4EE8-9D5B-8283D7A0923C}" dt="2026-02-03T05:05:20.784" v="49443" actId="478"/>
          <ac:spMkLst>
            <pc:docMk/>
            <pc:sldMk cId="2261952049" sldId="261"/>
            <ac:spMk id="293" creationId="{476A4D60-49C9-9052-3155-0FED2D2502F9}"/>
          </ac:spMkLst>
        </pc:spChg>
        <pc:spChg chg="del mod">
          <ac:chgData name="Freda Shi" userId="e3bafef1-15f2-4eeb-acbe-fa674bab7991" providerId="ADAL" clId="{9555FC65-5A8C-4EE8-9D5B-8283D7A0923C}" dt="2026-02-03T05:05:20.784" v="49442" actId="478"/>
          <ac:spMkLst>
            <pc:docMk/>
            <pc:sldMk cId="2261952049" sldId="261"/>
            <ac:spMk id="294" creationId="{5025D952-DA34-978A-B299-D99B204EBD1D}"/>
          </ac:spMkLst>
        </pc:spChg>
        <pc:spChg chg="del mod">
          <ac:chgData name="Freda Shi" userId="e3bafef1-15f2-4eeb-acbe-fa674bab7991" providerId="ADAL" clId="{9555FC65-5A8C-4EE8-9D5B-8283D7A0923C}" dt="2026-02-03T05:05:20.784" v="49441" actId="478"/>
          <ac:spMkLst>
            <pc:docMk/>
            <pc:sldMk cId="2261952049" sldId="261"/>
            <ac:spMk id="295" creationId="{9B725CA1-D441-20F9-7456-E54E6F19E854}"/>
          </ac:spMkLst>
        </pc:spChg>
        <pc:spChg chg="del mod topLvl">
          <ac:chgData name="Freda Shi" userId="e3bafef1-15f2-4eeb-acbe-fa674bab7991" providerId="ADAL" clId="{9555FC65-5A8C-4EE8-9D5B-8283D7A0923C}" dt="2026-02-03T05:05:45.954" v="49817" actId="478"/>
          <ac:spMkLst>
            <pc:docMk/>
            <pc:sldMk cId="2261952049" sldId="261"/>
            <ac:spMk id="341" creationId="{A02FB243-9C50-4D97-9165-9D6151640D32}"/>
          </ac:spMkLst>
        </pc:spChg>
        <pc:spChg chg="del mod topLvl">
          <ac:chgData name="Freda Shi" userId="e3bafef1-15f2-4eeb-acbe-fa674bab7991" providerId="ADAL" clId="{9555FC65-5A8C-4EE8-9D5B-8283D7A0923C}" dt="2026-02-03T05:05:45.922" v="49725" actId="478"/>
          <ac:spMkLst>
            <pc:docMk/>
            <pc:sldMk cId="2261952049" sldId="261"/>
            <ac:spMk id="342" creationId="{A9A64EC2-D3B3-7D5A-47AB-2EFB77D091BB}"/>
          </ac:spMkLst>
        </pc:spChg>
        <pc:spChg chg="del mod">
          <ac:chgData name="Freda Shi" userId="e3bafef1-15f2-4eeb-acbe-fa674bab7991" providerId="ADAL" clId="{9555FC65-5A8C-4EE8-9D5B-8283D7A0923C}" dt="2026-02-03T05:05:45.922" v="49724" actId="478"/>
          <ac:spMkLst>
            <pc:docMk/>
            <pc:sldMk cId="2261952049" sldId="261"/>
            <ac:spMk id="343" creationId="{C94A3CBF-3DD7-7C62-47C4-1EAB7E851A02}"/>
          </ac:spMkLst>
        </pc:spChg>
        <pc:spChg chg="del mod">
          <ac:chgData name="Freda Shi" userId="e3bafef1-15f2-4eeb-acbe-fa674bab7991" providerId="ADAL" clId="{9555FC65-5A8C-4EE8-9D5B-8283D7A0923C}" dt="2026-02-03T05:05:45.922" v="49723" actId="478"/>
          <ac:spMkLst>
            <pc:docMk/>
            <pc:sldMk cId="2261952049" sldId="261"/>
            <ac:spMk id="344" creationId="{04DA3541-0B24-013D-09DE-6F36F9C33A3D}"/>
          </ac:spMkLst>
        </pc:spChg>
        <pc:spChg chg="del mod">
          <ac:chgData name="Freda Shi" userId="e3bafef1-15f2-4eeb-acbe-fa674bab7991" providerId="ADAL" clId="{9555FC65-5A8C-4EE8-9D5B-8283D7A0923C}" dt="2026-02-03T05:05:45.922" v="49722" actId="478"/>
          <ac:spMkLst>
            <pc:docMk/>
            <pc:sldMk cId="2261952049" sldId="261"/>
            <ac:spMk id="345" creationId="{0D024E57-5757-5CC8-10A8-3C4621B0076D}"/>
          </ac:spMkLst>
        </pc:spChg>
        <pc:spChg chg="del mod">
          <ac:chgData name="Freda Shi" userId="e3bafef1-15f2-4eeb-acbe-fa674bab7991" providerId="ADAL" clId="{9555FC65-5A8C-4EE8-9D5B-8283D7A0923C}" dt="2026-02-03T05:05:45.922" v="49721" actId="478"/>
          <ac:spMkLst>
            <pc:docMk/>
            <pc:sldMk cId="2261952049" sldId="261"/>
            <ac:spMk id="346" creationId="{C419635D-D81D-5CE2-70CA-E2FAEB7C65F2}"/>
          </ac:spMkLst>
        </pc:spChg>
        <pc:spChg chg="del mod">
          <ac:chgData name="Freda Shi" userId="e3bafef1-15f2-4eeb-acbe-fa674bab7991" providerId="ADAL" clId="{9555FC65-5A8C-4EE8-9D5B-8283D7A0923C}" dt="2026-02-03T05:05:45.922" v="49720" actId="478"/>
          <ac:spMkLst>
            <pc:docMk/>
            <pc:sldMk cId="2261952049" sldId="261"/>
            <ac:spMk id="347" creationId="{B04E5F9A-417B-FDF7-9BAA-7F292928FADF}"/>
          </ac:spMkLst>
        </pc:spChg>
        <pc:spChg chg="del mod">
          <ac:chgData name="Freda Shi" userId="e3bafef1-15f2-4eeb-acbe-fa674bab7991" providerId="ADAL" clId="{9555FC65-5A8C-4EE8-9D5B-8283D7A0923C}" dt="2026-02-03T05:05:45.922" v="49719" actId="478"/>
          <ac:spMkLst>
            <pc:docMk/>
            <pc:sldMk cId="2261952049" sldId="261"/>
            <ac:spMk id="348" creationId="{7D2A88C9-0CFF-FE98-25EF-06EC1ACD9AA7}"/>
          </ac:spMkLst>
        </pc:spChg>
        <pc:spChg chg="del mod">
          <ac:chgData name="Freda Shi" userId="e3bafef1-15f2-4eeb-acbe-fa674bab7991" providerId="ADAL" clId="{9555FC65-5A8C-4EE8-9D5B-8283D7A0923C}" dt="2026-02-03T05:05:45.922" v="49718" actId="478"/>
          <ac:spMkLst>
            <pc:docMk/>
            <pc:sldMk cId="2261952049" sldId="261"/>
            <ac:spMk id="349" creationId="{026B2D39-DBB5-6C69-9F67-1F13D6A7F601}"/>
          </ac:spMkLst>
        </pc:spChg>
        <pc:spChg chg="del mod">
          <ac:chgData name="Freda Shi" userId="e3bafef1-15f2-4eeb-acbe-fa674bab7991" providerId="ADAL" clId="{9555FC65-5A8C-4EE8-9D5B-8283D7A0923C}" dt="2026-02-03T05:05:45.922" v="49717" actId="478"/>
          <ac:spMkLst>
            <pc:docMk/>
            <pc:sldMk cId="2261952049" sldId="261"/>
            <ac:spMk id="350" creationId="{1A2EEFD9-C466-818E-3B63-3406BEA878C1}"/>
          </ac:spMkLst>
        </pc:spChg>
        <pc:spChg chg="del mod">
          <ac:chgData name="Freda Shi" userId="e3bafef1-15f2-4eeb-acbe-fa674bab7991" providerId="ADAL" clId="{9555FC65-5A8C-4EE8-9D5B-8283D7A0923C}" dt="2026-02-03T05:05:45.922" v="49716" actId="478"/>
          <ac:spMkLst>
            <pc:docMk/>
            <pc:sldMk cId="2261952049" sldId="261"/>
            <ac:spMk id="351" creationId="{1F591E3D-EE2C-93A3-ED60-6C31FD0E2C46}"/>
          </ac:spMkLst>
        </pc:spChg>
        <pc:spChg chg="del mod">
          <ac:chgData name="Freda Shi" userId="e3bafef1-15f2-4eeb-acbe-fa674bab7991" providerId="ADAL" clId="{9555FC65-5A8C-4EE8-9D5B-8283D7A0923C}" dt="2026-02-03T05:05:45.922" v="49715" actId="478"/>
          <ac:spMkLst>
            <pc:docMk/>
            <pc:sldMk cId="2261952049" sldId="261"/>
            <ac:spMk id="352" creationId="{634A523C-3879-4761-2F28-85042095300D}"/>
          </ac:spMkLst>
        </pc:spChg>
        <pc:spChg chg="del mod">
          <ac:chgData name="Freda Shi" userId="e3bafef1-15f2-4eeb-acbe-fa674bab7991" providerId="ADAL" clId="{9555FC65-5A8C-4EE8-9D5B-8283D7A0923C}" dt="2026-02-03T05:05:45.922" v="49714" actId="478"/>
          <ac:spMkLst>
            <pc:docMk/>
            <pc:sldMk cId="2261952049" sldId="261"/>
            <ac:spMk id="353" creationId="{E5277F78-A9A6-B895-1438-062A9BDE8C13}"/>
          </ac:spMkLst>
        </pc:spChg>
        <pc:spChg chg="del mod">
          <ac:chgData name="Freda Shi" userId="e3bafef1-15f2-4eeb-acbe-fa674bab7991" providerId="ADAL" clId="{9555FC65-5A8C-4EE8-9D5B-8283D7A0923C}" dt="2026-02-03T05:05:45.922" v="49713" actId="478"/>
          <ac:spMkLst>
            <pc:docMk/>
            <pc:sldMk cId="2261952049" sldId="261"/>
            <ac:spMk id="354" creationId="{07DC0473-CD9F-6C1F-96D8-590E14952B2A}"/>
          </ac:spMkLst>
        </pc:spChg>
        <pc:spChg chg="del mod">
          <ac:chgData name="Freda Shi" userId="e3bafef1-15f2-4eeb-acbe-fa674bab7991" providerId="ADAL" clId="{9555FC65-5A8C-4EE8-9D5B-8283D7A0923C}" dt="2026-02-03T05:05:45.922" v="49712" actId="478"/>
          <ac:spMkLst>
            <pc:docMk/>
            <pc:sldMk cId="2261952049" sldId="261"/>
            <ac:spMk id="355" creationId="{D775A3D2-10BC-DDAB-2030-AD3EC20AF2DA}"/>
          </ac:spMkLst>
        </pc:spChg>
        <pc:spChg chg="del mod">
          <ac:chgData name="Freda Shi" userId="e3bafef1-15f2-4eeb-acbe-fa674bab7991" providerId="ADAL" clId="{9555FC65-5A8C-4EE8-9D5B-8283D7A0923C}" dt="2026-02-03T05:05:45.922" v="49711" actId="478"/>
          <ac:spMkLst>
            <pc:docMk/>
            <pc:sldMk cId="2261952049" sldId="261"/>
            <ac:spMk id="356" creationId="{F609E8E2-EAC9-8080-E2DA-E413C3F98BDC}"/>
          </ac:spMkLst>
        </pc:spChg>
        <pc:spChg chg="del mod">
          <ac:chgData name="Freda Shi" userId="e3bafef1-15f2-4eeb-acbe-fa674bab7991" providerId="ADAL" clId="{9555FC65-5A8C-4EE8-9D5B-8283D7A0923C}" dt="2026-02-03T05:05:45.922" v="49710" actId="478"/>
          <ac:spMkLst>
            <pc:docMk/>
            <pc:sldMk cId="2261952049" sldId="261"/>
            <ac:spMk id="357" creationId="{E723D722-BF92-DFB5-9220-36E7E6450CA2}"/>
          </ac:spMkLst>
        </pc:spChg>
        <pc:spChg chg="del mod">
          <ac:chgData name="Freda Shi" userId="e3bafef1-15f2-4eeb-acbe-fa674bab7991" providerId="ADAL" clId="{9555FC65-5A8C-4EE8-9D5B-8283D7A0923C}" dt="2026-02-03T05:05:45.908" v="49709" actId="478"/>
          <ac:spMkLst>
            <pc:docMk/>
            <pc:sldMk cId="2261952049" sldId="261"/>
            <ac:spMk id="358" creationId="{B7596E67-7125-71F3-206F-ACBA962E57F7}"/>
          </ac:spMkLst>
        </pc:spChg>
        <pc:spChg chg="del mod">
          <ac:chgData name="Freda Shi" userId="e3bafef1-15f2-4eeb-acbe-fa674bab7991" providerId="ADAL" clId="{9555FC65-5A8C-4EE8-9D5B-8283D7A0923C}" dt="2026-02-03T05:05:45.908" v="49708" actId="478"/>
          <ac:spMkLst>
            <pc:docMk/>
            <pc:sldMk cId="2261952049" sldId="261"/>
            <ac:spMk id="359" creationId="{C8B4B877-DAB2-69CA-6018-E6B3D2BC05FB}"/>
          </ac:spMkLst>
        </pc:spChg>
        <pc:spChg chg="del mod">
          <ac:chgData name="Freda Shi" userId="e3bafef1-15f2-4eeb-acbe-fa674bab7991" providerId="ADAL" clId="{9555FC65-5A8C-4EE8-9D5B-8283D7A0923C}" dt="2026-02-03T05:05:45.908" v="49707" actId="478"/>
          <ac:spMkLst>
            <pc:docMk/>
            <pc:sldMk cId="2261952049" sldId="261"/>
            <ac:spMk id="360" creationId="{E3BD61BB-D467-1C06-AB47-8B83EDE9196E}"/>
          </ac:spMkLst>
        </pc:spChg>
        <pc:spChg chg="del mod">
          <ac:chgData name="Freda Shi" userId="e3bafef1-15f2-4eeb-acbe-fa674bab7991" providerId="ADAL" clId="{9555FC65-5A8C-4EE8-9D5B-8283D7A0923C}" dt="2026-02-03T05:05:45.908" v="49706" actId="478"/>
          <ac:spMkLst>
            <pc:docMk/>
            <pc:sldMk cId="2261952049" sldId="261"/>
            <ac:spMk id="361" creationId="{920D22FF-FB58-529C-F14C-B1D3A3309611}"/>
          </ac:spMkLst>
        </pc:spChg>
        <pc:spChg chg="del mod">
          <ac:chgData name="Freda Shi" userId="e3bafef1-15f2-4eeb-acbe-fa674bab7991" providerId="ADAL" clId="{9555FC65-5A8C-4EE8-9D5B-8283D7A0923C}" dt="2026-02-03T05:05:45.908" v="49705" actId="478"/>
          <ac:spMkLst>
            <pc:docMk/>
            <pc:sldMk cId="2261952049" sldId="261"/>
            <ac:spMk id="362" creationId="{32E441A7-94E5-07F0-6001-457A11F0A70A}"/>
          </ac:spMkLst>
        </pc:spChg>
        <pc:spChg chg="del mod">
          <ac:chgData name="Freda Shi" userId="e3bafef1-15f2-4eeb-acbe-fa674bab7991" providerId="ADAL" clId="{9555FC65-5A8C-4EE8-9D5B-8283D7A0923C}" dt="2026-02-03T05:05:45.908" v="49704" actId="478"/>
          <ac:spMkLst>
            <pc:docMk/>
            <pc:sldMk cId="2261952049" sldId="261"/>
            <ac:spMk id="363" creationId="{583D20CD-8436-F669-7293-F66C4B5C6418}"/>
          </ac:spMkLst>
        </pc:spChg>
        <pc:spChg chg="del mod">
          <ac:chgData name="Freda Shi" userId="e3bafef1-15f2-4eeb-acbe-fa674bab7991" providerId="ADAL" clId="{9555FC65-5A8C-4EE8-9D5B-8283D7A0923C}" dt="2026-02-03T05:05:45.908" v="49703" actId="478"/>
          <ac:spMkLst>
            <pc:docMk/>
            <pc:sldMk cId="2261952049" sldId="261"/>
            <ac:spMk id="364" creationId="{C8CAD9DA-49C5-2243-4B61-B725AF8BE108}"/>
          </ac:spMkLst>
        </pc:spChg>
        <pc:spChg chg="del mod">
          <ac:chgData name="Freda Shi" userId="e3bafef1-15f2-4eeb-acbe-fa674bab7991" providerId="ADAL" clId="{9555FC65-5A8C-4EE8-9D5B-8283D7A0923C}" dt="2026-02-03T05:05:45.908" v="49702" actId="478"/>
          <ac:spMkLst>
            <pc:docMk/>
            <pc:sldMk cId="2261952049" sldId="261"/>
            <ac:spMk id="365" creationId="{61C9CAC2-BE4E-E2DF-3EF7-3F9E79D0A857}"/>
          </ac:spMkLst>
        </pc:spChg>
        <pc:spChg chg="del mod">
          <ac:chgData name="Freda Shi" userId="e3bafef1-15f2-4eeb-acbe-fa674bab7991" providerId="ADAL" clId="{9555FC65-5A8C-4EE8-9D5B-8283D7A0923C}" dt="2026-02-03T05:05:45.908" v="49701" actId="478"/>
          <ac:spMkLst>
            <pc:docMk/>
            <pc:sldMk cId="2261952049" sldId="261"/>
            <ac:spMk id="366" creationId="{B904B9C3-1D07-47F0-D521-03085A06DEBE}"/>
          </ac:spMkLst>
        </pc:spChg>
        <pc:spChg chg="del mod">
          <ac:chgData name="Freda Shi" userId="e3bafef1-15f2-4eeb-acbe-fa674bab7991" providerId="ADAL" clId="{9555FC65-5A8C-4EE8-9D5B-8283D7A0923C}" dt="2026-02-03T05:05:45.908" v="49700" actId="478"/>
          <ac:spMkLst>
            <pc:docMk/>
            <pc:sldMk cId="2261952049" sldId="261"/>
            <ac:spMk id="367" creationId="{8BD5F237-0016-EC86-F4B3-5EB1F3EFFC9D}"/>
          </ac:spMkLst>
        </pc:spChg>
        <pc:spChg chg="del mod">
          <ac:chgData name="Freda Shi" userId="e3bafef1-15f2-4eeb-acbe-fa674bab7991" providerId="ADAL" clId="{9555FC65-5A8C-4EE8-9D5B-8283D7A0923C}" dt="2026-02-03T05:05:45.908" v="49699" actId="478"/>
          <ac:spMkLst>
            <pc:docMk/>
            <pc:sldMk cId="2261952049" sldId="261"/>
            <ac:spMk id="368" creationId="{AA59C985-EB69-449B-BA07-4BD875C3EFEB}"/>
          </ac:spMkLst>
        </pc:spChg>
        <pc:spChg chg="del mod">
          <ac:chgData name="Freda Shi" userId="e3bafef1-15f2-4eeb-acbe-fa674bab7991" providerId="ADAL" clId="{9555FC65-5A8C-4EE8-9D5B-8283D7A0923C}" dt="2026-02-03T05:05:45.908" v="49698" actId="478"/>
          <ac:spMkLst>
            <pc:docMk/>
            <pc:sldMk cId="2261952049" sldId="261"/>
            <ac:spMk id="369" creationId="{467E4B7F-9C19-677C-5FCD-DD3F0746EFA5}"/>
          </ac:spMkLst>
        </pc:spChg>
        <pc:spChg chg="del mod">
          <ac:chgData name="Freda Shi" userId="e3bafef1-15f2-4eeb-acbe-fa674bab7991" providerId="ADAL" clId="{9555FC65-5A8C-4EE8-9D5B-8283D7A0923C}" dt="2026-02-03T05:05:45.908" v="49697" actId="478"/>
          <ac:spMkLst>
            <pc:docMk/>
            <pc:sldMk cId="2261952049" sldId="261"/>
            <ac:spMk id="370" creationId="{18804ABD-1F3E-ADDE-EDAC-4315232D44D8}"/>
          </ac:spMkLst>
        </pc:spChg>
        <pc:spChg chg="del mod">
          <ac:chgData name="Freda Shi" userId="e3bafef1-15f2-4eeb-acbe-fa674bab7991" providerId="ADAL" clId="{9555FC65-5A8C-4EE8-9D5B-8283D7A0923C}" dt="2026-02-03T05:05:45.908" v="49696" actId="478"/>
          <ac:spMkLst>
            <pc:docMk/>
            <pc:sldMk cId="2261952049" sldId="261"/>
            <ac:spMk id="371" creationId="{FE726196-2FB0-8C48-EC60-6D68B7DA1216}"/>
          </ac:spMkLst>
        </pc:spChg>
        <pc:spChg chg="del mod">
          <ac:chgData name="Freda Shi" userId="e3bafef1-15f2-4eeb-acbe-fa674bab7991" providerId="ADAL" clId="{9555FC65-5A8C-4EE8-9D5B-8283D7A0923C}" dt="2026-02-03T05:05:45.908" v="49695" actId="478"/>
          <ac:spMkLst>
            <pc:docMk/>
            <pc:sldMk cId="2261952049" sldId="261"/>
            <ac:spMk id="372" creationId="{1F08B0A2-69D5-BA18-4664-2016ACD9AB43}"/>
          </ac:spMkLst>
        </pc:spChg>
        <pc:spChg chg="del mod">
          <ac:chgData name="Freda Shi" userId="e3bafef1-15f2-4eeb-acbe-fa674bab7991" providerId="ADAL" clId="{9555FC65-5A8C-4EE8-9D5B-8283D7A0923C}" dt="2026-02-03T05:05:45.908" v="49694" actId="478"/>
          <ac:spMkLst>
            <pc:docMk/>
            <pc:sldMk cId="2261952049" sldId="261"/>
            <ac:spMk id="373" creationId="{66AFAB7B-A2DD-78E6-1F82-D4B8D7BC7740}"/>
          </ac:spMkLst>
        </pc:spChg>
        <pc:spChg chg="del mod">
          <ac:chgData name="Freda Shi" userId="e3bafef1-15f2-4eeb-acbe-fa674bab7991" providerId="ADAL" clId="{9555FC65-5A8C-4EE8-9D5B-8283D7A0923C}" dt="2026-02-03T05:05:45.908" v="49693" actId="478"/>
          <ac:spMkLst>
            <pc:docMk/>
            <pc:sldMk cId="2261952049" sldId="261"/>
            <ac:spMk id="374" creationId="{0743AE08-9E62-ED7E-1E3D-555B09B5191F}"/>
          </ac:spMkLst>
        </pc:spChg>
        <pc:spChg chg="del mod">
          <ac:chgData name="Freda Shi" userId="e3bafef1-15f2-4eeb-acbe-fa674bab7991" providerId="ADAL" clId="{9555FC65-5A8C-4EE8-9D5B-8283D7A0923C}" dt="2026-02-03T05:05:45.908" v="49692" actId="478"/>
          <ac:spMkLst>
            <pc:docMk/>
            <pc:sldMk cId="2261952049" sldId="261"/>
            <ac:spMk id="375" creationId="{98569071-AD8D-B7B6-9394-8D0631C91513}"/>
          </ac:spMkLst>
        </pc:spChg>
        <pc:spChg chg="del mod">
          <ac:chgData name="Freda Shi" userId="e3bafef1-15f2-4eeb-acbe-fa674bab7991" providerId="ADAL" clId="{9555FC65-5A8C-4EE8-9D5B-8283D7A0923C}" dt="2026-02-03T05:05:45.908" v="49691" actId="478"/>
          <ac:spMkLst>
            <pc:docMk/>
            <pc:sldMk cId="2261952049" sldId="261"/>
            <ac:spMk id="376" creationId="{D548F567-86BF-8BEB-B163-BA044B82CFD2}"/>
          </ac:spMkLst>
        </pc:spChg>
        <pc:spChg chg="del mod">
          <ac:chgData name="Freda Shi" userId="e3bafef1-15f2-4eeb-acbe-fa674bab7991" providerId="ADAL" clId="{9555FC65-5A8C-4EE8-9D5B-8283D7A0923C}" dt="2026-02-03T05:05:45.908" v="49690" actId="478"/>
          <ac:spMkLst>
            <pc:docMk/>
            <pc:sldMk cId="2261952049" sldId="261"/>
            <ac:spMk id="377" creationId="{AC93BDFE-562D-A948-E1F3-5B2B27B8C90A}"/>
          </ac:spMkLst>
        </pc:spChg>
        <pc:spChg chg="del mod">
          <ac:chgData name="Freda Shi" userId="e3bafef1-15f2-4eeb-acbe-fa674bab7991" providerId="ADAL" clId="{9555FC65-5A8C-4EE8-9D5B-8283D7A0923C}" dt="2026-02-03T05:05:45.906" v="49689" actId="478"/>
          <ac:spMkLst>
            <pc:docMk/>
            <pc:sldMk cId="2261952049" sldId="261"/>
            <ac:spMk id="378" creationId="{8E3BB5E7-BB92-B8CD-3EAA-DF83777A4B6C}"/>
          </ac:spMkLst>
        </pc:spChg>
        <pc:spChg chg="del mod">
          <ac:chgData name="Freda Shi" userId="e3bafef1-15f2-4eeb-acbe-fa674bab7991" providerId="ADAL" clId="{9555FC65-5A8C-4EE8-9D5B-8283D7A0923C}" dt="2026-02-03T05:05:45.906" v="49688" actId="478"/>
          <ac:spMkLst>
            <pc:docMk/>
            <pc:sldMk cId="2261952049" sldId="261"/>
            <ac:spMk id="379" creationId="{E29A79F1-F543-38FD-9E84-F01F28CABD46}"/>
          </ac:spMkLst>
        </pc:spChg>
        <pc:spChg chg="del mod">
          <ac:chgData name="Freda Shi" userId="e3bafef1-15f2-4eeb-acbe-fa674bab7991" providerId="ADAL" clId="{9555FC65-5A8C-4EE8-9D5B-8283D7A0923C}" dt="2026-02-03T05:05:45.906" v="49687" actId="478"/>
          <ac:spMkLst>
            <pc:docMk/>
            <pc:sldMk cId="2261952049" sldId="261"/>
            <ac:spMk id="380" creationId="{3A830A55-41AC-44B7-FEA6-8232EA8AEADF}"/>
          </ac:spMkLst>
        </pc:spChg>
        <pc:spChg chg="del mod">
          <ac:chgData name="Freda Shi" userId="e3bafef1-15f2-4eeb-acbe-fa674bab7991" providerId="ADAL" clId="{9555FC65-5A8C-4EE8-9D5B-8283D7A0923C}" dt="2026-02-03T05:05:45.890" v="49686" actId="478"/>
          <ac:spMkLst>
            <pc:docMk/>
            <pc:sldMk cId="2261952049" sldId="261"/>
            <ac:spMk id="381" creationId="{702A69B0-8498-2F74-2F3E-587F1A21405F}"/>
          </ac:spMkLst>
        </pc:spChg>
        <pc:spChg chg="del mod">
          <ac:chgData name="Freda Shi" userId="e3bafef1-15f2-4eeb-acbe-fa674bab7991" providerId="ADAL" clId="{9555FC65-5A8C-4EE8-9D5B-8283D7A0923C}" dt="2026-02-03T05:05:45.890" v="49685" actId="478"/>
          <ac:spMkLst>
            <pc:docMk/>
            <pc:sldMk cId="2261952049" sldId="261"/>
            <ac:spMk id="382" creationId="{632E97EA-8F69-62C5-79CF-4AD7C18586D7}"/>
          </ac:spMkLst>
        </pc:spChg>
        <pc:spChg chg="del mod">
          <ac:chgData name="Freda Shi" userId="e3bafef1-15f2-4eeb-acbe-fa674bab7991" providerId="ADAL" clId="{9555FC65-5A8C-4EE8-9D5B-8283D7A0923C}" dt="2026-02-03T05:05:45.890" v="49684" actId="478"/>
          <ac:spMkLst>
            <pc:docMk/>
            <pc:sldMk cId="2261952049" sldId="261"/>
            <ac:spMk id="383" creationId="{AE64348A-9F5F-F96E-7B6C-2EFB9D5CEF14}"/>
          </ac:spMkLst>
        </pc:spChg>
        <pc:spChg chg="del mod">
          <ac:chgData name="Freda Shi" userId="e3bafef1-15f2-4eeb-acbe-fa674bab7991" providerId="ADAL" clId="{9555FC65-5A8C-4EE8-9D5B-8283D7A0923C}" dt="2026-02-03T05:05:45.890" v="49683" actId="478"/>
          <ac:spMkLst>
            <pc:docMk/>
            <pc:sldMk cId="2261952049" sldId="261"/>
            <ac:spMk id="384" creationId="{3DF15FCC-F276-3BB4-EFB5-5FF6246CEAC1}"/>
          </ac:spMkLst>
        </pc:spChg>
        <pc:spChg chg="del mod">
          <ac:chgData name="Freda Shi" userId="e3bafef1-15f2-4eeb-acbe-fa674bab7991" providerId="ADAL" clId="{9555FC65-5A8C-4EE8-9D5B-8283D7A0923C}" dt="2026-02-03T05:05:45.890" v="49682" actId="478"/>
          <ac:spMkLst>
            <pc:docMk/>
            <pc:sldMk cId="2261952049" sldId="261"/>
            <ac:spMk id="385" creationId="{3C4F2C0D-33E6-89FD-32EE-4E24F0B4E94E}"/>
          </ac:spMkLst>
        </pc:spChg>
        <pc:spChg chg="del mod">
          <ac:chgData name="Freda Shi" userId="e3bafef1-15f2-4eeb-acbe-fa674bab7991" providerId="ADAL" clId="{9555FC65-5A8C-4EE8-9D5B-8283D7A0923C}" dt="2026-02-03T05:05:45.890" v="49681" actId="478"/>
          <ac:spMkLst>
            <pc:docMk/>
            <pc:sldMk cId="2261952049" sldId="261"/>
            <ac:spMk id="386" creationId="{6ED12A34-AAD2-B8CF-8B4D-9F726592C7DF}"/>
          </ac:spMkLst>
        </pc:spChg>
        <pc:spChg chg="del mod">
          <ac:chgData name="Freda Shi" userId="e3bafef1-15f2-4eeb-acbe-fa674bab7991" providerId="ADAL" clId="{9555FC65-5A8C-4EE8-9D5B-8283D7A0923C}" dt="2026-02-03T05:05:45.890" v="49680" actId="478"/>
          <ac:spMkLst>
            <pc:docMk/>
            <pc:sldMk cId="2261952049" sldId="261"/>
            <ac:spMk id="387" creationId="{67BB6A4C-A5AF-1160-3192-A23D23CBE04B}"/>
          </ac:spMkLst>
        </pc:spChg>
        <pc:spChg chg="del mod">
          <ac:chgData name="Freda Shi" userId="e3bafef1-15f2-4eeb-acbe-fa674bab7991" providerId="ADAL" clId="{9555FC65-5A8C-4EE8-9D5B-8283D7A0923C}" dt="2026-02-03T05:05:45.890" v="49679" actId="478"/>
          <ac:spMkLst>
            <pc:docMk/>
            <pc:sldMk cId="2261952049" sldId="261"/>
            <ac:spMk id="388" creationId="{699C8D4E-A0A8-2590-846C-D511CA870D56}"/>
          </ac:spMkLst>
        </pc:spChg>
        <pc:spChg chg="del mod">
          <ac:chgData name="Freda Shi" userId="e3bafef1-15f2-4eeb-acbe-fa674bab7991" providerId="ADAL" clId="{9555FC65-5A8C-4EE8-9D5B-8283D7A0923C}" dt="2026-02-03T05:05:45.890" v="49678" actId="478"/>
          <ac:spMkLst>
            <pc:docMk/>
            <pc:sldMk cId="2261952049" sldId="261"/>
            <ac:spMk id="389" creationId="{C623CF75-9729-A27E-D1CD-DA6A2EC8A4AF}"/>
          </ac:spMkLst>
        </pc:spChg>
        <pc:spChg chg="del mod">
          <ac:chgData name="Freda Shi" userId="e3bafef1-15f2-4eeb-acbe-fa674bab7991" providerId="ADAL" clId="{9555FC65-5A8C-4EE8-9D5B-8283D7A0923C}" dt="2026-02-03T05:05:45.890" v="49677" actId="478"/>
          <ac:spMkLst>
            <pc:docMk/>
            <pc:sldMk cId="2261952049" sldId="261"/>
            <ac:spMk id="390" creationId="{75F6BF0D-D3D4-39A9-CCFB-E9290C03B957}"/>
          </ac:spMkLst>
        </pc:spChg>
        <pc:spChg chg="del mod">
          <ac:chgData name="Freda Shi" userId="e3bafef1-15f2-4eeb-acbe-fa674bab7991" providerId="ADAL" clId="{9555FC65-5A8C-4EE8-9D5B-8283D7A0923C}" dt="2026-02-03T05:05:45.890" v="49676" actId="478"/>
          <ac:spMkLst>
            <pc:docMk/>
            <pc:sldMk cId="2261952049" sldId="261"/>
            <ac:spMk id="391" creationId="{A3F8D2A0-0425-A4CC-1B2D-204D2C3141E3}"/>
          </ac:spMkLst>
        </pc:spChg>
        <pc:spChg chg="del mod">
          <ac:chgData name="Freda Shi" userId="e3bafef1-15f2-4eeb-acbe-fa674bab7991" providerId="ADAL" clId="{9555FC65-5A8C-4EE8-9D5B-8283D7A0923C}" dt="2026-02-03T05:05:45.890" v="49675" actId="478"/>
          <ac:spMkLst>
            <pc:docMk/>
            <pc:sldMk cId="2261952049" sldId="261"/>
            <ac:spMk id="392" creationId="{2539706F-5071-5F5A-EDFD-D27839E3E0C8}"/>
          </ac:spMkLst>
        </pc:spChg>
        <pc:spChg chg="del mod">
          <ac:chgData name="Freda Shi" userId="e3bafef1-15f2-4eeb-acbe-fa674bab7991" providerId="ADAL" clId="{9555FC65-5A8C-4EE8-9D5B-8283D7A0923C}" dt="2026-02-03T05:05:45.890" v="49674" actId="478"/>
          <ac:spMkLst>
            <pc:docMk/>
            <pc:sldMk cId="2261952049" sldId="261"/>
            <ac:spMk id="393" creationId="{0E686A85-49DE-A0F6-4740-0DCC302798AB}"/>
          </ac:spMkLst>
        </pc:spChg>
        <pc:spChg chg="del mod">
          <ac:chgData name="Freda Shi" userId="e3bafef1-15f2-4eeb-acbe-fa674bab7991" providerId="ADAL" clId="{9555FC65-5A8C-4EE8-9D5B-8283D7A0923C}" dt="2026-02-03T05:05:45.890" v="49673" actId="478"/>
          <ac:spMkLst>
            <pc:docMk/>
            <pc:sldMk cId="2261952049" sldId="261"/>
            <ac:spMk id="394" creationId="{7FD501F0-0CF1-4169-6680-AB31B6EB8B50}"/>
          </ac:spMkLst>
        </pc:spChg>
        <pc:spChg chg="del mod">
          <ac:chgData name="Freda Shi" userId="e3bafef1-15f2-4eeb-acbe-fa674bab7991" providerId="ADAL" clId="{9555FC65-5A8C-4EE8-9D5B-8283D7A0923C}" dt="2026-02-03T05:05:45.890" v="49672" actId="478"/>
          <ac:spMkLst>
            <pc:docMk/>
            <pc:sldMk cId="2261952049" sldId="261"/>
            <ac:spMk id="395" creationId="{C3207195-71C3-EA0B-F331-45D2678F736B}"/>
          </ac:spMkLst>
        </pc:spChg>
        <pc:spChg chg="del mod">
          <ac:chgData name="Freda Shi" userId="e3bafef1-15f2-4eeb-acbe-fa674bab7991" providerId="ADAL" clId="{9555FC65-5A8C-4EE8-9D5B-8283D7A0923C}" dt="2026-02-03T05:05:45.890" v="49671" actId="478"/>
          <ac:spMkLst>
            <pc:docMk/>
            <pc:sldMk cId="2261952049" sldId="261"/>
            <ac:spMk id="396" creationId="{09FD9B85-E50B-307F-DA51-1378F8D23B56}"/>
          </ac:spMkLst>
        </pc:spChg>
        <pc:spChg chg="del mod">
          <ac:chgData name="Freda Shi" userId="e3bafef1-15f2-4eeb-acbe-fa674bab7991" providerId="ADAL" clId="{9555FC65-5A8C-4EE8-9D5B-8283D7A0923C}" dt="2026-02-03T05:05:45.890" v="49670" actId="478"/>
          <ac:spMkLst>
            <pc:docMk/>
            <pc:sldMk cId="2261952049" sldId="261"/>
            <ac:spMk id="397" creationId="{A7C127C1-9DE7-D865-834B-BBBEFB38FC77}"/>
          </ac:spMkLst>
        </pc:spChg>
        <pc:spChg chg="del mod">
          <ac:chgData name="Freda Shi" userId="e3bafef1-15f2-4eeb-acbe-fa674bab7991" providerId="ADAL" clId="{9555FC65-5A8C-4EE8-9D5B-8283D7A0923C}" dt="2026-02-03T05:05:45.890" v="49669" actId="478"/>
          <ac:spMkLst>
            <pc:docMk/>
            <pc:sldMk cId="2261952049" sldId="261"/>
            <ac:spMk id="398" creationId="{CD37F406-F986-0D8B-74FA-F244F902953C}"/>
          </ac:spMkLst>
        </pc:spChg>
        <pc:spChg chg="del mod">
          <ac:chgData name="Freda Shi" userId="e3bafef1-15f2-4eeb-acbe-fa674bab7991" providerId="ADAL" clId="{9555FC65-5A8C-4EE8-9D5B-8283D7A0923C}" dt="2026-02-03T05:05:45.890" v="49668" actId="478"/>
          <ac:spMkLst>
            <pc:docMk/>
            <pc:sldMk cId="2261952049" sldId="261"/>
            <ac:spMk id="399" creationId="{53EC8E7F-C0FF-E193-28D7-0F9824E462DE}"/>
          </ac:spMkLst>
        </pc:spChg>
        <pc:spChg chg="del mod">
          <ac:chgData name="Freda Shi" userId="e3bafef1-15f2-4eeb-acbe-fa674bab7991" providerId="ADAL" clId="{9555FC65-5A8C-4EE8-9D5B-8283D7A0923C}" dt="2026-02-03T05:05:45.874" v="49667" actId="478"/>
          <ac:spMkLst>
            <pc:docMk/>
            <pc:sldMk cId="2261952049" sldId="261"/>
            <ac:spMk id="400" creationId="{7ABA57C4-F948-8CE3-AB27-1A180BD463A4}"/>
          </ac:spMkLst>
        </pc:spChg>
        <pc:spChg chg="del mod">
          <ac:chgData name="Freda Shi" userId="e3bafef1-15f2-4eeb-acbe-fa674bab7991" providerId="ADAL" clId="{9555FC65-5A8C-4EE8-9D5B-8283D7A0923C}" dt="2026-02-03T05:05:45.874" v="49666" actId="478"/>
          <ac:spMkLst>
            <pc:docMk/>
            <pc:sldMk cId="2261952049" sldId="261"/>
            <ac:spMk id="401" creationId="{1D121D6B-B066-F1DF-05CE-22960F4F2CCC}"/>
          </ac:spMkLst>
        </pc:spChg>
        <pc:spChg chg="del mod">
          <ac:chgData name="Freda Shi" userId="e3bafef1-15f2-4eeb-acbe-fa674bab7991" providerId="ADAL" clId="{9555FC65-5A8C-4EE8-9D5B-8283D7A0923C}" dt="2026-02-03T05:05:45.874" v="49665" actId="478"/>
          <ac:spMkLst>
            <pc:docMk/>
            <pc:sldMk cId="2261952049" sldId="261"/>
            <ac:spMk id="402" creationId="{CACADF6A-661C-C4CC-3AEF-D3F5C2B3AD2D}"/>
          </ac:spMkLst>
        </pc:spChg>
        <pc:spChg chg="del mod">
          <ac:chgData name="Freda Shi" userId="e3bafef1-15f2-4eeb-acbe-fa674bab7991" providerId="ADAL" clId="{9555FC65-5A8C-4EE8-9D5B-8283D7A0923C}" dt="2026-02-03T05:05:45.874" v="49664" actId="478"/>
          <ac:spMkLst>
            <pc:docMk/>
            <pc:sldMk cId="2261952049" sldId="261"/>
            <ac:spMk id="403" creationId="{3502F0C4-2BDF-71EB-5FBA-E3F2E9A237CA}"/>
          </ac:spMkLst>
        </pc:spChg>
        <pc:spChg chg="del mod">
          <ac:chgData name="Freda Shi" userId="e3bafef1-15f2-4eeb-acbe-fa674bab7991" providerId="ADAL" clId="{9555FC65-5A8C-4EE8-9D5B-8283D7A0923C}" dt="2026-02-03T05:05:45.874" v="49663" actId="478"/>
          <ac:spMkLst>
            <pc:docMk/>
            <pc:sldMk cId="2261952049" sldId="261"/>
            <ac:spMk id="404" creationId="{B1B3CEA6-9A21-2924-1F16-4165CCA1951A}"/>
          </ac:spMkLst>
        </pc:spChg>
        <pc:spChg chg="del mod">
          <ac:chgData name="Freda Shi" userId="e3bafef1-15f2-4eeb-acbe-fa674bab7991" providerId="ADAL" clId="{9555FC65-5A8C-4EE8-9D5B-8283D7A0923C}" dt="2026-02-03T05:05:45.874" v="49662" actId="478"/>
          <ac:spMkLst>
            <pc:docMk/>
            <pc:sldMk cId="2261952049" sldId="261"/>
            <ac:spMk id="405" creationId="{3B07D40C-A1AD-DEDA-5266-8AEC1B89E2FD}"/>
          </ac:spMkLst>
        </pc:spChg>
        <pc:spChg chg="del mod">
          <ac:chgData name="Freda Shi" userId="e3bafef1-15f2-4eeb-acbe-fa674bab7991" providerId="ADAL" clId="{9555FC65-5A8C-4EE8-9D5B-8283D7A0923C}" dt="2026-02-03T05:05:45.874" v="49661" actId="478"/>
          <ac:spMkLst>
            <pc:docMk/>
            <pc:sldMk cId="2261952049" sldId="261"/>
            <ac:spMk id="406" creationId="{DDB0326E-D85E-5917-17BA-0FB446882922}"/>
          </ac:spMkLst>
        </pc:spChg>
        <pc:spChg chg="del mod">
          <ac:chgData name="Freda Shi" userId="e3bafef1-15f2-4eeb-acbe-fa674bab7991" providerId="ADAL" clId="{9555FC65-5A8C-4EE8-9D5B-8283D7A0923C}" dt="2026-02-03T05:05:45.874" v="49660" actId="478"/>
          <ac:spMkLst>
            <pc:docMk/>
            <pc:sldMk cId="2261952049" sldId="261"/>
            <ac:spMk id="407" creationId="{21F5CDFC-C3C7-10CD-494F-A2105936DC2E}"/>
          </ac:spMkLst>
        </pc:spChg>
        <pc:spChg chg="del mod">
          <ac:chgData name="Freda Shi" userId="e3bafef1-15f2-4eeb-acbe-fa674bab7991" providerId="ADAL" clId="{9555FC65-5A8C-4EE8-9D5B-8283D7A0923C}" dt="2026-02-03T05:05:45.874" v="49659" actId="478"/>
          <ac:spMkLst>
            <pc:docMk/>
            <pc:sldMk cId="2261952049" sldId="261"/>
            <ac:spMk id="408" creationId="{9289A4D7-28D3-692C-58E8-2359825207D8}"/>
          </ac:spMkLst>
        </pc:spChg>
        <pc:spChg chg="del mod">
          <ac:chgData name="Freda Shi" userId="e3bafef1-15f2-4eeb-acbe-fa674bab7991" providerId="ADAL" clId="{9555FC65-5A8C-4EE8-9D5B-8283D7A0923C}" dt="2026-02-03T05:05:45.874" v="49658" actId="478"/>
          <ac:spMkLst>
            <pc:docMk/>
            <pc:sldMk cId="2261952049" sldId="261"/>
            <ac:spMk id="409" creationId="{6BB9A2C1-CAF0-C4C0-E0BA-4257D13B2793}"/>
          </ac:spMkLst>
        </pc:spChg>
        <pc:spChg chg="del mod">
          <ac:chgData name="Freda Shi" userId="e3bafef1-15f2-4eeb-acbe-fa674bab7991" providerId="ADAL" clId="{9555FC65-5A8C-4EE8-9D5B-8283D7A0923C}" dt="2026-02-03T05:05:45.874" v="49657" actId="478"/>
          <ac:spMkLst>
            <pc:docMk/>
            <pc:sldMk cId="2261952049" sldId="261"/>
            <ac:spMk id="410" creationId="{C7DBF610-C6E7-EEB0-C823-27443D87346C}"/>
          </ac:spMkLst>
        </pc:spChg>
        <pc:spChg chg="del mod">
          <ac:chgData name="Freda Shi" userId="e3bafef1-15f2-4eeb-acbe-fa674bab7991" providerId="ADAL" clId="{9555FC65-5A8C-4EE8-9D5B-8283D7A0923C}" dt="2026-02-03T05:05:45.874" v="49656" actId="478"/>
          <ac:spMkLst>
            <pc:docMk/>
            <pc:sldMk cId="2261952049" sldId="261"/>
            <ac:spMk id="411" creationId="{4FBCE835-5F7D-A82C-F03B-ABC05823281A}"/>
          </ac:spMkLst>
        </pc:spChg>
        <pc:spChg chg="del mod">
          <ac:chgData name="Freda Shi" userId="e3bafef1-15f2-4eeb-acbe-fa674bab7991" providerId="ADAL" clId="{9555FC65-5A8C-4EE8-9D5B-8283D7A0923C}" dt="2026-02-03T05:05:45.874" v="49655" actId="478"/>
          <ac:spMkLst>
            <pc:docMk/>
            <pc:sldMk cId="2261952049" sldId="261"/>
            <ac:spMk id="412" creationId="{DBF577D3-FCCD-9A34-336A-D32EB2CD1A56}"/>
          </ac:spMkLst>
        </pc:spChg>
        <pc:spChg chg="del mod">
          <ac:chgData name="Freda Shi" userId="e3bafef1-15f2-4eeb-acbe-fa674bab7991" providerId="ADAL" clId="{9555FC65-5A8C-4EE8-9D5B-8283D7A0923C}" dt="2026-02-03T05:05:45.874" v="49654" actId="478"/>
          <ac:spMkLst>
            <pc:docMk/>
            <pc:sldMk cId="2261952049" sldId="261"/>
            <ac:spMk id="413" creationId="{B9B50FF7-720A-A21C-1570-1E6DF55C0C09}"/>
          </ac:spMkLst>
        </pc:spChg>
        <pc:spChg chg="del mod">
          <ac:chgData name="Freda Shi" userId="e3bafef1-15f2-4eeb-acbe-fa674bab7991" providerId="ADAL" clId="{9555FC65-5A8C-4EE8-9D5B-8283D7A0923C}" dt="2026-02-03T05:05:45.874" v="49653" actId="478"/>
          <ac:spMkLst>
            <pc:docMk/>
            <pc:sldMk cId="2261952049" sldId="261"/>
            <ac:spMk id="414" creationId="{E4D134EE-AA7D-407F-2CA9-0709E4678DED}"/>
          </ac:spMkLst>
        </pc:spChg>
        <pc:spChg chg="del mod">
          <ac:chgData name="Freda Shi" userId="e3bafef1-15f2-4eeb-acbe-fa674bab7991" providerId="ADAL" clId="{9555FC65-5A8C-4EE8-9D5B-8283D7A0923C}" dt="2026-02-03T05:05:45.872" v="49652" actId="478"/>
          <ac:spMkLst>
            <pc:docMk/>
            <pc:sldMk cId="2261952049" sldId="261"/>
            <ac:spMk id="415" creationId="{3E9A752B-50D9-BB74-1921-89A43046A9D2}"/>
          </ac:spMkLst>
        </pc:spChg>
        <pc:spChg chg="del mod">
          <ac:chgData name="Freda Shi" userId="e3bafef1-15f2-4eeb-acbe-fa674bab7991" providerId="ADAL" clId="{9555FC65-5A8C-4EE8-9D5B-8283D7A0923C}" dt="2026-02-03T05:05:45.872" v="49651" actId="478"/>
          <ac:spMkLst>
            <pc:docMk/>
            <pc:sldMk cId="2261952049" sldId="261"/>
            <ac:spMk id="416" creationId="{E74B56E7-BAD5-97A9-FFA3-CE755AAC92F9}"/>
          </ac:spMkLst>
        </pc:spChg>
        <pc:spChg chg="del mod">
          <ac:chgData name="Freda Shi" userId="e3bafef1-15f2-4eeb-acbe-fa674bab7991" providerId="ADAL" clId="{9555FC65-5A8C-4EE8-9D5B-8283D7A0923C}" dt="2026-02-03T05:05:45.858" v="49650" actId="478"/>
          <ac:spMkLst>
            <pc:docMk/>
            <pc:sldMk cId="2261952049" sldId="261"/>
            <ac:spMk id="417" creationId="{D27B4333-1081-F8D1-865E-BF998CF2192C}"/>
          </ac:spMkLst>
        </pc:spChg>
        <pc:spChg chg="del mod">
          <ac:chgData name="Freda Shi" userId="e3bafef1-15f2-4eeb-acbe-fa674bab7991" providerId="ADAL" clId="{9555FC65-5A8C-4EE8-9D5B-8283D7A0923C}" dt="2026-02-03T05:05:45.858" v="49649" actId="478"/>
          <ac:spMkLst>
            <pc:docMk/>
            <pc:sldMk cId="2261952049" sldId="261"/>
            <ac:spMk id="418" creationId="{326DD10D-7E3F-2E7C-ABBC-F8C6607F7236}"/>
          </ac:spMkLst>
        </pc:spChg>
        <pc:spChg chg="del mod">
          <ac:chgData name="Freda Shi" userId="e3bafef1-15f2-4eeb-acbe-fa674bab7991" providerId="ADAL" clId="{9555FC65-5A8C-4EE8-9D5B-8283D7A0923C}" dt="2026-02-03T05:05:45.858" v="49648" actId="478"/>
          <ac:spMkLst>
            <pc:docMk/>
            <pc:sldMk cId="2261952049" sldId="261"/>
            <ac:spMk id="419" creationId="{90FEE11D-B6A3-C9FA-E0D1-8072DE5F890C}"/>
          </ac:spMkLst>
        </pc:spChg>
        <pc:spChg chg="del mod">
          <ac:chgData name="Freda Shi" userId="e3bafef1-15f2-4eeb-acbe-fa674bab7991" providerId="ADAL" clId="{9555FC65-5A8C-4EE8-9D5B-8283D7A0923C}" dt="2026-02-03T05:05:45.858" v="49647" actId="478"/>
          <ac:spMkLst>
            <pc:docMk/>
            <pc:sldMk cId="2261952049" sldId="261"/>
            <ac:spMk id="420" creationId="{00F63DFC-5B37-C71F-02EC-055D32DA4C54}"/>
          </ac:spMkLst>
        </pc:spChg>
        <pc:spChg chg="del mod">
          <ac:chgData name="Freda Shi" userId="e3bafef1-15f2-4eeb-acbe-fa674bab7991" providerId="ADAL" clId="{9555FC65-5A8C-4EE8-9D5B-8283D7A0923C}" dt="2026-02-03T05:05:45.858" v="49646" actId="478"/>
          <ac:spMkLst>
            <pc:docMk/>
            <pc:sldMk cId="2261952049" sldId="261"/>
            <ac:spMk id="421" creationId="{4AE452A7-785E-425D-5B12-0EFF1E88DA34}"/>
          </ac:spMkLst>
        </pc:spChg>
        <pc:spChg chg="del mod">
          <ac:chgData name="Freda Shi" userId="e3bafef1-15f2-4eeb-acbe-fa674bab7991" providerId="ADAL" clId="{9555FC65-5A8C-4EE8-9D5B-8283D7A0923C}" dt="2026-02-03T05:05:45.858" v="49645" actId="478"/>
          <ac:spMkLst>
            <pc:docMk/>
            <pc:sldMk cId="2261952049" sldId="261"/>
            <ac:spMk id="422" creationId="{1A8BB2AB-7757-D997-8F3B-ABCCB9924DA7}"/>
          </ac:spMkLst>
        </pc:spChg>
        <pc:spChg chg="del mod">
          <ac:chgData name="Freda Shi" userId="e3bafef1-15f2-4eeb-acbe-fa674bab7991" providerId="ADAL" clId="{9555FC65-5A8C-4EE8-9D5B-8283D7A0923C}" dt="2026-02-03T05:05:45.858" v="49644" actId="478"/>
          <ac:spMkLst>
            <pc:docMk/>
            <pc:sldMk cId="2261952049" sldId="261"/>
            <ac:spMk id="423" creationId="{04695FE3-0359-6F63-446F-6050271DFDC0}"/>
          </ac:spMkLst>
        </pc:spChg>
        <pc:spChg chg="del mod">
          <ac:chgData name="Freda Shi" userId="e3bafef1-15f2-4eeb-acbe-fa674bab7991" providerId="ADAL" clId="{9555FC65-5A8C-4EE8-9D5B-8283D7A0923C}" dt="2026-02-03T05:05:45.858" v="49643" actId="478"/>
          <ac:spMkLst>
            <pc:docMk/>
            <pc:sldMk cId="2261952049" sldId="261"/>
            <ac:spMk id="424" creationId="{3C78F70A-2E69-B943-60D8-B00193CD9952}"/>
          </ac:spMkLst>
        </pc:spChg>
        <pc:spChg chg="del mod">
          <ac:chgData name="Freda Shi" userId="e3bafef1-15f2-4eeb-acbe-fa674bab7991" providerId="ADAL" clId="{9555FC65-5A8C-4EE8-9D5B-8283D7A0923C}" dt="2026-02-03T05:05:45.858" v="49642" actId="478"/>
          <ac:spMkLst>
            <pc:docMk/>
            <pc:sldMk cId="2261952049" sldId="261"/>
            <ac:spMk id="425" creationId="{8F52E95C-6F8B-F307-BD2F-309E1AFFA7BD}"/>
          </ac:spMkLst>
        </pc:spChg>
        <pc:spChg chg="del mod">
          <ac:chgData name="Freda Shi" userId="e3bafef1-15f2-4eeb-acbe-fa674bab7991" providerId="ADAL" clId="{9555FC65-5A8C-4EE8-9D5B-8283D7A0923C}" dt="2026-02-03T05:05:45.858" v="49641" actId="478"/>
          <ac:spMkLst>
            <pc:docMk/>
            <pc:sldMk cId="2261952049" sldId="261"/>
            <ac:spMk id="426" creationId="{BEF53F5A-A752-B043-76BE-A8D713DF9BBA}"/>
          </ac:spMkLst>
        </pc:spChg>
        <pc:spChg chg="del mod">
          <ac:chgData name="Freda Shi" userId="e3bafef1-15f2-4eeb-acbe-fa674bab7991" providerId="ADAL" clId="{9555FC65-5A8C-4EE8-9D5B-8283D7A0923C}" dt="2026-02-03T05:05:45.858" v="49640" actId="478"/>
          <ac:spMkLst>
            <pc:docMk/>
            <pc:sldMk cId="2261952049" sldId="261"/>
            <ac:spMk id="427" creationId="{09E8C06E-F8F1-2D28-E3F2-ED8C3C6A6763}"/>
          </ac:spMkLst>
        </pc:spChg>
        <pc:spChg chg="del mod">
          <ac:chgData name="Freda Shi" userId="e3bafef1-15f2-4eeb-acbe-fa674bab7991" providerId="ADAL" clId="{9555FC65-5A8C-4EE8-9D5B-8283D7A0923C}" dt="2026-02-03T05:05:45.842" v="49639" actId="478"/>
          <ac:spMkLst>
            <pc:docMk/>
            <pc:sldMk cId="2261952049" sldId="261"/>
            <ac:spMk id="428" creationId="{A65C4CFA-47E3-FA34-6209-217A310E17DE}"/>
          </ac:spMkLst>
        </pc:spChg>
        <pc:spChg chg="del mod">
          <ac:chgData name="Freda Shi" userId="e3bafef1-15f2-4eeb-acbe-fa674bab7991" providerId="ADAL" clId="{9555FC65-5A8C-4EE8-9D5B-8283D7A0923C}" dt="2026-02-03T05:05:45.842" v="49638" actId="478"/>
          <ac:spMkLst>
            <pc:docMk/>
            <pc:sldMk cId="2261952049" sldId="261"/>
            <ac:spMk id="429" creationId="{492A1B38-239D-F433-5A30-375318EEDC82}"/>
          </ac:spMkLst>
        </pc:spChg>
        <pc:spChg chg="del mod">
          <ac:chgData name="Freda Shi" userId="e3bafef1-15f2-4eeb-acbe-fa674bab7991" providerId="ADAL" clId="{9555FC65-5A8C-4EE8-9D5B-8283D7A0923C}" dt="2026-02-03T05:05:45.842" v="49637" actId="478"/>
          <ac:spMkLst>
            <pc:docMk/>
            <pc:sldMk cId="2261952049" sldId="261"/>
            <ac:spMk id="430" creationId="{30F991FC-7A06-F762-433A-CF9F48DFB68F}"/>
          </ac:spMkLst>
        </pc:spChg>
        <pc:spChg chg="del mod">
          <ac:chgData name="Freda Shi" userId="e3bafef1-15f2-4eeb-acbe-fa674bab7991" providerId="ADAL" clId="{9555FC65-5A8C-4EE8-9D5B-8283D7A0923C}" dt="2026-02-03T05:05:45.842" v="49636" actId="478"/>
          <ac:spMkLst>
            <pc:docMk/>
            <pc:sldMk cId="2261952049" sldId="261"/>
            <ac:spMk id="431" creationId="{BD9F4D3D-C300-B9CE-07EB-A8D69B21035B}"/>
          </ac:spMkLst>
        </pc:spChg>
        <pc:spChg chg="del mod topLvl">
          <ac:chgData name="Freda Shi" userId="e3bafef1-15f2-4eeb-acbe-fa674bab7991" providerId="ADAL" clId="{9555FC65-5A8C-4EE8-9D5B-8283D7A0923C}" dt="2026-02-03T05:07:20.412" v="50028" actId="478"/>
          <ac:spMkLst>
            <pc:docMk/>
            <pc:sldMk cId="2261952049" sldId="261"/>
            <ac:spMk id="528" creationId="{41CD797F-0378-3DA4-AF05-8F9FF24E16A5}"/>
          </ac:spMkLst>
        </pc:spChg>
        <pc:spChg chg="del mod topLvl">
          <ac:chgData name="Freda Shi" userId="e3bafef1-15f2-4eeb-acbe-fa674bab7991" providerId="ADAL" clId="{9555FC65-5A8C-4EE8-9D5B-8283D7A0923C}" dt="2026-02-03T05:07:20.380" v="49922" actId="478"/>
          <ac:spMkLst>
            <pc:docMk/>
            <pc:sldMk cId="2261952049" sldId="261"/>
            <ac:spMk id="529" creationId="{6986AD4C-FEF9-8D96-4936-ACA2B4349B28}"/>
          </ac:spMkLst>
        </pc:spChg>
        <pc:spChg chg="del mod">
          <ac:chgData name="Freda Shi" userId="e3bafef1-15f2-4eeb-acbe-fa674bab7991" providerId="ADAL" clId="{9555FC65-5A8C-4EE8-9D5B-8283D7A0923C}" dt="2026-02-03T05:07:20.380" v="49921" actId="478"/>
          <ac:spMkLst>
            <pc:docMk/>
            <pc:sldMk cId="2261952049" sldId="261"/>
            <ac:spMk id="530" creationId="{A7D8A409-1406-E245-7028-B816C3687ACC}"/>
          </ac:spMkLst>
        </pc:spChg>
        <pc:spChg chg="del mod">
          <ac:chgData name="Freda Shi" userId="e3bafef1-15f2-4eeb-acbe-fa674bab7991" providerId="ADAL" clId="{9555FC65-5A8C-4EE8-9D5B-8283D7A0923C}" dt="2026-02-03T05:07:20.380" v="49920" actId="478"/>
          <ac:spMkLst>
            <pc:docMk/>
            <pc:sldMk cId="2261952049" sldId="261"/>
            <ac:spMk id="531" creationId="{0BB22C7B-447D-7148-C19D-7570E4517339}"/>
          </ac:spMkLst>
        </pc:spChg>
        <pc:spChg chg="del mod">
          <ac:chgData name="Freda Shi" userId="e3bafef1-15f2-4eeb-acbe-fa674bab7991" providerId="ADAL" clId="{9555FC65-5A8C-4EE8-9D5B-8283D7A0923C}" dt="2026-02-03T05:07:20.380" v="49919" actId="478"/>
          <ac:spMkLst>
            <pc:docMk/>
            <pc:sldMk cId="2261952049" sldId="261"/>
            <ac:spMk id="532" creationId="{11EB0637-44DE-7813-4D5E-B2D8ED6B1AD4}"/>
          </ac:spMkLst>
        </pc:spChg>
        <pc:spChg chg="del mod">
          <ac:chgData name="Freda Shi" userId="e3bafef1-15f2-4eeb-acbe-fa674bab7991" providerId="ADAL" clId="{9555FC65-5A8C-4EE8-9D5B-8283D7A0923C}" dt="2026-02-03T05:07:20.380" v="49918" actId="478"/>
          <ac:spMkLst>
            <pc:docMk/>
            <pc:sldMk cId="2261952049" sldId="261"/>
            <ac:spMk id="533" creationId="{33C685C4-DCBA-8F2F-A9A2-75606CBB32C5}"/>
          </ac:spMkLst>
        </pc:spChg>
        <pc:spChg chg="del mod">
          <ac:chgData name="Freda Shi" userId="e3bafef1-15f2-4eeb-acbe-fa674bab7991" providerId="ADAL" clId="{9555FC65-5A8C-4EE8-9D5B-8283D7A0923C}" dt="2026-02-03T05:07:20.380" v="49917" actId="478"/>
          <ac:spMkLst>
            <pc:docMk/>
            <pc:sldMk cId="2261952049" sldId="261"/>
            <ac:spMk id="534" creationId="{6560A59C-6431-9F92-2290-72C42C57185B}"/>
          </ac:spMkLst>
        </pc:spChg>
        <pc:spChg chg="del mod">
          <ac:chgData name="Freda Shi" userId="e3bafef1-15f2-4eeb-acbe-fa674bab7991" providerId="ADAL" clId="{9555FC65-5A8C-4EE8-9D5B-8283D7A0923C}" dt="2026-02-03T05:07:20.380" v="49916" actId="478"/>
          <ac:spMkLst>
            <pc:docMk/>
            <pc:sldMk cId="2261952049" sldId="261"/>
            <ac:spMk id="535" creationId="{D58C1EBF-B3D7-7A64-1FF9-E562071E2273}"/>
          </ac:spMkLst>
        </pc:spChg>
        <pc:spChg chg="del mod">
          <ac:chgData name="Freda Shi" userId="e3bafef1-15f2-4eeb-acbe-fa674bab7991" providerId="ADAL" clId="{9555FC65-5A8C-4EE8-9D5B-8283D7A0923C}" dt="2026-02-03T05:07:20.364" v="49915" actId="478"/>
          <ac:spMkLst>
            <pc:docMk/>
            <pc:sldMk cId="2261952049" sldId="261"/>
            <ac:spMk id="536" creationId="{F26E5B6A-AB68-7995-C228-C256451A2325}"/>
          </ac:spMkLst>
        </pc:spChg>
        <pc:spChg chg="del mod">
          <ac:chgData name="Freda Shi" userId="e3bafef1-15f2-4eeb-acbe-fa674bab7991" providerId="ADAL" clId="{9555FC65-5A8C-4EE8-9D5B-8283D7A0923C}" dt="2026-02-03T05:07:20.364" v="49914" actId="478"/>
          <ac:spMkLst>
            <pc:docMk/>
            <pc:sldMk cId="2261952049" sldId="261"/>
            <ac:spMk id="537" creationId="{E74EAD0B-4C7C-B12F-649B-84DFC0388E1E}"/>
          </ac:spMkLst>
        </pc:spChg>
        <pc:spChg chg="del mod">
          <ac:chgData name="Freda Shi" userId="e3bafef1-15f2-4eeb-acbe-fa674bab7991" providerId="ADAL" clId="{9555FC65-5A8C-4EE8-9D5B-8283D7A0923C}" dt="2026-02-03T05:07:20.364" v="49913" actId="478"/>
          <ac:spMkLst>
            <pc:docMk/>
            <pc:sldMk cId="2261952049" sldId="261"/>
            <ac:spMk id="538" creationId="{C996902D-4BCB-E334-3570-929775FACA35}"/>
          </ac:spMkLst>
        </pc:spChg>
        <pc:spChg chg="del mod">
          <ac:chgData name="Freda Shi" userId="e3bafef1-15f2-4eeb-acbe-fa674bab7991" providerId="ADAL" clId="{9555FC65-5A8C-4EE8-9D5B-8283D7A0923C}" dt="2026-02-03T05:07:20.364" v="49912" actId="478"/>
          <ac:spMkLst>
            <pc:docMk/>
            <pc:sldMk cId="2261952049" sldId="261"/>
            <ac:spMk id="539" creationId="{AF340F85-B3CF-9F1A-5887-C0A88FFB41E9}"/>
          </ac:spMkLst>
        </pc:spChg>
        <pc:spChg chg="del mod">
          <ac:chgData name="Freda Shi" userId="e3bafef1-15f2-4eeb-acbe-fa674bab7991" providerId="ADAL" clId="{9555FC65-5A8C-4EE8-9D5B-8283D7A0923C}" dt="2026-02-03T05:07:20.364" v="49911" actId="478"/>
          <ac:spMkLst>
            <pc:docMk/>
            <pc:sldMk cId="2261952049" sldId="261"/>
            <ac:spMk id="540" creationId="{EDCD8CFC-0E4B-F255-688D-E38C7CCD5D5D}"/>
          </ac:spMkLst>
        </pc:spChg>
        <pc:spChg chg="del mod">
          <ac:chgData name="Freda Shi" userId="e3bafef1-15f2-4eeb-acbe-fa674bab7991" providerId="ADAL" clId="{9555FC65-5A8C-4EE8-9D5B-8283D7A0923C}" dt="2026-02-03T05:07:20.364" v="49910" actId="478"/>
          <ac:spMkLst>
            <pc:docMk/>
            <pc:sldMk cId="2261952049" sldId="261"/>
            <ac:spMk id="541" creationId="{777C9B85-4312-4AEB-3654-2ACE697D9883}"/>
          </ac:spMkLst>
        </pc:spChg>
        <pc:spChg chg="del mod">
          <ac:chgData name="Freda Shi" userId="e3bafef1-15f2-4eeb-acbe-fa674bab7991" providerId="ADAL" clId="{9555FC65-5A8C-4EE8-9D5B-8283D7A0923C}" dt="2026-02-03T05:07:20.364" v="49909" actId="478"/>
          <ac:spMkLst>
            <pc:docMk/>
            <pc:sldMk cId="2261952049" sldId="261"/>
            <ac:spMk id="542" creationId="{26DD4520-AFBB-4FB8-E3B8-08865556930F}"/>
          </ac:spMkLst>
        </pc:spChg>
        <pc:spChg chg="del mod">
          <ac:chgData name="Freda Shi" userId="e3bafef1-15f2-4eeb-acbe-fa674bab7991" providerId="ADAL" clId="{9555FC65-5A8C-4EE8-9D5B-8283D7A0923C}" dt="2026-02-03T05:07:20.364" v="49908" actId="478"/>
          <ac:spMkLst>
            <pc:docMk/>
            <pc:sldMk cId="2261952049" sldId="261"/>
            <ac:spMk id="543" creationId="{CA367A6E-C5ED-5C3D-5755-1BD62598E075}"/>
          </ac:spMkLst>
        </pc:spChg>
        <pc:spChg chg="del mod">
          <ac:chgData name="Freda Shi" userId="e3bafef1-15f2-4eeb-acbe-fa674bab7991" providerId="ADAL" clId="{9555FC65-5A8C-4EE8-9D5B-8283D7A0923C}" dt="2026-02-03T05:07:20.364" v="49907" actId="478"/>
          <ac:spMkLst>
            <pc:docMk/>
            <pc:sldMk cId="2261952049" sldId="261"/>
            <ac:spMk id="544" creationId="{CD2AE264-8439-DBFB-FF28-C1FE1177837A}"/>
          </ac:spMkLst>
        </pc:spChg>
        <pc:spChg chg="del mod">
          <ac:chgData name="Freda Shi" userId="e3bafef1-15f2-4eeb-acbe-fa674bab7991" providerId="ADAL" clId="{9555FC65-5A8C-4EE8-9D5B-8283D7A0923C}" dt="2026-02-03T05:07:20.364" v="49906" actId="478"/>
          <ac:spMkLst>
            <pc:docMk/>
            <pc:sldMk cId="2261952049" sldId="261"/>
            <ac:spMk id="545" creationId="{E39D900B-66AD-ECEC-D469-BF71A201EBA7}"/>
          </ac:spMkLst>
        </pc:spChg>
        <pc:spChg chg="del mod">
          <ac:chgData name="Freda Shi" userId="e3bafef1-15f2-4eeb-acbe-fa674bab7991" providerId="ADAL" clId="{9555FC65-5A8C-4EE8-9D5B-8283D7A0923C}" dt="2026-02-03T05:07:20.364" v="49905" actId="478"/>
          <ac:spMkLst>
            <pc:docMk/>
            <pc:sldMk cId="2261952049" sldId="261"/>
            <ac:spMk id="546" creationId="{7F401B3D-94C0-7EFD-79F7-8C3D3CA6F7C3}"/>
          </ac:spMkLst>
        </pc:spChg>
        <pc:spChg chg="del mod">
          <ac:chgData name="Freda Shi" userId="e3bafef1-15f2-4eeb-acbe-fa674bab7991" providerId="ADAL" clId="{9555FC65-5A8C-4EE8-9D5B-8283D7A0923C}" dt="2026-02-03T05:07:20.364" v="49904" actId="478"/>
          <ac:spMkLst>
            <pc:docMk/>
            <pc:sldMk cId="2261952049" sldId="261"/>
            <ac:spMk id="547" creationId="{2B6A48A2-657A-5F9E-FD5E-8D8B694C96BA}"/>
          </ac:spMkLst>
        </pc:spChg>
        <pc:spChg chg="del mod">
          <ac:chgData name="Freda Shi" userId="e3bafef1-15f2-4eeb-acbe-fa674bab7991" providerId="ADAL" clId="{9555FC65-5A8C-4EE8-9D5B-8283D7A0923C}" dt="2026-02-03T05:07:20.364" v="49903" actId="478"/>
          <ac:spMkLst>
            <pc:docMk/>
            <pc:sldMk cId="2261952049" sldId="261"/>
            <ac:spMk id="548" creationId="{A2664E66-9C67-6739-71EA-EB555F4C7503}"/>
          </ac:spMkLst>
        </pc:spChg>
        <pc:spChg chg="del mod">
          <ac:chgData name="Freda Shi" userId="e3bafef1-15f2-4eeb-acbe-fa674bab7991" providerId="ADAL" clId="{9555FC65-5A8C-4EE8-9D5B-8283D7A0923C}" dt="2026-02-03T05:07:20.364" v="49902" actId="478"/>
          <ac:spMkLst>
            <pc:docMk/>
            <pc:sldMk cId="2261952049" sldId="261"/>
            <ac:spMk id="549" creationId="{0B99DF0F-F18B-49D1-F045-CA6F6BE543CB}"/>
          </ac:spMkLst>
        </pc:spChg>
        <pc:spChg chg="del mod">
          <ac:chgData name="Freda Shi" userId="e3bafef1-15f2-4eeb-acbe-fa674bab7991" providerId="ADAL" clId="{9555FC65-5A8C-4EE8-9D5B-8283D7A0923C}" dt="2026-02-03T05:07:20.364" v="49901" actId="478"/>
          <ac:spMkLst>
            <pc:docMk/>
            <pc:sldMk cId="2261952049" sldId="261"/>
            <ac:spMk id="550" creationId="{57D19723-B6FC-62DB-2CE7-102E97A51357}"/>
          </ac:spMkLst>
        </pc:spChg>
        <pc:spChg chg="del mod">
          <ac:chgData name="Freda Shi" userId="e3bafef1-15f2-4eeb-acbe-fa674bab7991" providerId="ADAL" clId="{9555FC65-5A8C-4EE8-9D5B-8283D7A0923C}" dt="2026-02-03T05:07:20.364" v="49900" actId="478"/>
          <ac:spMkLst>
            <pc:docMk/>
            <pc:sldMk cId="2261952049" sldId="261"/>
            <ac:spMk id="551" creationId="{9A4CCE95-DA2D-4188-A73D-2AB371A1338A}"/>
          </ac:spMkLst>
        </pc:spChg>
        <pc:spChg chg="del mod">
          <ac:chgData name="Freda Shi" userId="e3bafef1-15f2-4eeb-acbe-fa674bab7991" providerId="ADAL" clId="{9555FC65-5A8C-4EE8-9D5B-8283D7A0923C}" dt="2026-02-03T05:07:20.364" v="49899" actId="478"/>
          <ac:spMkLst>
            <pc:docMk/>
            <pc:sldMk cId="2261952049" sldId="261"/>
            <ac:spMk id="552" creationId="{F99E6ACA-86BD-004D-6875-29AE20DF572B}"/>
          </ac:spMkLst>
        </pc:spChg>
        <pc:spChg chg="del mod">
          <ac:chgData name="Freda Shi" userId="e3bafef1-15f2-4eeb-acbe-fa674bab7991" providerId="ADAL" clId="{9555FC65-5A8C-4EE8-9D5B-8283D7A0923C}" dt="2026-02-03T05:07:20.364" v="49898" actId="478"/>
          <ac:spMkLst>
            <pc:docMk/>
            <pc:sldMk cId="2261952049" sldId="261"/>
            <ac:spMk id="553" creationId="{3F7017D3-E569-0CDA-988B-25E385FB7B42}"/>
          </ac:spMkLst>
        </pc:spChg>
        <pc:spChg chg="del mod">
          <ac:chgData name="Freda Shi" userId="e3bafef1-15f2-4eeb-acbe-fa674bab7991" providerId="ADAL" clId="{9555FC65-5A8C-4EE8-9D5B-8283D7A0923C}" dt="2026-02-03T05:07:20.364" v="49897" actId="478"/>
          <ac:spMkLst>
            <pc:docMk/>
            <pc:sldMk cId="2261952049" sldId="261"/>
            <ac:spMk id="554" creationId="{2B72C066-5EEF-416C-B9EF-DB1DDFCC2DC4}"/>
          </ac:spMkLst>
        </pc:spChg>
        <pc:spChg chg="del mod">
          <ac:chgData name="Freda Shi" userId="e3bafef1-15f2-4eeb-acbe-fa674bab7991" providerId="ADAL" clId="{9555FC65-5A8C-4EE8-9D5B-8283D7A0923C}" dt="2026-02-03T05:07:20.364" v="49896" actId="478"/>
          <ac:spMkLst>
            <pc:docMk/>
            <pc:sldMk cId="2261952049" sldId="261"/>
            <ac:spMk id="555" creationId="{799311AC-4F55-7792-B50B-19E8773F7A13}"/>
          </ac:spMkLst>
        </pc:spChg>
        <pc:spChg chg="del mod">
          <ac:chgData name="Freda Shi" userId="e3bafef1-15f2-4eeb-acbe-fa674bab7991" providerId="ADAL" clId="{9555FC65-5A8C-4EE8-9D5B-8283D7A0923C}" dt="2026-02-03T05:07:20.364" v="49895" actId="478"/>
          <ac:spMkLst>
            <pc:docMk/>
            <pc:sldMk cId="2261952049" sldId="261"/>
            <ac:spMk id="556" creationId="{220E05BD-DFBB-6745-921B-4DEC05465721}"/>
          </ac:spMkLst>
        </pc:spChg>
        <pc:spChg chg="del mod">
          <ac:chgData name="Freda Shi" userId="e3bafef1-15f2-4eeb-acbe-fa674bab7991" providerId="ADAL" clId="{9555FC65-5A8C-4EE8-9D5B-8283D7A0923C}" dt="2026-02-03T05:07:20.364" v="49894" actId="478"/>
          <ac:spMkLst>
            <pc:docMk/>
            <pc:sldMk cId="2261952049" sldId="261"/>
            <ac:spMk id="557" creationId="{6018518E-4B27-B5C8-A875-0A469F4ADA3F}"/>
          </ac:spMkLst>
        </pc:spChg>
        <pc:spChg chg="del mod">
          <ac:chgData name="Freda Shi" userId="e3bafef1-15f2-4eeb-acbe-fa674bab7991" providerId="ADAL" clId="{9555FC65-5A8C-4EE8-9D5B-8283D7A0923C}" dt="2026-02-03T05:07:20.364" v="49893" actId="478"/>
          <ac:spMkLst>
            <pc:docMk/>
            <pc:sldMk cId="2261952049" sldId="261"/>
            <ac:spMk id="558" creationId="{062E5FD7-66B6-CC34-69DB-FEA7CF3BE1A4}"/>
          </ac:spMkLst>
        </pc:spChg>
        <pc:spChg chg="del mod">
          <ac:chgData name="Freda Shi" userId="e3bafef1-15f2-4eeb-acbe-fa674bab7991" providerId="ADAL" clId="{9555FC65-5A8C-4EE8-9D5B-8283D7A0923C}" dt="2026-02-03T05:07:20.364" v="49892" actId="478"/>
          <ac:spMkLst>
            <pc:docMk/>
            <pc:sldMk cId="2261952049" sldId="261"/>
            <ac:spMk id="559" creationId="{9F0D5C0D-D509-A77D-36D1-7514F1E9C3DE}"/>
          </ac:spMkLst>
        </pc:spChg>
        <pc:spChg chg="del mod">
          <ac:chgData name="Freda Shi" userId="e3bafef1-15f2-4eeb-acbe-fa674bab7991" providerId="ADAL" clId="{9555FC65-5A8C-4EE8-9D5B-8283D7A0923C}" dt="2026-02-03T05:07:20.364" v="49891" actId="478"/>
          <ac:spMkLst>
            <pc:docMk/>
            <pc:sldMk cId="2261952049" sldId="261"/>
            <ac:spMk id="560" creationId="{F8430744-1A3F-8C2D-D0C3-330559EB903E}"/>
          </ac:spMkLst>
        </pc:spChg>
        <pc:spChg chg="del mod">
          <ac:chgData name="Freda Shi" userId="e3bafef1-15f2-4eeb-acbe-fa674bab7991" providerId="ADAL" clId="{9555FC65-5A8C-4EE8-9D5B-8283D7A0923C}" dt="2026-02-03T05:07:20.364" v="49890" actId="478"/>
          <ac:spMkLst>
            <pc:docMk/>
            <pc:sldMk cId="2261952049" sldId="261"/>
            <ac:spMk id="561" creationId="{CE778EC5-6F45-0A8A-740E-2ACEB6E78D59}"/>
          </ac:spMkLst>
        </pc:spChg>
        <pc:spChg chg="del mod">
          <ac:chgData name="Freda Shi" userId="e3bafef1-15f2-4eeb-acbe-fa674bab7991" providerId="ADAL" clId="{9555FC65-5A8C-4EE8-9D5B-8283D7A0923C}" dt="2026-02-03T05:07:20.364" v="49889" actId="478"/>
          <ac:spMkLst>
            <pc:docMk/>
            <pc:sldMk cId="2261952049" sldId="261"/>
            <ac:spMk id="562" creationId="{ED1130F8-57FD-89E4-AA86-5622A030EE91}"/>
          </ac:spMkLst>
        </pc:spChg>
        <pc:spChg chg="del mod">
          <ac:chgData name="Freda Shi" userId="e3bafef1-15f2-4eeb-acbe-fa674bab7991" providerId="ADAL" clId="{9555FC65-5A8C-4EE8-9D5B-8283D7A0923C}" dt="2026-02-03T05:07:20.360" v="49888" actId="478"/>
          <ac:spMkLst>
            <pc:docMk/>
            <pc:sldMk cId="2261952049" sldId="261"/>
            <ac:spMk id="563" creationId="{7E9D0E1F-88DA-EE81-F220-B1B05479CE1D}"/>
          </ac:spMkLst>
        </pc:spChg>
        <pc:spChg chg="del mod">
          <ac:chgData name="Freda Shi" userId="e3bafef1-15f2-4eeb-acbe-fa674bab7991" providerId="ADAL" clId="{9555FC65-5A8C-4EE8-9D5B-8283D7A0923C}" dt="2026-02-03T05:07:20.360" v="49887" actId="478"/>
          <ac:spMkLst>
            <pc:docMk/>
            <pc:sldMk cId="2261952049" sldId="261"/>
            <ac:spMk id="564" creationId="{1FD42037-39B1-5399-0F90-2BE0014E4380}"/>
          </ac:spMkLst>
        </pc:spChg>
        <pc:spChg chg="del mod">
          <ac:chgData name="Freda Shi" userId="e3bafef1-15f2-4eeb-acbe-fa674bab7991" providerId="ADAL" clId="{9555FC65-5A8C-4EE8-9D5B-8283D7A0923C}" dt="2026-02-03T05:07:20.360" v="49886" actId="478"/>
          <ac:spMkLst>
            <pc:docMk/>
            <pc:sldMk cId="2261952049" sldId="261"/>
            <ac:spMk id="565" creationId="{4099F58B-16F8-0050-CCD0-3887BC8E06AC}"/>
          </ac:spMkLst>
        </pc:spChg>
        <pc:spChg chg="del mod">
          <ac:chgData name="Freda Shi" userId="e3bafef1-15f2-4eeb-acbe-fa674bab7991" providerId="ADAL" clId="{9555FC65-5A8C-4EE8-9D5B-8283D7A0923C}" dt="2026-02-03T05:07:20.360" v="49885" actId="478"/>
          <ac:spMkLst>
            <pc:docMk/>
            <pc:sldMk cId="2261952049" sldId="261"/>
            <ac:spMk id="566" creationId="{4445161A-DFBD-1A9F-1F08-7FA0719DFEB0}"/>
          </ac:spMkLst>
        </pc:spChg>
        <pc:spChg chg="del mod">
          <ac:chgData name="Freda Shi" userId="e3bafef1-15f2-4eeb-acbe-fa674bab7991" providerId="ADAL" clId="{9555FC65-5A8C-4EE8-9D5B-8283D7A0923C}" dt="2026-02-03T05:07:20.360" v="49884" actId="478"/>
          <ac:spMkLst>
            <pc:docMk/>
            <pc:sldMk cId="2261952049" sldId="261"/>
            <ac:spMk id="567" creationId="{790DA29B-146C-76D0-AFFA-0854AA2CC343}"/>
          </ac:spMkLst>
        </pc:spChg>
        <pc:spChg chg="del mod">
          <ac:chgData name="Freda Shi" userId="e3bafef1-15f2-4eeb-acbe-fa674bab7991" providerId="ADAL" clId="{9555FC65-5A8C-4EE8-9D5B-8283D7A0923C}" dt="2026-02-03T05:07:20.360" v="49883" actId="478"/>
          <ac:spMkLst>
            <pc:docMk/>
            <pc:sldMk cId="2261952049" sldId="261"/>
            <ac:spMk id="568" creationId="{291AF683-4F12-15DE-4840-4A8979851657}"/>
          </ac:spMkLst>
        </pc:spChg>
        <pc:spChg chg="del mod">
          <ac:chgData name="Freda Shi" userId="e3bafef1-15f2-4eeb-acbe-fa674bab7991" providerId="ADAL" clId="{9555FC65-5A8C-4EE8-9D5B-8283D7A0923C}" dt="2026-02-03T05:07:20.349" v="49882" actId="478"/>
          <ac:spMkLst>
            <pc:docMk/>
            <pc:sldMk cId="2261952049" sldId="261"/>
            <ac:spMk id="569" creationId="{73335329-1EC2-4D4A-8A83-03BB38328FB5}"/>
          </ac:spMkLst>
        </pc:spChg>
        <pc:spChg chg="del mod">
          <ac:chgData name="Freda Shi" userId="e3bafef1-15f2-4eeb-acbe-fa674bab7991" providerId="ADAL" clId="{9555FC65-5A8C-4EE8-9D5B-8283D7A0923C}" dt="2026-02-03T05:07:20.349" v="49881" actId="478"/>
          <ac:spMkLst>
            <pc:docMk/>
            <pc:sldMk cId="2261952049" sldId="261"/>
            <ac:spMk id="570" creationId="{54A580F0-ABA3-E7DB-CC05-A3F753211A73}"/>
          </ac:spMkLst>
        </pc:spChg>
        <pc:spChg chg="del mod">
          <ac:chgData name="Freda Shi" userId="e3bafef1-15f2-4eeb-acbe-fa674bab7991" providerId="ADAL" clId="{9555FC65-5A8C-4EE8-9D5B-8283D7A0923C}" dt="2026-02-03T05:07:20.349" v="49880" actId="478"/>
          <ac:spMkLst>
            <pc:docMk/>
            <pc:sldMk cId="2261952049" sldId="261"/>
            <ac:spMk id="571" creationId="{E07BFD15-23D3-8325-E5B2-B3DD3BE85A7D}"/>
          </ac:spMkLst>
        </pc:spChg>
        <pc:spChg chg="del mod">
          <ac:chgData name="Freda Shi" userId="e3bafef1-15f2-4eeb-acbe-fa674bab7991" providerId="ADAL" clId="{9555FC65-5A8C-4EE8-9D5B-8283D7A0923C}" dt="2026-02-03T05:07:20.349" v="49879" actId="478"/>
          <ac:spMkLst>
            <pc:docMk/>
            <pc:sldMk cId="2261952049" sldId="261"/>
            <ac:spMk id="572" creationId="{C5C91FA1-29D6-618D-8503-9A6885933440}"/>
          </ac:spMkLst>
        </pc:spChg>
        <pc:spChg chg="del mod">
          <ac:chgData name="Freda Shi" userId="e3bafef1-15f2-4eeb-acbe-fa674bab7991" providerId="ADAL" clId="{9555FC65-5A8C-4EE8-9D5B-8283D7A0923C}" dt="2026-02-03T05:07:20.349" v="49878" actId="478"/>
          <ac:spMkLst>
            <pc:docMk/>
            <pc:sldMk cId="2261952049" sldId="261"/>
            <ac:spMk id="573" creationId="{77C62086-1FE6-6767-02E3-3084BDF6CF59}"/>
          </ac:spMkLst>
        </pc:spChg>
        <pc:spChg chg="del mod">
          <ac:chgData name="Freda Shi" userId="e3bafef1-15f2-4eeb-acbe-fa674bab7991" providerId="ADAL" clId="{9555FC65-5A8C-4EE8-9D5B-8283D7A0923C}" dt="2026-02-03T05:07:20.349" v="49877" actId="478"/>
          <ac:spMkLst>
            <pc:docMk/>
            <pc:sldMk cId="2261952049" sldId="261"/>
            <ac:spMk id="574" creationId="{50946E75-0DA2-48FA-4C5D-5A69F08D5399}"/>
          </ac:spMkLst>
        </pc:spChg>
        <pc:spChg chg="del mod">
          <ac:chgData name="Freda Shi" userId="e3bafef1-15f2-4eeb-acbe-fa674bab7991" providerId="ADAL" clId="{9555FC65-5A8C-4EE8-9D5B-8283D7A0923C}" dt="2026-02-03T05:07:20.349" v="49876" actId="478"/>
          <ac:spMkLst>
            <pc:docMk/>
            <pc:sldMk cId="2261952049" sldId="261"/>
            <ac:spMk id="575" creationId="{14A445D0-7D6F-A875-A079-68B21A16B450}"/>
          </ac:spMkLst>
        </pc:spChg>
        <pc:spChg chg="del mod">
          <ac:chgData name="Freda Shi" userId="e3bafef1-15f2-4eeb-acbe-fa674bab7991" providerId="ADAL" clId="{9555FC65-5A8C-4EE8-9D5B-8283D7A0923C}" dt="2026-02-03T05:07:20.349" v="49875" actId="478"/>
          <ac:spMkLst>
            <pc:docMk/>
            <pc:sldMk cId="2261952049" sldId="261"/>
            <ac:spMk id="576" creationId="{04FB04FB-77B9-B5BC-2B64-E1CC8F422749}"/>
          </ac:spMkLst>
        </pc:spChg>
        <pc:spChg chg="del mod">
          <ac:chgData name="Freda Shi" userId="e3bafef1-15f2-4eeb-acbe-fa674bab7991" providerId="ADAL" clId="{9555FC65-5A8C-4EE8-9D5B-8283D7A0923C}" dt="2026-02-03T05:07:20.349" v="49874" actId="478"/>
          <ac:spMkLst>
            <pc:docMk/>
            <pc:sldMk cId="2261952049" sldId="261"/>
            <ac:spMk id="577" creationId="{50B49065-2A3A-AE0B-24D2-8AA4041EE4CC}"/>
          </ac:spMkLst>
        </pc:spChg>
        <pc:spChg chg="del mod">
          <ac:chgData name="Freda Shi" userId="e3bafef1-15f2-4eeb-acbe-fa674bab7991" providerId="ADAL" clId="{9555FC65-5A8C-4EE8-9D5B-8283D7A0923C}" dt="2026-02-03T05:07:20.349" v="49873" actId="478"/>
          <ac:spMkLst>
            <pc:docMk/>
            <pc:sldMk cId="2261952049" sldId="261"/>
            <ac:spMk id="578" creationId="{1AD758DA-91AD-D249-DDED-C2A605B30F1A}"/>
          </ac:spMkLst>
        </pc:spChg>
        <pc:spChg chg="del mod">
          <ac:chgData name="Freda Shi" userId="e3bafef1-15f2-4eeb-acbe-fa674bab7991" providerId="ADAL" clId="{9555FC65-5A8C-4EE8-9D5B-8283D7A0923C}" dt="2026-02-03T05:07:20.349" v="49872" actId="478"/>
          <ac:spMkLst>
            <pc:docMk/>
            <pc:sldMk cId="2261952049" sldId="261"/>
            <ac:spMk id="579" creationId="{94F5327F-3088-41CA-6B8A-C30C2042DB3A}"/>
          </ac:spMkLst>
        </pc:spChg>
        <pc:spChg chg="del mod">
          <ac:chgData name="Freda Shi" userId="e3bafef1-15f2-4eeb-acbe-fa674bab7991" providerId="ADAL" clId="{9555FC65-5A8C-4EE8-9D5B-8283D7A0923C}" dt="2026-02-03T05:07:20.349" v="49871" actId="478"/>
          <ac:spMkLst>
            <pc:docMk/>
            <pc:sldMk cId="2261952049" sldId="261"/>
            <ac:spMk id="580" creationId="{F414A4FB-EAD3-C7FC-55AD-8E514AEB0BCC}"/>
          </ac:spMkLst>
        </pc:spChg>
        <pc:spChg chg="del mod">
          <ac:chgData name="Freda Shi" userId="e3bafef1-15f2-4eeb-acbe-fa674bab7991" providerId="ADAL" clId="{9555FC65-5A8C-4EE8-9D5B-8283D7A0923C}" dt="2026-02-03T05:07:20.349" v="49870" actId="478"/>
          <ac:spMkLst>
            <pc:docMk/>
            <pc:sldMk cId="2261952049" sldId="261"/>
            <ac:spMk id="581" creationId="{B2E49312-1492-FE9C-DA44-37640D85D15A}"/>
          </ac:spMkLst>
        </pc:spChg>
        <pc:spChg chg="del mod">
          <ac:chgData name="Freda Shi" userId="e3bafef1-15f2-4eeb-acbe-fa674bab7991" providerId="ADAL" clId="{9555FC65-5A8C-4EE8-9D5B-8283D7A0923C}" dt="2026-02-03T05:07:20.349" v="49869" actId="478"/>
          <ac:spMkLst>
            <pc:docMk/>
            <pc:sldMk cId="2261952049" sldId="261"/>
            <ac:spMk id="582" creationId="{9F7759ED-9129-14FB-1F25-B14DE43EDCDD}"/>
          </ac:spMkLst>
        </pc:spChg>
        <pc:spChg chg="del mod">
          <ac:chgData name="Freda Shi" userId="e3bafef1-15f2-4eeb-acbe-fa674bab7991" providerId="ADAL" clId="{9555FC65-5A8C-4EE8-9D5B-8283D7A0923C}" dt="2026-02-03T05:07:20.349" v="49868" actId="478"/>
          <ac:spMkLst>
            <pc:docMk/>
            <pc:sldMk cId="2261952049" sldId="261"/>
            <ac:spMk id="583" creationId="{FE781AEC-2D0C-B83B-7DF7-9BDCB0ED6C43}"/>
          </ac:spMkLst>
        </pc:spChg>
        <pc:spChg chg="del mod">
          <ac:chgData name="Freda Shi" userId="e3bafef1-15f2-4eeb-acbe-fa674bab7991" providerId="ADAL" clId="{9555FC65-5A8C-4EE8-9D5B-8283D7A0923C}" dt="2026-02-03T05:07:20.335" v="49867" actId="478"/>
          <ac:spMkLst>
            <pc:docMk/>
            <pc:sldMk cId="2261952049" sldId="261"/>
            <ac:spMk id="584" creationId="{922C45E7-4BA7-BE64-C009-F38D1EEAE019}"/>
          </ac:spMkLst>
        </pc:spChg>
        <pc:spChg chg="del mod">
          <ac:chgData name="Freda Shi" userId="e3bafef1-15f2-4eeb-acbe-fa674bab7991" providerId="ADAL" clId="{9555FC65-5A8C-4EE8-9D5B-8283D7A0923C}" dt="2026-02-03T05:07:20.335" v="49866" actId="478"/>
          <ac:spMkLst>
            <pc:docMk/>
            <pc:sldMk cId="2261952049" sldId="261"/>
            <ac:spMk id="585" creationId="{D9AE08F3-282D-6FA2-6F5A-305E900972B8}"/>
          </ac:spMkLst>
        </pc:spChg>
        <pc:spChg chg="del mod">
          <ac:chgData name="Freda Shi" userId="e3bafef1-15f2-4eeb-acbe-fa674bab7991" providerId="ADAL" clId="{9555FC65-5A8C-4EE8-9D5B-8283D7A0923C}" dt="2026-02-03T05:07:20.335" v="49865" actId="478"/>
          <ac:spMkLst>
            <pc:docMk/>
            <pc:sldMk cId="2261952049" sldId="261"/>
            <ac:spMk id="586" creationId="{6FB87118-2183-12D9-A0DE-5862E970FF70}"/>
          </ac:spMkLst>
        </pc:spChg>
        <pc:spChg chg="del mod">
          <ac:chgData name="Freda Shi" userId="e3bafef1-15f2-4eeb-acbe-fa674bab7991" providerId="ADAL" clId="{9555FC65-5A8C-4EE8-9D5B-8283D7A0923C}" dt="2026-02-03T05:07:20.335" v="49864" actId="478"/>
          <ac:spMkLst>
            <pc:docMk/>
            <pc:sldMk cId="2261952049" sldId="261"/>
            <ac:spMk id="587" creationId="{61EA8472-007D-A3C8-4ABC-499A25C0AAF0}"/>
          </ac:spMkLst>
        </pc:spChg>
        <pc:spChg chg="del mod">
          <ac:chgData name="Freda Shi" userId="e3bafef1-15f2-4eeb-acbe-fa674bab7991" providerId="ADAL" clId="{9555FC65-5A8C-4EE8-9D5B-8283D7A0923C}" dt="2026-02-03T05:07:20.335" v="49863" actId="478"/>
          <ac:spMkLst>
            <pc:docMk/>
            <pc:sldMk cId="2261952049" sldId="261"/>
            <ac:spMk id="588" creationId="{23BD079D-F348-E8DC-6697-63C2C5B9D61A}"/>
          </ac:spMkLst>
        </pc:spChg>
        <pc:spChg chg="del mod">
          <ac:chgData name="Freda Shi" userId="e3bafef1-15f2-4eeb-acbe-fa674bab7991" providerId="ADAL" clId="{9555FC65-5A8C-4EE8-9D5B-8283D7A0923C}" dt="2026-02-03T05:07:20.335" v="49862" actId="478"/>
          <ac:spMkLst>
            <pc:docMk/>
            <pc:sldMk cId="2261952049" sldId="261"/>
            <ac:spMk id="589" creationId="{75154F81-4AA8-7E29-14D3-4DA0F30ACD06}"/>
          </ac:spMkLst>
        </pc:spChg>
        <pc:spChg chg="del mod">
          <ac:chgData name="Freda Shi" userId="e3bafef1-15f2-4eeb-acbe-fa674bab7991" providerId="ADAL" clId="{9555FC65-5A8C-4EE8-9D5B-8283D7A0923C}" dt="2026-02-03T05:07:20.335" v="49861" actId="478"/>
          <ac:spMkLst>
            <pc:docMk/>
            <pc:sldMk cId="2261952049" sldId="261"/>
            <ac:spMk id="590" creationId="{7E8ADC96-0E49-129C-5024-B807C5407E74}"/>
          </ac:spMkLst>
        </pc:spChg>
        <pc:spChg chg="del mod">
          <ac:chgData name="Freda Shi" userId="e3bafef1-15f2-4eeb-acbe-fa674bab7991" providerId="ADAL" clId="{9555FC65-5A8C-4EE8-9D5B-8283D7A0923C}" dt="2026-02-03T05:07:20.335" v="49860" actId="478"/>
          <ac:spMkLst>
            <pc:docMk/>
            <pc:sldMk cId="2261952049" sldId="261"/>
            <ac:spMk id="591" creationId="{CB47D195-BF4D-2523-5607-CCF650AE18DB}"/>
          </ac:spMkLst>
        </pc:spChg>
        <pc:spChg chg="del mod">
          <ac:chgData name="Freda Shi" userId="e3bafef1-15f2-4eeb-acbe-fa674bab7991" providerId="ADAL" clId="{9555FC65-5A8C-4EE8-9D5B-8283D7A0923C}" dt="2026-02-03T05:07:20.335" v="49859" actId="478"/>
          <ac:spMkLst>
            <pc:docMk/>
            <pc:sldMk cId="2261952049" sldId="261"/>
            <ac:spMk id="592" creationId="{FA678141-AB1F-F034-5ACA-D75415021964}"/>
          </ac:spMkLst>
        </pc:spChg>
        <pc:spChg chg="del mod">
          <ac:chgData name="Freda Shi" userId="e3bafef1-15f2-4eeb-acbe-fa674bab7991" providerId="ADAL" clId="{9555FC65-5A8C-4EE8-9D5B-8283D7A0923C}" dt="2026-02-03T05:07:20.335" v="49858" actId="478"/>
          <ac:spMkLst>
            <pc:docMk/>
            <pc:sldMk cId="2261952049" sldId="261"/>
            <ac:spMk id="593" creationId="{4321AFBB-F50D-D53C-6A9F-A4EB6E55C9DF}"/>
          </ac:spMkLst>
        </pc:spChg>
        <pc:spChg chg="del mod">
          <ac:chgData name="Freda Shi" userId="e3bafef1-15f2-4eeb-acbe-fa674bab7991" providerId="ADAL" clId="{9555FC65-5A8C-4EE8-9D5B-8283D7A0923C}" dt="2026-02-03T05:07:20.335" v="49857" actId="478"/>
          <ac:spMkLst>
            <pc:docMk/>
            <pc:sldMk cId="2261952049" sldId="261"/>
            <ac:spMk id="594" creationId="{EC6DFD6F-2B56-F2C5-0229-4BCCE5DEC90F}"/>
          </ac:spMkLst>
        </pc:spChg>
        <pc:spChg chg="del mod">
          <ac:chgData name="Freda Shi" userId="e3bafef1-15f2-4eeb-acbe-fa674bab7991" providerId="ADAL" clId="{9555FC65-5A8C-4EE8-9D5B-8283D7A0923C}" dt="2026-02-03T05:07:20.335" v="49856" actId="478"/>
          <ac:spMkLst>
            <pc:docMk/>
            <pc:sldMk cId="2261952049" sldId="261"/>
            <ac:spMk id="595" creationId="{A04B83CC-8CC0-FA7F-67B8-A2BCE1D696CC}"/>
          </ac:spMkLst>
        </pc:spChg>
        <pc:spChg chg="del mod">
          <ac:chgData name="Freda Shi" userId="e3bafef1-15f2-4eeb-acbe-fa674bab7991" providerId="ADAL" clId="{9555FC65-5A8C-4EE8-9D5B-8283D7A0923C}" dt="2026-02-03T05:07:20.335" v="49855" actId="478"/>
          <ac:spMkLst>
            <pc:docMk/>
            <pc:sldMk cId="2261952049" sldId="261"/>
            <ac:spMk id="596" creationId="{236448A8-135C-3D0B-77A1-E66B08F402A5}"/>
          </ac:spMkLst>
        </pc:spChg>
        <pc:spChg chg="del mod">
          <ac:chgData name="Freda Shi" userId="e3bafef1-15f2-4eeb-acbe-fa674bab7991" providerId="ADAL" clId="{9555FC65-5A8C-4EE8-9D5B-8283D7A0923C}" dt="2026-02-03T05:07:20.335" v="49854" actId="478"/>
          <ac:spMkLst>
            <pc:docMk/>
            <pc:sldMk cId="2261952049" sldId="261"/>
            <ac:spMk id="597" creationId="{AB7C898C-1C40-115E-B730-F30A03A9E307}"/>
          </ac:spMkLst>
        </pc:spChg>
        <pc:spChg chg="del mod">
          <ac:chgData name="Freda Shi" userId="e3bafef1-15f2-4eeb-acbe-fa674bab7991" providerId="ADAL" clId="{9555FC65-5A8C-4EE8-9D5B-8283D7A0923C}" dt="2026-02-03T05:07:20.335" v="49853" actId="478"/>
          <ac:spMkLst>
            <pc:docMk/>
            <pc:sldMk cId="2261952049" sldId="261"/>
            <ac:spMk id="598" creationId="{348FA8E7-0B47-DE4E-A09E-3190E3C29491}"/>
          </ac:spMkLst>
        </pc:spChg>
        <pc:spChg chg="del mod">
          <ac:chgData name="Freda Shi" userId="e3bafef1-15f2-4eeb-acbe-fa674bab7991" providerId="ADAL" clId="{9555FC65-5A8C-4EE8-9D5B-8283D7A0923C}" dt="2026-02-03T05:07:20.335" v="49852" actId="478"/>
          <ac:spMkLst>
            <pc:docMk/>
            <pc:sldMk cId="2261952049" sldId="261"/>
            <ac:spMk id="599" creationId="{5CECA007-F97E-B076-FB6D-DD8A730A3E6D}"/>
          </ac:spMkLst>
        </pc:spChg>
        <pc:spChg chg="del mod">
          <ac:chgData name="Freda Shi" userId="e3bafef1-15f2-4eeb-acbe-fa674bab7991" providerId="ADAL" clId="{9555FC65-5A8C-4EE8-9D5B-8283D7A0923C}" dt="2026-02-03T05:07:20.333" v="49851" actId="478"/>
          <ac:spMkLst>
            <pc:docMk/>
            <pc:sldMk cId="2261952049" sldId="261"/>
            <ac:spMk id="600" creationId="{3B8F47DC-A571-C4AE-8B3F-BFFCD98B66EA}"/>
          </ac:spMkLst>
        </pc:spChg>
        <pc:spChg chg="del mod">
          <ac:chgData name="Freda Shi" userId="e3bafef1-15f2-4eeb-acbe-fa674bab7991" providerId="ADAL" clId="{9555FC65-5A8C-4EE8-9D5B-8283D7A0923C}" dt="2026-02-03T05:07:20.333" v="49850" actId="478"/>
          <ac:spMkLst>
            <pc:docMk/>
            <pc:sldMk cId="2261952049" sldId="261"/>
            <ac:spMk id="601" creationId="{B9464D17-ED79-3167-9669-DC9468EA06CA}"/>
          </ac:spMkLst>
        </pc:spChg>
        <pc:spChg chg="del mod">
          <ac:chgData name="Freda Shi" userId="e3bafef1-15f2-4eeb-acbe-fa674bab7991" providerId="ADAL" clId="{9555FC65-5A8C-4EE8-9D5B-8283D7A0923C}" dt="2026-02-03T05:07:20.317" v="49849" actId="478"/>
          <ac:spMkLst>
            <pc:docMk/>
            <pc:sldMk cId="2261952049" sldId="261"/>
            <ac:spMk id="602" creationId="{A7E29DCF-B2DD-2667-0D1D-54349BF67A2C}"/>
          </ac:spMkLst>
        </pc:spChg>
        <pc:spChg chg="del mod">
          <ac:chgData name="Freda Shi" userId="e3bafef1-15f2-4eeb-acbe-fa674bab7991" providerId="ADAL" clId="{9555FC65-5A8C-4EE8-9D5B-8283D7A0923C}" dt="2026-02-03T05:07:20.317" v="49848" actId="478"/>
          <ac:spMkLst>
            <pc:docMk/>
            <pc:sldMk cId="2261952049" sldId="261"/>
            <ac:spMk id="603" creationId="{C08FFC60-91FA-F653-4722-B215B4CB2CB2}"/>
          </ac:spMkLst>
        </pc:spChg>
        <pc:spChg chg="del mod">
          <ac:chgData name="Freda Shi" userId="e3bafef1-15f2-4eeb-acbe-fa674bab7991" providerId="ADAL" clId="{9555FC65-5A8C-4EE8-9D5B-8283D7A0923C}" dt="2026-02-03T05:07:20.317" v="49847" actId="478"/>
          <ac:spMkLst>
            <pc:docMk/>
            <pc:sldMk cId="2261952049" sldId="261"/>
            <ac:spMk id="604" creationId="{09BE3A2C-3D34-5D3B-8C19-05F3ACF5FBCA}"/>
          </ac:spMkLst>
        </pc:spChg>
        <pc:spChg chg="del mod">
          <ac:chgData name="Freda Shi" userId="e3bafef1-15f2-4eeb-acbe-fa674bab7991" providerId="ADAL" clId="{9555FC65-5A8C-4EE8-9D5B-8283D7A0923C}" dt="2026-02-03T05:07:20.317" v="49846" actId="478"/>
          <ac:spMkLst>
            <pc:docMk/>
            <pc:sldMk cId="2261952049" sldId="261"/>
            <ac:spMk id="605" creationId="{51B77507-84B3-690E-67E2-B6EAE2433B16}"/>
          </ac:spMkLst>
        </pc:spChg>
        <pc:spChg chg="del mod">
          <ac:chgData name="Freda Shi" userId="e3bafef1-15f2-4eeb-acbe-fa674bab7991" providerId="ADAL" clId="{9555FC65-5A8C-4EE8-9D5B-8283D7A0923C}" dt="2026-02-03T05:07:20.317" v="49845" actId="478"/>
          <ac:spMkLst>
            <pc:docMk/>
            <pc:sldMk cId="2261952049" sldId="261"/>
            <ac:spMk id="606" creationId="{D2586F76-59CE-43A6-EC54-15B128EB9C10}"/>
          </ac:spMkLst>
        </pc:spChg>
        <pc:spChg chg="del mod">
          <ac:chgData name="Freda Shi" userId="e3bafef1-15f2-4eeb-acbe-fa674bab7991" providerId="ADAL" clId="{9555FC65-5A8C-4EE8-9D5B-8283D7A0923C}" dt="2026-02-03T05:07:20.317" v="49844" actId="478"/>
          <ac:spMkLst>
            <pc:docMk/>
            <pc:sldMk cId="2261952049" sldId="261"/>
            <ac:spMk id="607" creationId="{88DC4520-00B5-423B-C878-36B5CF21165D}"/>
          </ac:spMkLst>
        </pc:spChg>
        <pc:spChg chg="del mod">
          <ac:chgData name="Freda Shi" userId="e3bafef1-15f2-4eeb-acbe-fa674bab7991" providerId="ADAL" clId="{9555FC65-5A8C-4EE8-9D5B-8283D7A0923C}" dt="2026-02-03T05:07:20.317" v="49843" actId="478"/>
          <ac:spMkLst>
            <pc:docMk/>
            <pc:sldMk cId="2261952049" sldId="261"/>
            <ac:spMk id="608" creationId="{F9EECF38-0878-4D24-C536-D9E5CE80091A}"/>
          </ac:spMkLst>
        </pc:spChg>
        <pc:spChg chg="del mod">
          <ac:chgData name="Freda Shi" userId="e3bafef1-15f2-4eeb-acbe-fa674bab7991" providerId="ADAL" clId="{9555FC65-5A8C-4EE8-9D5B-8283D7A0923C}" dt="2026-02-03T05:07:20.317" v="49842" actId="478"/>
          <ac:spMkLst>
            <pc:docMk/>
            <pc:sldMk cId="2261952049" sldId="261"/>
            <ac:spMk id="609" creationId="{CB78AB88-56E9-3CB2-68F7-6502E46575DE}"/>
          </ac:spMkLst>
        </pc:spChg>
        <pc:spChg chg="del mod">
          <ac:chgData name="Freda Shi" userId="e3bafef1-15f2-4eeb-acbe-fa674bab7991" providerId="ADAL" clId="{9555FC65-5A8C-4EE8-9D5B-8283D7A0923C}" dt="2026-02-03T05:07:20.317" v="49841" actId="478"/>
          <ac:spMkLst>
            <pc:docMk/>
            <pc:sldMk cId="2261952049" sldId="261"/>
            <ac:spMk id="610" creationId="{84E5F902-8A97-785F-5609-56D8FE626C51}"/>
          </ac:spMkLst>
        </pc:spChg>
        <pc:spChg chg="del mod">
          <ac:chgData name="Freda Shi" userId="e3bafef1-15f2-4eeb-acbe-fa674bab7991" providerId="ADAL" clId="{9555FC65-5A8C-4EE8-9D5B-8283D7A0923C}" dt="2026-02-03T05:07:20.317" v="49840" actId="478"/>
          <ac:spMkLst>
            <pc:docMk/>
            <pc:sldMk cId="2261952049" sldId="261"/>
            <ac:spMk id="611" creationId="{F05EC925-CD3B-32F6-4457-723721D1B2F8}"/>
          </ac:spMkLst>
        </pc:spChg>
        <pc:spChg chg="del mod">
          <ac:chgData name="Freda Shi" userId="e3bafef1-15f2-4eeb-acbe-fa674bab7991" providerId="ADAL" clId="{9555FC65-5A8C-4EE8-9D5B-8283D7A0923C}" dt="2026-02-03T05:07:20.317" v="49839" actId="478"/>
          <ac:spMkLst>
            <pc:docMk/>
            <pc:sldMk cId="2261952049" sldId="261"/>
            <ac:spMk id="612" creationId="{C757F948-FA8D-DD91-1BCD-FED77EACF7C2}"/>
          </ac:spMkLst>
        </pc:spChg>
        <pc:spChg chg="del mod">
          <ac:chgData name="Freda Shi" userId="e3bafef1-15f2-4eeb-acbe-fa674bab7991" providerId="ADAL" clId="{9555FC65-5A8C-4EE8-9D5B-8283D7A0923C}" dt="2026-02-03T05:07:20.317" v="49838" actId="478"/>
          <ac:spMkLst>
            <pc:docMk/>
            <pc:sldMk cId="2261952049" sldId="261"/>
            <ac:spMk id="613" creationId="{67E7B94C-A256-9894-F00A-5B5734C73276}"/>
          </ac:spMkLst>
        </pc:spChg>
        <pc:spChg chg="del mod">
          <ac:chgData name="Freda Shi" userId="e3bafef1-15f2-4eeb-acbe-fa674bab7991" providerId="ADAL" clId="{9555FC65-5A8C-4EE8-9D5B-8283D7A0923C}" dt="2026-02-03T05:07:20.317" v="49837" actId="478"/>
          <ac:spMkLst>
            <pc:docMk/>
            <pc:sldMk cId="2261952049" sldId="261"/>
            <ac:spMk id="614" creationId="{3517EECA-41A0-D2D9-DA51-FF1AED7DE1D5}"/>
          </ac:spMkLst>
        </pc:spChg>
        <pc:spChg chg="del mod">
          <ac:chgData name="Freda Shi" userId="e3bafef1-15f2-4eeb-acbe-fa674bab7991" providerId="ADAL" clId="{9555FC65-5A8C-4EE8-9D5B-8283D7A0923C}" dt="2026-02-03T05:07:20.317" v="49836" actId="478"/>
          <ac:spMkLst>
            <pc:docMk/>
            <pc:sldMk cId="2261952049" sldId="261"/>
            <ac:spMk id="615" creationId="{35EC55F4-305D-A5F4-20E1-AA57D81E94BE}"/>
          </ac:spMkLst>
        </pc:spChg>
        <pc:spChg chg="del mod">
          <ac:chgData name="Freda Shi" userId="e3bafef1-15f2-4eeb-acbe-fa674bab7991" providerId="ADAL" clId="{9555FC65-5A8C-4EE8-9D5B-8283D7A0923C}" dt="2026-02-03T05:07:20.317" v="49835" actId="478"/>
          <ac:spMkLst>
            <pc:docMk/>
            <pc:sldMk cId="2261952049" sldId="261"/>
            <ac:spMk id="616" creationId="{52816014-7533-FED2-9901-92DA142AD80D}"/>
          </ac:spMkLst>
        </pc:spChg>
        <pc:spChg chg="del mod">
          <ac:chgData name="Freda Shi" userId="e3bafef1-15f2-4eeb-acbe-fa674bab7991" providerId="ADAL" clId="{9555FC65-5A8C-4EE8-9D5B-8283D7A0923C}" dt="2026-02-03T05:07:20.301" v="49834" actId="478"/>
          <ac:spMkLst>
            <pc:docMk/>
            <pc:sldMk cId="2261952049" sldId="261"/>
            <ac:spMk id="617" creationId="{3422A2C0-82C3-1E93-D6CE-C152E058CE04}"/>
          </ac:spMkLst>
        </pc:spChg>
        <pc:spChg chg="del mod">
          <ac:chgData name="Freda Shi" userId="e3bafef1-15f2-4eeb-acbe-fa674bab7991" providerId="ADAL" clId="{9555FC65-5A8C-4EE8-9D5B-8283D7A0923C}" dt="2026-02-03T05:07:20.301" v="49833" actId="478"/>
          <ac:spMkLst>
            <pc:docMk/>
            <pc:sldMk cId="2261952049" sldId="261"/>
            <ac:spMk id="618" creationId="{96EB9602-9BEC-3C75-37BA-B9AF7B5FB1A4}"/>
          </ac:spMkLst>
        </pc:spChg>
        <pc:spChg chg="del mod topLvl">
          <ac:chgData name="Freda Shi" userId="e3bafef1-15f2-4eeb-acbe-fa674bab7991" providerId="ADAL" clId="{9555FC65-5A8C-4EE8-9D5B-8283D7A0923C}" dt="2026-02-03T05:07:51.014" v="50195" actId="478"/>
          <ac:spMkLst>
            <pc:docMk/>
            <pc:sldMk cId="2261952049" sldId="261"/>
            <ac:spMk id="715" creationId="{92647082-78E1-47A8-9233-9611E09FA5C6}"/>
          </ac:spMkLst>
        </pc:spChg>
        <pc:spChg chg="del mod topLvl">
          <ac:chgData name="Freda Shi" userId="e3bafef1-15f2-4eeb-acbe-fa674bab7991" providerId="ADAL" clId="{9555FC65-5A8C-4EE8-9D5B-8283D7A0923C}" dt="2026-02-03T05:07:50.994" v="50145" actId="478"/>
          <ac:spMkLst>
            <pc:docMk/>
            <pc:sldMk cId="2261952049" sldId="261"/>
            <ac:spMk id="716" creationId="{F6DF64B0-2262-262D-6980-28F60FD5C50C}"/>
          </ac:spMkLst>
        </pc:spChg>
        <pc:spChg chg="del mod">
          <ac:chgData name="Freda Shi" userId="e3bafef1-15f2-4eeb-acbe-fa674bab7991" providerId="ADAL" clId="{9555FC65-5A8C-4EE8-9D5B-8283D7A0923C}" dt="2026-02-03T05:07:50.994" v="50144" actId="478"/>
          <ac:spMkLst>
            <pc:docMk/>
            <pc:sldMk cId="2261952049" sldId="261"/>
            <ac:spMk id="717" creationId="{5DAA6546-A316-4806-D052-14E2650CBCB5}"/>
          </ac:spMkLst>
        </pc:spChg>
        <pc:spChg chg="del mod">
          <ac:chgData name="Freda Shi" userId="e3bafef1-15f2-4eeb-acbe-fa674bab7991" providerId="ADAL" clId="{9555FC65-5A8C-4EE8-9D5B-8283D7A0923C}" dt="2026-02-03T05:07:50.994" v="50143" actId="478"/>
          <ac:spMkLst>
            <pc:docMk/>
            <pc:sldMk cId="2261952049" sldId="261"/>
            <ac:spMk id="718" creationId="{78B163A2-ABF7-E5DF-CD0B-0C5547B6B38F}"/>
          </ac:spMkLst>
        </pc:spChg>
        <pc:spChg chg="del mod">
          <ac:chgData name="Freda Shi" userId="e3bafef1-15f2-4eeb-acbe-fa674bab7991" providerId="ADAL" clId="{9555FC65-5A8C-4EE8-9D5B-8283D7A0923C}" dt="2026-02-03T05:07:50.994" v="50142" actId="478"/>
          <ac:spMkLst>
            <pc:docMk/>
            <pc:sldMk cId="2261952049" sldId="261"/>
            <ac:spMk id="719" creationId="{878A17A2-6922-1352-AF12-2A7C8156607A}"/>
          </ac:spMkLst>
        </pc:spChg>
        <pc:spChg chg="del mod">
          <ac:chgData name="Freda Shi" userId="e3bafef1-15f2-4eeb-acbe-fa674bab7991" providerId="ADAL" clId="{9555FC65-5A8C-4EE8-9D5B-8283D7A0923C}" dt="2026-02-03T05:07:50.994" v="50141" actId="478"/>
          <ac:spMkLst>
            <pc:docMk/>
            <pc:sldMk cId="2261952049" sldId="261"/>
            <ac:spMk id="720" creationId="{A5B87171-80AC-9966-78B1-38F060E12161}"/>
          </ac:spMkLst>
        </pc:spChg>
        <pc:spChg chg="del mod">
          <ac:chgData name="Freda Shi" userId="e3bafef1-15f2-4eeb-acbe-fa674bab7991" providerId="ADAL" clId="{9555FC65-5A8C-4EE8-9D5B-8283D7A0923C}" dt="2026-02-03T05:07:50.994" v="50140" actId="478"/>
          <ac:spMkLst>
            <pc:docMk/>
            <pc:sldMk cId="2261952049" sldId="261"/>
            <ac:spMk id="721" creationId="{0DDA0724-4DDA-0FCE-FB94-8809C04D62E9}"/>
          </ac:spMkLst>
        </pc:spChg>
        <pc:spChg chg="del mod">
          <ac:chgData name="Freda Shi" userId="e3bafef1-15f2-4eeb-acbe-fa674bab7991" providerId="ADAL" clId="{9555FC65-5A8C-4EE8-9D5B-8283D7A0923C}" dt="2026-02-03T05:07:50.994" v="50139" actId="478"/>
          <ac:spMkLst>
            <pc:docMk/>
            <pc:sldMk cId="2261952049" sldId="261"/>
            <ac:spMk id="722" creationId="{682AF763-0811-7EEA-7E96-FA4D0EC87C6B}"/>
          </ac:spMkLst>
        </pc:spChg>
        <pc:spChg chg="del mod">
          <ac:chgData name="Freda Shi" userId="e3bafef1-15f2-4eeb-acbe-fa674bab7991" providerId="ADAL" clId="{9555FC65-5A8C-4EE8-9D5B-8283D7A0923C}" dt="2026-02-03T05:07:50.994" v="50138" actId="478"/>
          <ac:spMkLst>
            <pc:docMk/>
            <pc:sldMk cId="2261952049" sldId="261"/>
            <ac:spMk id="723" creationId="{A64BED8B-BD42-9403-A9A3-F8A62C08748F}"/>
          </ac:spMkLst>
        </pc:spChg>
        <pc:spChg chg="del mod">
          <ac:chgData name="Freda Shi" userId="e3bafef1-15f2-4eeb-acbe-fa674bab7991" providerId="ADAL" clId="{9555FC65-5A8C-4EE8-9D5B-8283D7A0923C}" dt="2026-02-03T05:07:50.994" v="50137" actId="478"/>
          <ac:spMkLst>
            <pc:docMk/>
            <pc:sldMk cId="2261952049" sldId="261"/>
            <ac:spMk id="724" creationId="{1D0133C1-6403-C630-E8B5-C80382CCB508}"/>
          </ac:spMkLst>
        </pc:spChg>
        <pc:spChg chg="del mod">
          <ac:chgData name="Freda Shi" userId="e3bafef1-15f2-4eeb-acbe-fa674bab7991" providerId="ADAL" clId="{9555FC65-5A8C-4EE8-9D5B-8283D7A0923C}" dt="2026-02-03T05:07:50.994" v="50136" actId="478"/>
          <ac:spMkLst>
            <pc:docMk/>
            <pc:sldMk cId="2261952049" sldId="261"/>
            <ac:spMk id="725" creationId="{0781ED8D-5C86-DCD5-77A0-E8F4479252CB}"/>
          </ac:spMkLst>
        </pc:spChg>
        <pc:spChg chg="del mod">
          <ac:chgData name="Freda Shi" userId="e3bafef1-15f2-4eeb-acbe-fa674bab7991" providerId="ADAL" clId="{9555FC65-5A8C-4EE8-9D5B-8283D7A0923C}" dt="2026-02-03T05:07:50.994" v="50135" actId="478"/>
          <ac:spMkLst>
            <pc:docMk/>
            <pc:sldMk cId="2261952049" sldId="261"/>
            <ac:spMk id="726" creationId="{B74ABDDB-268F-1B33-741C-B73CB4684642}"/>
          </ac:spMkLst>
        </pc:spChg>
        <pc:spChg chg="del mod">
          <ac:chgData name="Freda Shi" userId="e3bafef1-15f2-4eeb-acbe-fa674bab7991" providerId="ADAL" clId="{9555FC65-5A8C-4EE8-9D5B-8283D7A0923C}" dt="2026-02-03T05:07:50.994" v="50134" actId="478"/>
          <ac:spMkLst>
            <pc:docMk/>
            <pc:sldMk cId="2261952049" sldId="261"/>
            <ac:spMk id="727" creationId="{4820BEE3-D075-F302-23D6-2039CD9AFE3D}"/>
          </ac:spMkLst>
        </pc:spChg>
        <pc:spChg chg="del mod">
          <ac:chgData name="Freda Shi" userId="e3bafef1-15f2-4eeb-acbe-fa674bab7991" providerId="ADAL" clId="{9555FC65-5A8C-4EE8-9D5B-8283D7A0923C}" dt="2026-02-03T05:07:50.994" v="50133" actId="478"/>
          <ac:spMkLst>
            <pc:docMk/>
            <pc:sldMk cId="2261952049" sldId="261"/>
            <ac:spMk id="728" creationId="{B33EF66B-2EAE-B40E-1A51-B6DB73B50334}"/>
          </ac:spMkLst>
        </pc:spChg>
        <pc:spChg chg="del mod">
          <ac:chgData name="Freda Shi" userId="e3bafef1-15f2-4eeb-acbe-fa674bab7991" providerId="ADAL" clId="{9555FC65-5A8C-4EE8-9D5B-8283D7A0923C}" dt="2026-02-03T05:07:50.994" v="50132" actId="478"/>
          <ac:spMkLst>
            <pc:docMk/>
            <pc:sldMk cId="2261952049" sldId="261"/>
            <ac:spMk id="729" creationId="{F060F1EA-57DE-8385-630C-6E1D693F5D49}"/>
          </ac:spMkLst>
        </pc:spChg>
        <pc:spChg chg="del mod">
          <ac:chgData name="Freda Shi" userId="e3bafef1-15f2-4eeb-acbe-fa674bab7991" providerId="ADAL" clId="{9555FC65-5A8C-4EE8-9D5B-8283D7A0923C}" dt="2026-02-03T05:07:50.994" v="50131" actId="478"/>
          <ac:spMkLst>
            <pc:docMk/>
            <pc:sldMk cId="2261952049" sldId="261"/>
            <ac:spMk id="730" creationId="{D1B77CDA-4352-C483-829C-B3B5CCF3B95E}"/>
          </ac:spMkLst>
        </pc:spChg>
        <pc:spChg chg="del mod">
          <ac:chgData name="Freda Shi" userId="e3bafef1-15f2-4eeb-acbe-fa674bab7991" providerId="ADAL" clId="{9555FC65-5A8C-4EE8-9D5B-8283D7A0923C}" dt="2026-02-03T05:07:50.994" v="50130" actId="478"/>
          <ac:spMkLst>
            <pc:docMk/>
            <pc:sldMk cId="2261952049" sldId="261"/>
            <ac:spMk id="731" creationId="{AA4F750C-0BCE-43BE-C175-8972FE0DFDC8}"/>
          </ac:spMkLst>
        </pc:spChg>
        <pc:spChg chg="del mod">
          <ac:chgData name="Freda Shi" userId="e3bafef1-15f2-4eeb-acbe-fa674bab7991" providerId="ADAL" clId="{9555FC65-5A8C-4EE8-9D5B-8283D7A0923C}" dt="2026-02-03T05:07:50.994" v="50129" actId="478"/>
          <ac:spMkLst>
            <pc:docMk/>
            <pc:sldMk cId="2261952049" sldId="261"/>
            <ac:spMk id="732" creationId="{00E6E654-9749-3908-EF5A-A17506CD1E80}"/>
          </ac:spMkLst>
        </pc:spChg>
        <pc:spChg chg="del mod">
          <ac:chgData name="Freda Shi" userId="e3bafef1-15f2-4eeb-acbe-fa674bab7991" providerId="ADAL" clId="{9555FC65-5A8C-4EE8-9D5B-8283D7A0923C}" dt="2026-02-03T05:07:50.994" v="50128" actId="478"/>
          <ac:spMkLst>
            <pc:docMk/>
            <pc:sldMk cId="2261952049" sldId="261"/>
            <ac:spMk id="733" creationId="{86741B08-42EE-0C06-A7C0-2AE93FE2FB66}"/>
          </ac:spMkLst>
        </pc:spChg>
        <pc:spChg chg="del mod">
          <ac:chgData name="Freda Shi" userId="e3bafef1-15f2-4eeb-acbe-fa674bab7991" providerId="ADAL" clId="{9555FC65-5A8C-4EE8-9D5B-8283D7A0923C}" dt="2026-02-03T05:07:50.994" v="50127" actId="478"/>
          <ac:spMkLst>
            <pc:docMk/>
            <pc:sldMk cId="2261952049" sldId="261"/>
            <ac:spMk id="734" creationId="{45A6B760-88CF-0284-60D9-1D114168BF2F}"/>
          </ac:spMkLst>
        </pc:spChg>
        <pc:spChg chg="del mod">
          <ac:chgData name="Freda Shi" userId="e3bafef1-15f2-4eeb-acbe-fa674bab7991" providerId="ADAL" clId="{9555FC65-5A8C-4EE8-9D5B-8283D7A0923C}" dt="2026-02-03T05:07:50.994" v="50126" actId="478"/>
          <ac:spMkLst>
            <pc:docMk/>
            <pc:sldMk cId="2261952049" sldId="261"/>
            <ac:spMk id="735" creationId="{0ADAADA3-1431-1A27-560F-1AFC055F7C7E}"/>
          </ac:spMkLst>
        </pc:spChg>
        <pc:spChg chg="del mod">
          <ac:chgData name="Freda Shi" userId="e3bafef1-15f2-4eeb-acbe-fa674bab7991" providerId="ADAL" clId="{9555FC65-5A8C-4EE8-9D5B-8283D7A0923C}" dt="2026-02-03T05:07:50.994" v="50125" actId="478"/>
          <ac:spMkLst>
            <pc:docMk/>
            <pc:sldMk cId="2261952049" sldId="261"/>
            <ac:spMk id="736" creationId="{46247AE5-B6AE-56FE-4AED-D0EE8FA27999}"/>
          </ac:spMkLst>
        </pc:spChg>
        <pc:spChg chg="del mod">
          <ac:chgData name="Freda Shi" userId="e3bafef1-15f2-4eeb-acbe-fa674bab7991" providerId="ADAL" clId="{9555FC65-5A8C-4EE8-9D5B-8283D7A0923C}" dt="2026-02-03T05:07:50.984" v="50124" actId="478"/>
          <ac:spMkLst>
            <pc:docMk/>
            <pc:sldMk cId="2261952049" sldId="261"/>
            <ac:spMk id="737" creationId="{7B975043-824C-BB30-E6C4-23F4A14AF7AD}"/>
          </ac:spMkLst>
        </pc:spChg>
        <pc:spChg chg="del mod">
          <ac:chgData name="Freda Shi" userId="e3bafef1-15f2-4eeb-acbe-fa674bab7991" providerId="ADAL" clId="{9555FC65-5A8C-4EE8-9D5B-8283D7A0923C}" dt="2026-02-03T05:07:50.984" v="50123" actId="478"/>
          <ac:spMkLst>
            <pc:docMk/>
            <pc:sldMk cId="2261952049" sldId="261"/>
            <ac:spMk id="738" creationId="{9AD1F425-E25A-5A5E-7473-1E08E0041DF4}"/>
          </ac:spMkLst>
        </pc:spChg>
        <pc:spChg chg="del mod">
          <ac:chgData name="Freda Shi" userId="e3bafef1-15f2-4eeb-acbe-fa674bab7991" providerId="ADAL" clId="{9555FC65-5A8C-4EE8-9D5B-8283D7A0923C}" dt="2026-02-03T05:07:50.984" v="50122" actId="478"/>
          <ac:spMkLst>
            <pc:docMk/>
            <pc:sldMk cId="2261952049" sldId="261"/>
            <ac:spMk id="739" creationId="{A033743A-FECF-EC42-8416-571CEF9027C5}"/>
          </ac:spMkLst>
        </pc:spChg>
        <pc:spChg chg="del mod">
          <ac:chgData name="Freda Shi" userId="e3bafef1-15f2-4eeb-acbe-fa674bab7991" providerId="ADAL" clId="{9555FC65-5A8C-4EE8-9D5B-8283D7A0923C}" dt="2026-02-03T05:07:50.984" v="50121" actId="478"/>
          <ac:spMkLst>
            <pc:docMk/>
            <pc:sldMk cId="2261952049" sldId="261"/>
            <ac:spMk id="740" creationId="{33C39F5C-5935-AD50-BA06-3FAD4168BD6E}"/>
          </ac:spMkLst>
        </pc:spChg>
        <pc:spChg chg="del mod">
          <ac:chgData name="Freda Shi" userId="e3bafef1-15f2-4eeb-acbe-fa674bab7991" providerId="ADAL" clId="{9555FC65-5A8C-4EE8-9D5B-8283D7A0923C}" dt="2026-02-03T05:07:50.984" v="50120" actId="478"/>
          <ac:spMkLst>
            <pc:docMk/>
            <pc:sldMk cId="2261952049" sldId="261"/>
            <ac:spMk id="741" creationId="{776540DC-4B3B-CD74-601F-755B6488FE7E}"/>
          </ac:spMkLst>
        </pc:spChg>
        <pc:spChg chg="del mod">
          <ac:chgData name="Freda Shi" userId="e3bafef1-15f2-4eeb-acbe-fa674bab7991" providerId="ADAL" clId="{9555FC65-5A8C-4EE8-9D5B-8283D7A0923C}" dt="2026-02-03T05:07:50.984" v="50119" actId="478"/>
          <ac:spMkLst>
            <pc:docMk/>
            <pc:sldMk cId="2261952049" sldId="261"/>
            <ac:spMk id="742" creationId="{A637E674-7C26-B29F-E3E9-252E7BDC1C5E}"/>
          </ac:spMkLst>
        </pc:spChg>
        <pc:spChg chg="del mod">
          <ac:chgData name="Freda Shi" userId="e3bafef1-15f2-4eeb-acbe-fa674bab7991" providerId="ADAL" clId="{9555FC65-5A8C-4EE8-9D5B-8283D7A0923C}" dt="2026-02-03T05:07:50.984" v="50118" actId="478"/>
          <ac:spMkLst>
            <pc:docMk/>
            <pc:sldMk cId="2261952049" sldId="261"/>
            <ac:spMk id="743" creationId="{9FA42549-13BD-3A89-975F-28CCE8A24B25}"/>
          </ac:spMkLst>
        </pc:spChg>
        <pc:spChg chg="del mod">
          <ac:chgData name="Freda Shi" userId="e3bafef1-15f2-4eeb-acbe-fa674bab7991" providerId="ADAL" clId="{9555FC65-5A8C-4EE8-9D5B-8283D7A0923C}" dt="2026-02-03T05:07:50.984" v="50117" actId="478"/>
          <ac:spMkLst>
            <pc:docMk/>
            <pc:sldMk cId="2261952049" sldId="261"/>
            <ac:spMk id="744" creationId="{B3F5006E-2A2E-5070-B7E5-88F661849FAC}"/>
          </ac:spMkLst>
        </pc:spChg>
        <pc:spChg chg="del mod">
          <ac:chgData name="Freda Shi" userId="e3bafef1-15f2-4eeb-acbe-fa674bab7991" providerId="ADAL" clId="{9555FC65-5A8C-4EE8-9D5B-8283D7A0923C}" dt="2026-02-03T05:07:50.984" v="50116" actId="478"/>
          <ac:spMkLst>
            <pc:docMk/>
            <pc:sldMk cId="2261952049" sldId="261"/>
            <ac:spMk id="745" creationId="{B8B20693-A248-18E3-C35D-26014E0A5765}"/>
          </ac:spMkLst>
        </pc:spChg>
        <pc:spChg chg="del mod">
          <ac:chgData name="Freda Shi" userId="e3bafef1-15f2-4eeb-acbe-fa674bab7991" providerId="ADAL" clId="{9555FC65-5A8C-4EE8-9D5B-8283D7A0923C}" dt="2026-02-03T05:07:50.984" v="50115" actId="478"/>
          <ac:spMkLst>
            <pc:docMk/>
            <pc:sldMk cId="2261952049" sldId="261"/>
            <ac:spMk id="746" creationId="{6AB91C4A-9DB8-BC72-8B32-E79D1C5D6F3B}"/>
          </ac:spMkLst>
        </pc:spChg>
        <pc:spChg chg="del mod">
          <ac:chgData name="Freda Shi" userId="e3bafef1-15f2-4eeb-acbe-fa674bab7991" providerId="ADAL" clId="{9555FC65-5A8C-4EE8-9D5B-8283D7A0923C}" dt="2026-02-03T05:07:50.984" v="50114" actId="478"/>
          <ac:spMkLst>
            <pc:docMk/>
            <pc:sldMk cId="2261952049" sldId="261"/>
            <ac:spMk id="747" creationId="{C0BE8F65-DA4A-4A31-0A00-B334976ED8D2}"/>
          </ac:spMkLst>
        </pc:spChg>
        <pc:spChg chg="del mod">
          <ac:chgData name="Freda Shi" userId="e3bafef1-15f2-4eeb-acbe-fa674bab7991" providerId="ADAL" clId="{9555FC65-5A8C-4EE8-9D5B-8283D7A0923C}" dt="2026-02-03T05:07:50.984" v="50113" actId="478"/>
          <ac:spMkLst>
            <pc:docMk/>
            <pc:sldMk cId="2261952049" sldId="261"/>
            <ac:spMk id="748" creationId="{B8669E65-3641-E460-A4B9-132E99686B06}"/>
          </ac:spMkLst>
        </pc:spChg>
        <pc:spChg chg="del mod">
          <ac:chgData name="Freda Shi" userId="e3bafef1-15f2-4eeb-acbe-fa674bab7991" providerId="ADAL" clId="{9555FC65-5A8C-4EE8-9D5B-8283D7A0923C}" dt="2026-02-03T05:07:50.984" v="50112" actId="478"/>
          <ac:spMkLst>
            <pc:docMk/>
            <pc:sldMk cId="2261952049" sldId="261"/>
            <ac:spMk id="749" creationId="{6696E2A9-F247-8630-3383-FDA5A5322095}"/>
          </ac:spMkLst>
        </pc:spChg>
        <pc:spChg chg="del mod">
          <ac:chgData name="Freda Shi" userId="e3bafef1-15f2-4eeb-acbe-fa674bab7991" providerId="ADAL" clId="{9555FC65-5A8C-4EE8-9D5B-8283D7A0923C}" dt="2026-02-03T05:07:50.984" v="50111" actId="478"/>
          <ac:spMkLst>
            <pc:docMk/>
            <pc:sldMk cId="2261952049" sldId="261"/>
            <ac:spMk id="750" creationId="{E2ECFA38-4789-7C0C-066A-10BDAE59B0B1}"/>
          </ac:spMkLst>
        </pc:spChg>
        <pc:spChg chg="del mod">
          <ac:chgData name="Freda Shi" userId="e3bafef1-15f2-4eeb-acbe-fa674bab7991" providerId="ADAL" clId="{9555FC65-5A8C-4EE8-9D5B-8283D7A0923C}" dt="2026-02-03T05:07:50.984" v="50110" actId="478"/>
          <ac:spMkLst>
            <pc:docMk/>
            <pc:sldMk cId="2261952049" sldId="261"/>
            <ac:spMk id="751" creationId="{81F612DE-C481-C9F1-5BA6-45AC11665699}"/>
          </ac:spMkLst>
        </pc:spChg>
        <pc:spChg chg="del mod">
          <ac:chgData name="Freda Shi" userId="e3bafef1-15f2-4eeb-acbe-fa674bab7991" providerId="ADAL" clId="{9555FC65-5A8C-4EE8-9D5B-8283D7A0923C}" dt="2026-02-03T05:07:50.984" v="50109" actId="478"/>
          <ac:spMkLst>
            <pc:docMk/>
            <pc:sldMk cId="2261952049" sldId="261"/>
            <ac:spMk id="752" creationId="{61C6E0D0-2F62-C36B-14A6-A9A0820E1C06}"/>
          </ac:spMkLst>
        </pc:spChg>
        <pc:spChg chg="del mod">
          <ac:chgData name="Freda Shi" userId="e3bafef1-15f2-4eeb-acbe-fa674bab7991" providerId="ADAL" clId="{9555FC65-5A8C-4EE8-9D5B-8283D7A0923C}" dt="2026-02-03T05:07:50.984" v="50108" actId="478"/>
          <ac:spMkLst>
            <pc:docMk/>
            <pc:sldMk cId="2261952049" sldId="261"/>
            <ac:spMk id="753" creationId="{ADDA1843-450F-8C20-151D-28A007DE4F1D}"/>
          </ac:spMkLst>
        </pc:spChg>
        <pc:spChg chg="del mod">
          <ac:chgData name="Freda Shi" userId="e3bafef1-15f2-4eeb-acbe-fa674bab7991" providerId="ADAL" clId="{9555FC65-5A8C-4EE8-9D5B-8283D7A0923C}" dt="2026-02-03T05:07:50.978" v="50107" actId="478"/>
          <ac:spMkLst>
            <pc:docMk/>
            <pc:sldMk cId="2261952049" sldId="261"/>
            <ac:spMk id="754" creationId="{5856E4DB-0339-B931-4F66-2FF6F919388A}"/>
          </ac:spMkLst>
        </pc:spChg>
        <pc:spChg chg="del mod">
          <ac:chgData name="Freda Shi" userId="e3bafef1-15f2-4eeb-acbe-fa674bab7991" providerId="ADAL" clId="{9555FC65-5A8C-4EE8-9D5B-8283D7A0923C}" dt="2026-02-03T05:07:50.978" v="50106" actId="478"/>
          <ac:spMkLst>
            <pc:docMk/>
            <pc:sldMk cId="2261952049" sldId="261"/>
            <ac:spMk id="755" creationId="{4E155F73-7D20-1036-DCFE-409E22B91CCF}"/>
          </ac:spMkLst>
        </pc:spChg>
        <pc:spChg chg="del mod">
          <ac:chgData name="Freda Shi" userId="e3bafef1-15f2-4eeb-acbe-fa674bab7991" providerId="ADAL" clId="{9555FC65-5A8C-4EE8-9D5B-8283D7A0923C}" dt="2026-02-03T05:07:50.978" v="50105" actId="478"/>
          <ac:spMkLst>
            <pc:docMk/>
            <pc:sldMk cId="2261952049" sldId="261"/>
            <ac:spMk id="756" creationId="{E3BCA4A9-4D08-BC17-4E5A-5862BE3BB57B}"/>
          </ac:spMkLst>
        </pc:spChg>
        <pc:spChg chg="del mod">
          <ac:chgData name="Freda Shi" userId="e3bafef1-15f2-4eeb-acbe-fa674bab7991" providerId="ADAL" clId="{9555FC65-5A8C-4EE8-9D5B-8283D7A0923C}" dt="2026-02-03T05:07:50.978" v="50104" actId="478"/>
          <ac:spMkLst>
            <pc:docMk/>
            <pc:sldMk cId="2261952049" sldId="261"/>
            <ac:spMk id="757" creationId="{4CB50EA4-A4F4-CD42-3959-5867F12CED5D}"/>
          </ac:spMkLst>
        </pc:spChg>
        <pc:spChg chg="del mod">
          <ac:chgData name="Freda Shi" userId="e3bafef1-15f2-4eeb-acbe-fa674bab7991" providerId="ADAL" clId="{9555FC65-5A8C-4EE8-9D5B-8283D7A0923C}" dt="2026-02-03T05:07:50.978" v="50103" actId="478"/>
          <ac:spMkLst>
            <pc:docMk/>
            <pc:sldMk cId="2261952049" sldId="261"/>
            <ac:spMk id="758" creationId="{A8A45B8F-9038-A4F1-949B-720EA4A88B41}"/>
          </ac:spMkLst>
        </pc:spChg>
        <pc:spChg chg="del mod">
          <ac:chgData name="Freda Shi" userId="e3bafef1-15f2-4eeb-acbe-fa674bab7991" providerId="ADAL" clId="{9555FC65-5A8C-4EE8-9D5B-8283D7A0923C}" dt="2026-02-03T05:07:50.978" v="50102" actId="478"/>
          <ac:spMkLst>
            <pc:docMk/>
            <pc:sldMk cId="2261952049" sldId="261"/>
            <ac:spMk id="759" creationId="{C1DC4A25-78BB-6141-B106-C2D0FD49D93B}"/>
          </ac:spMkLst>
        </pc:spChg>
        <pc:spChg chg="del mod">
          <ac:chgData name="Freda Shi" userId="e3bafef1-15f2-4eeb-acbe-fa674bab7991" providerId="ADAL" clId="{9555FC65-5A8C-4EE8-9D5B-8283D7A0923C}" dt="2026-02-03T05:07:50.978" v="50101" actId="478"/>
          <ac:spMkLst>
            <pc:docMk/>
            <pc:sldMk cId="2261952049" sldId="261"/>
            <ac:spMk id="760" creationId="{91EA07A1-DE2B-2699-B993-6E9E696BC27E}"/>
          </ac:spMkLst>
        </pc:spChg>
        <pc:spChg chg="del mod">
          <ac:chgData name="Freda Shi" userId="e3bafef1-15f2-4eeb-acbe-fa674bab7991" providerId="ADAL" clId="{9555FC65-5A8C-4EE8-9D5B-8283D7A0923C}" dt="2026-02-03T05:07:50.962" v="50100" actId="478"/>
          <ac:spMkLst>
            <pc:docMk/>
            <pc:sldMk cId="2261952049" sldId="261"/>
            <ac:spMk id="761" creationId="{0C4B88EE-BA0C-3C3D-38A9-252B8198FF2B}"/>
          </ac:spMkLst>
        </pc:spChg>
        <pc:spChg chg="del mod">
          <ac:chgData name="Freda Shi" userId="e3bafef1-15f2-4eeb-acbe-fa674bab7991" providerId="ADAL" clId="{9555FC65-5A8C-4EE8-9D5B-8283D7A0923C}" dt="2026-02-03T05:07:50.962" v="50099" actId="478"/>
          <ac:spMkLst>
            <pc:docMk/>
            <pc:sldMk cId="2261952049" sldId="261"/>
            <ac:spMk id="762" creationId="{C38269F2-F3DB-3449-9233-1B28256E934D}"/>
          </ac:spMkLst>
        </pc:spChg>
        <pc:spChg chg="del mod">
          <ac:chgData name="Freda Shi" userId="e3bafef1-15f2-4eeb-acbe-fa674bab7991" providerId="ADAL" clId="{9555FC65-5A8C-4EE8-9D5B-8283D7A0923C}" dt="2026-02-03T05:07:50.962" v="50098" actId="478"/>
          <ac:spMkLst>
            <pc:docMk/>
            <pc:sldMk cId="2261952049" sldId="261"/>
            <ac:spMk id="763" creationId="{FAB2A137-6763-C142-A359-A3994AEBFCE0}"/>
          </ac:spMkLst>
        </pc:spChg>
        <pc:spChg chg="del mod">
          <ac:chgData name="Freda Shi" userId="e3bafef1-15f2-4eeb-acbe-fa674bab7991" providerId="ADAL" clId="{9555FC65-5A8C-4EE8-9D5B-8283D7A0923C}" dt="2026-02-03T05:07:50.962" v="50097" actId="478"/>
          <ac:spMkLst>
            <pc:docMk/>
            <pc:sldMk cId="2261952049" sldId="261"/>
            <ac:spMk id="764" creationId="{996EAE12-A818-E152-6898-BFFAD9ACAA69}"/>
          </ac:spMkLst>
        </pc:spChg>
        <pc:spChg chg="del mod">
          <ac:chgData name="Freda Shi" userId="e3bafef1-15f2-4eeb-acbe-fa674bab7991" providerId="ADAL" clId="{9555FC65-5A8C-4EE8-9D5B-8283D7A0923C}" dt="2026-02-03T05:07:50.962" v="50096" actId="478"/>
          <ac:spMkLst>
            <pc:docMk/>
            <pc:sldMk cId="2261952049" sldId="261"/>
            <ac:spMk id="765" creationId="{F7370030-FA8C-46A6-6072-E5C86682A005}"/>
          </ac:spMkLst>
        </pc:spChg>
        <pc:spChg chg="del mod">
          <ac:chgData name="Freda Shi" userId="e3bafef1-15f2-4eeb-acbe-fa674bab7991" providerId="ADAL" clId="{9555FC65-5A8C-4EE8-9D5B-8283D7A0923C}" dt="2026-02-03T05:07:50.962" v="50095" actId="478"/>
          <ac:spMkLst>
            <pc:docMk/>
            <pc:sldMk cId="2261952049" sldId="261"/>
            <ac:spMk id="766" creationId="{14B0B53B-849E-80D1-C78F-95312BC6E424}"/>
          </ac:spMkLst>
        </pc:spChg>
        <pc:spChg chg="del mod">
          <ac:chgData name="Freda Shi" userId="e3bafef1-15f2-4eeb-acbe-fa674bab7991" providerId="ADAL" clId="{9555FC65-5A8C-4EE8-9D5B-8283D7A0923C}" dt="2026-02-03T05:07:50.962" v="50094" actId="478"/>
          <ac:spMkLst>
            <pc:docMk/>
            <pc:sldMk cId="2261952049" sldId="261"/>
            <ac:spMk id="767" creationId="{E0AA28CD-D727-D9CB-055A-709EA6513050}"/>
          </ac:spMkLst>
        </pc:spChg>
        <pc:spChg chg="del mod">
          <ac:chgData name="Freda Shi" userId="e3bafef1-15f2-4eeb-acbe-fa674bab7991" providerId="ADAL" clId="{9555FC65-5A8C-4EE8-9D5B-8283D7A0923C}" dt="2026-02-03T05:07:50.962" v="50093" actId="478"/>
          <ac:spMkLst>
            <pc:docMk/>
            <pc:sldMk cId="2261952049" sldId="261"/>
            <ac:spMk id="768" creationId="{3692780F-B8D5-4110-A5FA-FE8F05621400}"/>
          </ac:spMkLst>
        </pc:spChg>
        <pc:spChg chg="del mod">
          <ac:chgData name="Freda Shi" userId="e3bafef1-15f2-4eeb-acbe-fa674bab7991" providerId="ADAL" clId="{9555FC65-5A8C-4EE8-9D5B-8283D7A0923C}" dt="2026-02-03T05:07:50.962" v="50092" actId="478"/>
          <ac:spMkLst>
            <pc:docMk/>
            <pc:sldMk cId="2261952049" sldId="261"/>
            <ac:spMk id="769" creationId="{8636BAF0-6EBE-265F-10C0-3BDA179B74F7}"/>
          </ac:spMkLst>
        </pc:spChg>
        <pc:spChg chg="del mod">
          <ac:chgData name="Freda Shi" userId="e3bafef1-15f2-4eeb-acbe-fa674bab7991" providerId="ADAL" clId="{9555FC65-5A8C-4EE8-9D5B-8283D7A0923C}" dt="2026-02-03T05:07:50.962" v="50091" actId="478"/>
          <ac:spMkLst>
            <pc:docMk/>
            <pc:sldMk cId="2261952049" sldId="261"/>
            <ac:spMk id="770" creationId="{C0F60D03-5E1A-CDFB-09C6-09A79633B5C0}"/>
          </ac:spMkLst>
        </pc:spChg>
        <pc:spChg chg="del mod">
          <ac:chgData name="Freda Shi" userId="e3bafef1-15f2-4eeb-acbe-fa674bab7991" providerId="ADAL" clId="{9555FC65-5A8C-4EE8-9D5B-8283D7A0923C}" dt="2026-02-03T05:07:50.962" v="50090" actId="478"/>
          <ac:spMkLst>
            <pc:docMk/>
            <pc:sldMk cId="2261952049" sldId="261"/>
            <ac:spMk id="771" creationId="{D7FE5675-40DF-A522-E77F-8D129CD4CF6C}"/>
          </ac:spMkLst>
        </pc:spChg>
        <pc:spChg chg="del mod">
          <ac:chgData name="Freda Shi" userId="e3bafef1-15f2-4eeb-acbe-fa674bab7991" providerId="ADAL" clId="{9555FC65-5A8C-4EE8-9D5B-8283D7A0923C}" dt="2026-02-03T05:07:50.962" v="50089" actId="478"/>
          <ac:spMkLst>
            <pc:docMk/>
            <pc:sldMk cId="2261952049" sldId="261"/>
            <ac:spMk id="772" creationId="{2B0A16BA-68D1-E2D5-B46C-1760914876BC}"/>
          </ac:spMkLst>
        </pc:spChg>
        <pc:spChg chg="del mod">
          <ac:chgData name="Freda Shi" userId="e3bafef1-15f2-4eeb-acbe-fa674bab7991" providerId="ADAL" clId="{9555FC65-5A8C-4EE8-9D5B-8283D7A0923C}" dt="2026-02-03T05:07:50.962" v="50088" actId="478"/>
          <ac:spMkLst>
            <pc:docMk/>
            <pc:sldMk cId="2261952049" sldId="261"/>
            <ac:spMk id="773" creationId="{C5DBEC8D-70C4-D8E9-B606-2D949FF08F63}"/>
          </ac:spMkLst>
        </pc:spChg>
        <pc:spChg chg="del mod">
          <ac:chgData name="Freda Shi" userId="e3bafef1-15f2-4eeb-acbe-fa674bab7991" providerId="ADAL" clId="{9555FC65-5A8C-4EE8-9D5B-8283D7A0923C}" dt="2026-02-03T05:07:50.962" v="50087" actId="478"/>
          <ac:spMkLst>
            <pc:docMk/>
            <pc:sldMk cId="2261952049" sldId="261"/>
            <ac:spMk id="774" creationId="{DDE7B359-56B9-5ED1-3F77-C19C7154C811}"/>
          </ac:spMkLst>
        </pc:spChg>
        <pc:spChg chg="del mod">
          <ac:chgData name="Freda Shi" userId="e3bafef1-15f2-4eeb-acbe-fa674bab7991" providerId="ADAL" clId="{9555FC65-5A8C-4EE8-9D5B-8283D7A0923C}" dt="2026-02-03T05:07:50.962" v="50086" actId="478"/>
          <ac:spMkLst>
            <pc:docMk/>
            <pc:sldMk cId="2261952049" sldId="261"/>
            <ac:spMk id="775" creationId="{5FAFDEEB-43AB-8F64-1099-C6E55CF36035}"/>
          </ac:spMkLst>
        </pc:spChg>
        <pc:spChg chg="del mod">
          <ac:chgData name="Freda Shi" userId="e3bafef1-15f2-4eeb-acbe-fa674bab7991" providerId="ADAL" clId="{9555FC65-5A8C-4EE8-9D5B-8283D7A0923C}" dt="2026-02-03T05:07:50.962" v="50085" actId="478"/>
          <ac:spMkLst>
            <pc:docMk/>
            <pc:sldMk cId="2261952049" sldId="261"/>
            <ac:spMk id="776" creationId="{D8CC6988-52FB-B5DC-D7EB-4E30A7650437}"/>
          </ac:spMkLst>
        </pc:spChg>
        <pc:spChg chg="del mod">
          <ac:chgData name="Freda Shi" userId="e3bafef1-15f2-4eeb-acbe-fa674bab7991" providerId="ADAL" clId="{9555FC65-5A8C-4EE8-9D5B-8283D7A0923C}" dt="2026-02-03T05:07:50.962" v="50084" actId="478"/>
          <ac:spMkLst>
            <pc:docMk/>
            <pc:sldMk cId="2261952049" sldId="261"/>
            <ac:spMk id="777" creationId="{4343D55C-1593-98D4-1367-25D726769330}"/>
          </ac:spMkLst>
        </pc:spChg>
        <pc:spChg chg="del mod">
          <ac:chgData name="Freda Shi" userId="e3bafef1-15f2-4eeb-acbe-fa674bab7991" providerId="ADAL" clId="{9555FC65-5A8C-4EE8-9D5B-8283D7A0923C}" dt="2026-02-03T05:07:50.962" v="50083" actId="478"/>
          <ac:spMkLst>
            <pc:docMk/>
            <pc:sldMk cId="2261952049" sldId="261"/>
            <ac:spMk id="778" creationId="{501CBDCA-565F-DCC3-0213-CC7EA1BF3F2D}"/>
          </ac:spMkLst>
        </pc:spChg>
        <pc:spChg chg="del mod">
          <ac:chgData name="Freda Shi" userId="e3bafef1-15f2-4eeb-acbe-fa674bab7991" providerId="ADAL" clId="{9555FC65-5A8C-4EE8-9D5B-8283D7A0923C}" dt="2026-02-03T05:07:50.962" v="50082" actId="478"/>
          <ac:spMkLst>
            <pc:docMk/>
            <pc:sldMk cId="2261952049" sldId="261"/>
            <ac:spMk id="779" creationId="{7E372F9F-CAB0-545F-7C5F-788792562640}"/>
          </ac:spMkLst>
        </pc:spChg>
        <pc:spChg chg="del mod">
          <ac:chgData name="Freda Shi" userId="e3bafef1-15f2-4eeb-acbe-fa674bab7991" providerId="ADAL" clId="{9555FC65-5A8C-4EE8-9D5B-8283D7A0923C}" dt="2026-02-03T05:07:50.946" v="50081" actId="478"/>
          <ac:spMkLst>
            <pc:docMk/>
            <pc:sldMk cId="2261952049" sldId="261"/>
            <ac:spMk id="780" creationId="{31C2FA63-3356-0F47-6C81-5D9A14EFF601}"/>
          </ac:spMkLst>
        </pc:spChg>
        <pc:spChg chg="del mod">
          <ac:chgData name="Freda Shi" userId="e3bafef1-15f2-4eeb-acbe-fa674bab7991" providerId="ADAL" clId="{9555FC65-5A8C-4EE8-9D5B-8283D7A0923C}" dt="2026-02-03T05:07:50.946" v="50080" actId="478"/>
          <ac:spMkLst>
            <pc:docMk/>
            <pc:sldMk cId="2261952049" sldId="261"/>
            <ac:spMk id="781" creationId="{C3D2191E-EAFE-BBA2-05D1-BF091DFEE10F}"/>
          </ac:spMkLst>
        </pc:spChg>
        <pc:spChg chg="del mod">
          <ac:chgData name="Freda Shi" userId="e3bafef1-15f2-4eeb-acbe-fa674bab7991" providerId="ADAL" clId="{9555FC65-5A8C-4EE8-9D5B-8283D7A0923C}" dt="2026-02-03T05:07:50.946" v="50079" actId="478"/>
          <ac:spMkLst>
            <pc:docMk/>
            <pc:sldMk cId="2261952049" sldId="261"/>
            <ac:spMk id="782" creationId="{068AC879-EF17-EF50-0BA7-D8AD3B1FA78A}"/>
          </ac:spMkLst>
        </pc:spChg>
        <pc:spChg chg="del mod">
          <ac:chgData name="Freda Shi" userId="e3bafef1-15f2-4eeb-acbe-fa674bab7991" providerId="ADAL" clId="{9555FC65-5A8C-4EE8-9D5B-8283D7A0923C}" dt="2026-02-03T05:07:50.946" v="50078" actId="478"/>
          <ac:spMkLst>
            <pc:docMk/>
            <pc:sldMk cId="2261952049" sldId="261"/>
            <ac:spMk id="783" creationId="{DDEFB129-955D-6FEB-C0DA-D4268ACDDC04}"/>
          </ac:spMkLst>
        </pc:spChg>
        <pc:spChg chg="del mod">
          <ac:chgData name="Freda Shi" userId="e3bafef1-15f2-4eeb-acbe-fa674bab7991" providerId="ADAL" clId="{9555FC65-5A8C-4EE8-9D5B-8283D7A0923C}" dt="2026-02-03T05:07:50.946" v="50077" actId="478"/>
          <ac:spMkLst>
            <pc:docMk/>
            <pc:sldMk cId="2261952049" sldId="261"/>
            <ac:spMk id="784" creationId="{30529250-D0C4-2183-4365-4D1D43F153AC}"/>
          </ac:spMkLst>
        </pc:spChg>
        <pc:spChg chg="del mod">
          <ac:chgData name="Freda Shi" userId="e3bafef1-15f2-4eeb-acbe-fa674bab7991" providerId="ADAL" clId="{9555FC65-5A8C-4EE8-9D5B-8283D7A0923C}" dt="2026-02-03T05:07:50.946" v="50076" actId="478"/>
          <ac:spMkLst>
            <pc:docMk/>
            <pc:sldMk cId="2261952049" sldId="261"/>
            <ac:spMk id="785" creationId="{574EC8BB-B0DB-FD48-A98B-FFD325083997}"/>
          </ac:spMkLst>
        </pc:spChg>
        <pc:spChg chg="del mod">
          <ac:chgData name="Freda Shi" userId="e3bafef1-15f2-4eeb-acbe-fa674bab7991" providerId="ADAL" clId="{9555FC65-5A8C-4EE8-9D5B-8283D7A0923C}" dt="2026-02-03T05:07:50.946" v="50075" actId="478"/>
          <ac:spMkLst>
            <pc:docMk/>
            <pc:sldMk cId="2261952049" sldId="261"/>
            <ac:spMk id="786" creationId="{B2C5E823-C365-9EA8-440E-A7DC9AD5DA57}"/>
          </ac:spMkLst>
        </pc:spChg>
        <pc:spChg chg="del mod">
          <ac:chgData name="Freda Shi" userId="e3bafef1-15f2-4eeb-acbe-fa674bab7991" providerId="ADAL" clId="{9555FC65-5A8C-4EE8-9D5B-8283D7A0923C}" dt="2026-02-03T05:07:50.946" v="50074" actId="478"/>
          <ac:spMkLst>
            <pc:docMk/>
            <pc:sldMk cId="2261952049" sldId="261"/>
            <ac:spMk id="787" creationId="{7F07143E-6CF8-B7AF-C342-4981D760627B}"/>
          </ac:spMkLst>
        </pc:spChg>
        <pc:spChg chg="del mod">
          <ac:chgData name="Freda Shi" userId="e3bafef1-15f2-4eeb-acbe-fa674bab7991" providerId="ADAL" clId="{9555FC65-5A8C-4EE8-9D5B-8283D7A0923C}" dt="2026-02-03T05:07:50.946" v="50073" actId="478"/>
          <ac:spMkLst>
            <pc:docMk/>
            <pc:sldMk cId="2261952049" sldId="261"/>
            <ac:spMk id="788" creationId="{5CE0658C-B21F-A96A-0F79-57AC643A11B8}"/>
          </ac:spMkLst>
        </pc:spChg>
        <pc:spChg chg="del mod">
          <ac:chgData name="Freda Shi" userId="e3bafef1-15f2-4eeb-acbe-fa674bab7991" providerId="ADAL" clId="{9555FC65-5A8C-4EE8-9D5B-8283D7A0923C}" dt="2026-02-03T05:07:50.946" v="50072" actId="478"/>
          <ac:spMkLst>
            <pc:docMk/>
            <pc:sldMk cId="2261952049" sldId="261"/>
            <ac:spMk id="789" creationId="{851FCC54-89A0-FE5A-0DB6-B819C344B24D}"/>
          </ac:spMkLst>
        </pc:spChg>
        <pc:spChg chg="del mod">
          <ac:chgData name="Freda Shi" userId="e3bafef1-15f2-4eeb-acbe-fa674bab7991" providerId="ADAL" clId="{9555FC65-5A8C-4EE8-9D5B-8283D7A0923C}" dt="2026-02-03T05:07:50.946" v="50071" actId="478"/>
          <ac:spMkLst>
            <pc:docMk/>
            <pc:sldMk cId="2261952049" sldId="261"/>
            <ac:spMk id="790" creationId="{9690F6A0-642F-92BB-BA8A-4A881091CE19}"/>
          </ac:spMkLst>
        </pc:spChg>
        <pc:spChg chg="del mod">
          <ac:chgData name="Freda Shi" userId="e3bafef1-15f2-4eeb-acbe-fa674bab7991" providerId="ADAL" clId="{9555FC65-5A8C-4EE8-9D5B-8283D7A0923C}" dt="2026-02-03T05:07:50.946" v="50070" actId="478"/>
          <ac:spMkLst>
            <pc:docMk/>
            <pc:sldMk cId="2261952049" sldId="261"/>
            <ac:spMk id="791" creationId="{2F9E216A-46F0-4BA8-B6FB-743CE66C2722}"/>
          </ac:spMkLst>
        </pc:spChg>
        <pc:spChg chg="del mod">
          <ac:chgData name="Freda Shi" userId="e3bafef1-15f2-4eeb-acbe-fa674bab7991" providerId="ADAL" clId="{9555FC65-5A8C-4EE8-9D5B-8283D7A0923C}" dt="2026-02-03T05:07:50.946" v="50069" actId="478"/>
          <ac:spMkLst>
            <pc:docMk/>
            <pc:sldMk cId="2261952049" sldId="261"/>
            <ac:spMk id="792" creationId="{00D82C3C-C310-329C-C2A3-F1BA43F585D9}"/>
          </ac:spMkLst>
        </pc:spChg>
        <pc:spChg chg="del mod">
          <ac:chgData name="Freda Shi" userId="e3bafef1-15f2-4eeb-acbe-fa674bab7991" providerId="ADAL" clId="{9555FC65-5A8C-4EE8-9D5B-8283D7A0923C}" dt="2026-02-03T05:07:50.946" v="50068" actId="478"/>
          <ac:spMkLst>
            <pc:docMk/>
            <pc:sldMk cId="2261952049" sldId="261"/>
            <ac:spMk id="793" creationId="{D5924583-D4AB-BBD6-FA5F-E1F32E8AC532}"/>
          </ac:spMkLst>
        </pc:spChg>
        <pc:spChg chg="del mod">
          <ac:chgData name="Freda Shi" userId="e3bafef1-15f2-4eeb-acbe-fa674bab7991" providerId="ADAL" clId="{9555FC65-5A8C-4EE8-9D5B-8283D7A0923C}" dt="2026-02-03T05:07:50.946" v="50067" actId="478"/>
          <ac:spMkLst>
            <pc:docMk/>
            <pc:sldMk cId="2261952049" sldId="261"/>
            <ac:spMk id="794" creationId="{627B66CE-475E-44D3-2BC2-FD6001C02989}"/>
          </ac:spMkLst>
        </pc:spChg>
        <pc:spChg chg="del mod">
          <ac:chgData name="Freda Shi" userId="e3bafef1-15f2-4eeb-acbe-fa674bab7991" providerId="ADAL" clId="{9555FC65-5A8C-4EE8-9D5B-8283D7A0923C}" dt="2026-02-03T05:07:50.930" v="50066" actId="478"/>
          <ac:spMkLst>
            <pc:docMk/>
            <pc:sldMk cId="2261952049" sldId="261"/>
            <ac:spMk id="795" creationId="{DCC8D4A1-84C8-FF14-1E4B-C6271C26D41D}"/>
          </ac:spMkLst>
        </pc:spChg>
        <pc:spChg chg="del mod">
          <ac:chgData name="Freda Shi" userId="e3bafef1-15f2-4eeb-acbe-fa674bab7991" providerId="ADAL" clId="{9555FC65-5A8C-4EE8-9D5B-8283D7A0923C}" dt="2026-02-03T05:07:50.930" v="50065" actId="478"/>
          <ac:spMkLst>
            <pc:docMk/>
            <pc:sldMk cId="2261952049" sldId="261"/>
            <ac:spMk id="796" creationId="{6E71EBEC-B619-64AE-3669-0DE2F5832EF4}"/>
          </ac:spMkLst>
        </pc:spChg>
        <pc:spChg chg="del mod">
          <ac:chgData name="Freda Shi" userId="e3bafef1-15f2-4eeb-acbe-fa674bab7991" providerId="ADAL" clId="{9555FC65-5A8C-4EE8-9D5B-8283D7A0923C}" dt="2026-02-03T05:07:50.930" v="50064" actId="478"/>
          <ac:spMkLst>
            <pc:docMk/>
            <pc:sldMk cId="2261952049" sldId="261"/>
            <ac:spMk id="797" creationId="{DDFE35ED-3383-61F4-0312-8893E6E293A6}"/>
          </ac:spMkLst>
        </pc:spChg>
        <pc:spChg chg="del mod">
          <ac:chgData name="Freda Shi" userId="e3bafef1-15f2-4eeb-acbe-fa674bab7991" providerId="ADAL" clId="{9555FC65-5A8C-4EE8-9D5B-8283D7A0923C}" dt="2026-02-03T05:07:50.930" v="50063" actId="478"/>
          <ac:spMkLst>
            <pc:docMk/>
            <pc:sldMk cId="2261952049" sldId="261"/>
            <ac:spMk id="798" creationId="{1EC6E0D1-C681-C713-2A3E-E8B272322F08}"/>
          </ac:spMkLst>
        </pc:spChg>
        <pc:spChg chg="del mod">
          <ac:chgData name="Freda Shi" userId="e3bafef1-15f2-4eeb-acbe-fa674bab7991" providerId="ADAL" clId="{9555FC65-5A8C-4EE8-9D5B-8283D7A0923C}" dt="2026-02-03T05:07:50.930" v="50062" actId="478"/>
          <ac:spMkLst>
            <pc:docMk/>
            <pc:sldMk cId="2261952049" sldId="261"/>
            <ac:spMk id="799" creationId="{873D3C8D-408F-0C09-3D4C-F4E5EF03F869}"/>
          </ac:spMkLst>
        </pc:spChg>
        <pc:spChg chg="del mod">
          <ac:chgData name="Freda Shi" userId="e3bafef1-15f2-4eeb-acbe-fa674bab7991" providerId="ADAL" clId="{9555FC65-5A8C-4EE8-9D5B-8283D7A0923C}" dt="2026-02-03T05:07:50.930" v="50061" actId="478"/>
          <ac:spMkLst>
            <pc:docMk/>
            <pc:sldMk cId="2261952049" sldId="261"/>
            <ac:spMk id="800" creationId="{823A0B5F-82D3-9D64-7F65-E644434A590C}"/>
          </ac:spMkLst>
        </pc:spChg>
        <pc:spChg chg="del mod">
          <ac:chgData name="Freda Shi" userId="e3bafef1-15f2-4eeb-acbe-fa674bab7991" providerId="ADAL" clId="{9555FC65-5A8C-4EE8-9D5B-8283D7A0923C}" dt="2026-02-03T05:07:50.930" v="50060" actId="478"/>
          <ac:spMkLst>
            <pc:docMk/>
            <pc:sldMk cId="2261952049" sldId="261"/>
            <ac:spMk id="801" creationId="{4CA215FF-A80A-A222-BE9C-BF1EDD8C4280}"/>
          </ac:spMkLst>
        </pc:spChg>
        <pc:spChg chg="del mod">
          <ac:chgData name="Freda Shi" userId="e3bafef1-15f2-4eeb-acbe-fa674bab7991" providerId="ADAL" clId="{9555FC65-5A8C-4EE8-9D5B-8283D7A0923C}" dt="2026-02-03T05:07:50.930" v="50059" actId="478"/>
          <ac:spMkLst>
            <pc:docMk/>
            <pc:sldMk cId="2261952049" sldId="261"/>
            <ac:spMk id="802" creationId="{D3D73309-85D5-4D9E-BD9A-DC0302BA2E30}"/>
          </ac:spMkLst>
        </pc:spChg>
        <pc:spChg chg="del mod">
          <ac:chgData name="Freda Shi" userId="e3bafef1-15f2-4eeb-acbe-fa674bab7991" providerId="ADAL" clId="{9555FC65-5A8C-4EE8-9D5B-8283D7A0923C}" dt="2026-02-03T05:07:50.930" v="50058" actId="478"/>
          <ac:spMkLst>
            <pc:docMk/>
            <pc:sldMk cId="2261952049" sldId="261"/>
            <ac:spMk id="803" creationId="{BECE98EC-6911-E134-6D2D-8E68E2D00285}"/>
          </ac:spMkLst>
        </pc:spChg>
        <pc:spChg chg="del mod">
          <ac:chgData name="Freda Shi" userId="e3bafef1-15f2-4eeb-acbe-fa674bab7991" providerId="ADAL" clId="{9555FC65-5A8C-4EE8-9D5B-8283D7A0923C}" dt="2026-02-03T05:07:50.930" v="50057" actId="478"/>
          <ac:spMkLst>
            <pc:docMk/>
            <pc:sldMk cId="2261952049" sldId="261"/>
            <ac:spMk id="804" creationId="{957A6C31-E6E3-BBF4-7267-7C928176F3C2}"/>
          </ac:spMkLst>
        </pc:spChg>
        <pc:spChg chg="del mod">
          <ac:chgData name="Freda Shi" userId="e3bafef1-15f2-4eeb-acbe-fa674bab7991" providerId="ADAL" clId="{9555FC65-5A8C-4EE8-9D5B-8283D7A0923C}" dt="2026-02-03T05:07:50.930" v="50056" actId="478"/>
          <ac:spMkLst>
            <pc:docMk/>
            <pc:sldMk cId="2261952049" sldId="261"/>
            <ac:spMk id="805" creationId="{28144885-0348-297A-4C10-F2E8BA43E044}"/>
          </ac:spMkLst>
        </pc:spChg>
        <pc:spChg chg="del mod">
          <ac:chgData name="Freda Shi" userId="e3bafef1-15f2-4eeb-acbe-fa674bab7991" providerId="ADAL" clId="{9555FC65-5A8C-4EE8-9D5B-8283D7A0923C}" dt="2026-02-03T05:07:50.930" v="50055" actId="478"/>
          <ac:spMkLst>
            <pc:docMk/>
            <pc:sldMk cId="2261952049" sldId="261"/>
            <ac:spMk id="806" creationId="{66A266FA-66BD-31A6-7BE1-CC633C35CC7D}"/>
          </ac:spMkLst>
        </pc:spChg>
        <pc:spChg chg="del mod">
          <ac:chgData name="Freda Shi" userId="e3bafef1-15f2-4eeb-acbe-fa674bab7991" providerId="ADAL" clId="{9555FC65-5A8C-4EE8-9D5B-8283D7A0923C}" dt="2026-02-03T05:07:50.930" v="50054" actId="478"/>
          <ac:spMkLst>
            <pc:docMk/>
            <pc:sldMk cId="2261952049" sldId="261"/>
            <ac:spMk id="807" creationId="{B3EE1E1F-8B41-6903-5574-BCF0EE77C50D}"/>
          </ac:spMkLst>
        </pc:spChg>
        <pc:spChg chg="del mod">
          <ac:chgData name="Freda Shi" userId="e3bafef1-15f2-4eeb-acbe-fa674bab7991" providerId="ADAL" clId="{9555FC65-5A8C-4EE8-9D5B-8283D7A0923C}" dt="2026-02-03T05:07:50.930" v="50053" actId="478"/>
          <ac:spMkLst>
            <pc:docMk/>
            <pc:sldMk cId="2261952049" sldId="261"/>
            <ac:spMk id="808" creationId="{5EC21EEB-4BCF-64DC-5E44-1D4A6018E7FC}"/>
          </ac:spMkLst>
        </pc:spChg>
        <pc:spChg chg="del mod">
          <ac:chgData name="Freda Shi" userId="e3bafef1-15f2-4eeb-acbe-fa674bab7991" providerId="ADAL" clId="{9555FC65-5A8C-4EE8-9D5B-8283D7A0923C}" dt="2026-02-03T05:07:50.914" v="50052" actId="478"/>
          <ac:spMkLst>
            <pc:docMk/>
            <pc:sldMk cId="2261952049" sldId="261"/>
            <ac:spMk id="809" creationId="{FD478564-59A1-0BBA-1833-C7ECD0FAB60E}"/>
          </ac:spMkLst>
        </pc:spChg>
        <pc:spChg chg="del mod">
          <ac:chgData name="Freda Shi" userId="e3bafef1-15f2-4eeb-acbe-fa674bab7991" providerId="ADAL" clId="{9555FC65-5A8C-4EE8-9D5B-8283D7A0923C}" dt="2026-02-03T05:07:50.914" v="50051" actId="478"/>
          <ac:spMkLst>
            <pc:docMk/>
            <pc:sldMk cId="2261952049" sldId="261"/>
            <ac:spMk id="810" creationId="{6C59F880-E3EF-5986-D4AD-F0314A1D423E}"/>
          </ac:spMkLst>
        </pc:spChg>
        <pc:spChg chg="del mod">
          <ac:chgData name="Freda Shi" userId="e3bafef1-15f2-4eeb-acbe-fa674bab7991" providerId="ADAL" clId="{9555FC65-5A8C-4EE8-9D5B-8283D7A0923C}" dt="2026-02-03T05:07:50.914" v="50050" actId="478"/>
          <ac:spMkLst>
            <pc:docMk/>
            <pc:sldMk cId="2261952049" sldId="261"/>
            <ac:spMk id="811" creationId="{7C91F480-7A39-22D6-D1FE-9FE865F6C215}"/>
          </ac:spMkLst>
        </pc:spChg>
        <pc:spChg chg="del mod">
          <ac:chgData name="Freda Shi" userId="e3bafef1-15f2-4eeb-acbe-fa674bab7991" providerId="ADAL" clId="{9555FC65-5A8C-4EE8-9D5B-8283D7A0923C}" dt="2026-02-03T05:07:50.914" v="50049" actId="478"/>
          <ac:spMkLst>
            <pc:docMk/>
            <pc:sldMk cId="2261952049" sldId="261"/>
            <ac:spMk id="812" creationId="{34F7A807-2C7E-427D-AC22-60DE87CB680A}"/>
          </ac:spMkLst>
        </pc:spChg>
        <pc:spChg chg="del mod">
          <ac:chgData name="Freda Shi" userId="e3bafef1-15f2-4eeb-acbe-fa674bab7991" providerId="ADAL" clId="{9555FC65-5A8C-4EE8-9D5B-8283D7A0923C}" dt="2026-02-03T05:07:50.914" v="50048" actId="478"/>
          <ac:spMkLst>
            <pc:docMk/>
            <pc:sldMk cId="2261952049" sldId="261"/>
            <ac:spMk id="813" creationId="{48FA58AF-8406-D47B-57DC-75E7BE0897A3}"/>
          </ac:spMkLst>
        </pc:spChg>
        <pc:spChg chg="del mod">
          <ac:chgData name="Freda Shi" userId="e3bafef1-15f2-4eeb-acbe-fa674bab7991" providerId="ADAL" clId="{9555FC65-5A8C-4EE8-9D5B-8283D7A0923C}" dt="2026-02-03T05:07:50.914" v="50047" actId="478"/>
          <ac:spMkLst>
            <pc:docMk/>
            <pc:sldMk cId="2261952049" sldId="261"/>
            <ac:spMk id="814" creationId="{CA6B74FB-F923-F572-AEC1-D63F5C744560}"/>
          </ac:spMkLst>
        </pc:spChg>
        <pc:spChg chg="del mod">
          <ac:chgData name="Freda Shi" userId="e3bafef1-15f2-4eeb-acbe-fa674bab7991" providerId="ADAL" clId="{9555FC65-5A8C-4EE8-9D5B-8283D7A0923C}" dt="2026-02-03T05:07:50.914" v="50046" actId="478"/>
          <ac:spMkLst>
            <pc:docMk/>
            <pc:sldMk cId="2261952049" sldId="261"/>
            <ac:spMk id="815" creationId="{80B10EBF-191E-A55D-AC0F-7D7AC454EA9C}"/>
          </ac:spMkLst>
        </pc:spChg>
        <pc:spChg chg="del mod">
          <ac:chgData name="Freda Shi" userId="e3bafef1-15f2-4eeb-acbe-fa674bab7991" providerId="ADAL" clId="{9555FC65-5A8C-4EE8-9D5B-8283D7A0923C}" dt="2026-02-03T05:07:50.914" v="50045" actId="478"/>
          <ac:spMkLst>
            <pc:docMk/>
            <pc:sldMk cId="2261952049" sldId="261"/>
            <ac:spMk id="816" creationId="{96960E14-8DCF-E7E0-FE6F-10A372381FAB}"/>
          </ac:spMkLst>
        </pc:spChg>
        <pc:spChg chg="del mod">
          <ac:chgData name="Freda Shi" userId="e3bafef1-15f2-4eeb-acbe-fa674bab7991" providerId="ADAL" clId="{9555FC65-5A8C-4EE8-9D5B-8283D7A0923C}" dt="2026-02-03T05:07:50.914" v="50044" actId="478"/>
          <ac:spMkLst>
            <pc:docMk/>
            <pc:sldMk cId="2261952049" sldId="261"/>
            <ac:spMk id="817" creationId="{8CBC3663-6116-62A0-E865-C36DD6FB4089}"/>
          </ac:spMkLst>
        </pc:spChg>
        <pc:spChg chg="del mod">
          <ac:chgData name="Freda Shi" userId="e3bafef1-15f2-4eeb-acbe-fa674bab7991" providerId="ADAL" clId="{9555FC65-5A8C-4EE8-9D5B-8283D7A0923C}" dt="2026-02-03T05:07:50.914" v="50043" actId="478"/>
          <ac:spMkLst>
            <pc:docMk/>
            <pc:sldMk cId="2261952049" sldId="261"/>
            <ac:spMk id="818" creationId="{5C3F383A-737F-A1D6-915C-E4C6CF7D7B46}"/>
          </ac:spMkLst>
        </pc:spChg>
        <pc:spChg chg="del mod">
          <ac:chgData name="Freda Shi" userId="e3bafef1-15f2-4eeb-acbe-fa674bab7991" providerId="ADAL" clId="{9555FC65-5A8C-4EE8-9D5B-8283D7A0923C}" dt="2026-02-03T05:07:50.914" v="50042" actId="478"/>
          <ac:spMkLst>
            <pc:docMk/>
            <pc:sldMk cId="2261952049" sldId="261"/>
            <ac:spMk id="819" creationId="{BD48D00F-E881-261B-97C6-7230D3CD9E04}"/>
          </ac:spMkLst>
        </pc:spChg>
        <pc:spChg chg="mod">
          <ac:chgData name="Freda Shi" userId="e3bafef1-15f2-4eeb-acbe-fa674bab7991" providerId="ADAL" clId="{9555FC65-5A8C-4EE8-9D5B-8283D7A0923C}" dt="2026-02-03T05:07:50.994" v="50146" actId="108"/>
          <ac:spMkLst>
            <pc:docMk/>
            <pc:sldMk cId="2261952049" sldId="261"/>
            <ac:spMk id="916" creationId="{7E44EDCF-A89C-59F0-1BA0-A2AD9231672E}"/>
          </ac:spMkLst>
        </pc:spChg>
        <pc:spChg chg="mod">
          <ac:chgData name="Freda Shi" userId="e3bafef1-15f2-4eeb-acbe-fa674bab7991" providerId="ADAL" clId="{9555FC65-5A8C-4EE8-9D5B-8283D7A0923C}" dt="2026-02-03T05:07:50.994" v="50147" actId="108"/>
          <ac:spMkLst>
            <pc:docMk/>
            <pc:sldMk cId="2261952049" sldId="261"/>
            <ac:spMk id="917" creationId="{E817A464-8F52-4513-870D-B804FBE330FE}"/>
          </ac:spMkLst>
        </pc:spChg>
        <pc:spChg chg="mod">
          <ac:chgData name="Freda Shi" userId="e3bafef1-15f2-4eeb-acbe-fa674bab7991" providerId="ADAL" clId="{9555FC65-5A8C-4EE8-9D5B-8283D7A0923C}" dt="2026-02-03T05:07:50.994" v="50148" actId="108"/>
          <ac:spMkLst>
            <pc:docMk/>
            <pc:sldMk cId="2261952049" sldId="261"/>
            <ac:spMk id="918" creationId="{FCE9E08E-AF46-79A5-3914-B1A6539D044C}"/>
          </ac:spMkLst>
        </pc:spChg>
        <pc:spChg chg="mod">
          <ac:chgData name="Freda Shi" userId="e3bafef1-15f2-4eeb-acbe-fa674bab7991" providerId="ADAL" clId="{9555FC65-5A8C-4EE8-9D5B-8283D7A0923C}" dt="2026-02-03T05:07:50.994" v="50149" actId="108"/>
          <ac:spMkLst>
            <pc:docMk/>
            <pc:sldMk cId="2261952049" sldId="261"/>
            <ac:spMk id="919" creationId="{B692D4BC-CC8F-F169-E78F-735E0BCB17DE}"/>
          </ac:spMkLst>
        </pc:spChg>
        <pc:spChg chg="mod">
          <ac:chgData name="Freda Shi" userId="e3bafef1-15f2-4eeb-acbe-fa674bab7991" providerId="ADAL" clId="{9555FC65-5A8C-4EE8-9D5B-8283D7A0923C}" dt="2026-02-03T05:07:50.994" v="50150" actId="108"/>
          <ac:spMkLst>
            <pc:docMk/>
            <pc:sldMk cId="2261952049" sldId="261"/>
            <ac:spMk id="920" creationId="{014D0333-2D48-0F50-816A-810CE210D9B7}"/>
          </ac:spMkLst>
        </pc:spChg>
        <pc:spChg chg="mod">
          <ac:chgData name="Freda Shi" userId="e3bafef1-15f2-4eeb-acbe-fa674bab7991" providerId="ADAL" clId="{9555FC65-5A8C-4EE8-9D5B-8283D7A0923C}" dt="2026-02-03T05:07:50.994" v="50151" actId="108"/>
          <ac:spMkLst>
            <pc:docMk/>
            <pc:sldMk cId="2261952049" sldId="261"/>
            <ac:spMk id="921" creationId="{5DFADAE3-CE6E-4116-A2EE-B737A9A2889E}"/>
          </ac:spMkLst>
        </pc:spChg>
        <pc:spChg chg="mod">
          <ac:chgData name="Freda Shi" userId="e3bafef1-15f2-4eeb-acbe-fa674bab7991" providerId="ADAL" clId="{9555FC65-5A8C-4EE8-9D5B-8283D7A0923C}" dt="2026-02-03T05:07:50.994" v="50152" actId="108"/>
          <ac:spMkLst>
            <pc:docMk/>
            <pc:sldMk cId="2261952049" sldId="261"/>
            <ac:spMk id="922" creationId="{7561F945-C3A0-5EA8-2F3F-B4FBFCE1F5FB}"/>
          </ac:spMkLst>
        </pc:spChg>
        <pc:spChg chg="mod">
          <ac:chgData name="Freda Shi" userId="e3bafef1-15f2-4eeb-acbe-fa674bab7991" providerId="ADAL" clId="{9555FC65-5A8C-4EE8-9D5B-8283D7A0923C}" dt="2026-02-03T05:07:50.994" v="50153" actId="108"/>
          <ac:spMkLst>
            <pc:docMk/>
            <pc:sldMk cId="2261952049" sldId="261"/>
            <ac:spMk id="923" creationId="{9AF5F099-3CB0-A83E-9C9B-C35EEF1A13BA}"/>
          </ac:spMkLst>
        </pc:spChg>
        <pc:spChg chg="mod">
          <ac:chgData name="Freda Shi" userId="e3bafef1-15f2-4eeb-acbe-fa674bab7991" providerId="ADAL" clId="{9555FC65-5A8C-4EE8-9D5B-8283D7A0923C}" dt="2026-02-03T05:07:50.994" v="50154" actId="108"/>
          <ac:spMkLst>
            <pc:docMk/>
            <pc:sldMk cId="2261952049" sldId="261"/>
            <ac:spMk id="924" creationId="{5970F76E-9A89-06C9-5F84-3A60DCCE46DD}"/>
          </ac:spMkLst>
        </pc:spChg>
        <pc:spChg chg="mod">
          <ac:chgData name="Freda Shi" userId="e3bafef1-15f2-4eeb-acbe-fa674bab7991" providerId="ADAL" clId="{9555FC65-5A8C-4EE8-9D5B-8283D7A0923C}" dt="2026-02-03T05:07:50.994" v="50155" actId="108"/>
          <ac:spMkLst>
            <pc:docMk/>
            <pc:sldMk cId="2261952049" sldId="261"/>
            <ac:spMk id="925" creationId="{162E1C96-0214-CFDA-BDD8-1D58AA8326E6}"/>
          </ac:spMkLst>
        </pc:spChg>
        <pc:spChg chg="mod">
          <ac:chgData name="Freda Shi" userId="e3bafef1-15f2-4eeb-acbe-fa674bab7991" providerId="ADAL" clId="{9555FC65-5A8C-4EE8-9D5B-8283D7A0923C}" dt="2026-02-03T05:07:50.994" v="50156" actId="108"/>
          <ac:spMkLst>
            <pc:docMk/>
            <pc:sldMk cId="2261952049" sldId="261"/>
            <ac:spMk id="926" creationId="{8E8A1230-6B69-FC17-830C-4D232D805DAB}"/>
          </ac:spMkLst>
        </pc:spChg>
        <pc:spChg chg="mod">
          <ac:chgData name="Freda Shi" userId="e3bafef1-15f2-4eeb-acbe-fa674bab7991" providerId="ADAL" clId="{9555FC65-5A8C-4EE8-9D5B-8283D7A0923C}" dt="2026-02-03T05:07:50.994" v="50157" actId="108"/>
          <ac:spMkLst>
            <pc:docMk/>
            <pc:sldMk cId="2261952049" sldId="261"/>
            <ac:spMk id="927" creationId="{291FE3CA-5229-5326-93C7-0EBCD4BC8CAE}"/>
          </ac:spMkLst>
        </pc:spChg>
        <pc:spChg chg="mod">
          <ac:chgData name="Freda Shi" userId="e3bafef1-15f2-4eeb-acbe-fa674bab7991" providerId="ADAL" clId="{9555FC65-5A8C-4EE8-9D5B-8283D7A0923C}" dt="2026-02-03T05:07:50.994" v="50158" actId="108"/>
          <ac:spMkLst>
            <pc:docMk/>
            <pc:sldMk cId="2261952049" sldId="261"/>
            <ac:spMk id="928" creationId="{01EF2326-32F6-1C96-3B8F-265AA87ADB56}"/>
          </ac:spMkLst>
        </pc:spChg>
        <pc:spChg chg="mod">
          <ac:chgData name="Freda Shi" userId="e3bafef1-15f2-4eeb-acbe-fa674bab7991" providerId="ADAL" clId="{9555FC65-5A8C-4EE8-9D5B-8283D7A0923C}" dt="2026-02-03T05:07:50.994" v="50159" actId="108"/>
          <ac:spMkLst>
            <pc:docMk/>
            <pc:sldMk cId="2261952049" sldId="261"/>
            <ac:spMk id="929" creationId="{CDECC01D-78D4-9639-6168-96C26180D158}"/>
          </ac:spMkLst>
        </pc:spChg>
        <pc:spChg chg="mod">
          <ac:chgData name="Freda Shi" userId="e3bafef1-15f2-4eeb-acbe-fa674bab7991" providerId="ADAL" clId="{9555FC65-5A8C-4EE8-9D5B-8283D7A0923C}" dt="2026-02-03T05:07:51.010" v="50160" actId="108"/>
          <ac:spMkLst>
            <pc:docMk/>
            <pc:sldMk cId="2261952049" sldId="261"/>
            <ac:spMk id="930" creationId="{B711FAEF-DE40-7713-50CE-D179DDD819DF}"/>
          </ac:spMkLst>
        </pc:spChg>
        <pc:spChg chg="mod">
          <ac:chgData name="Freda Shi" userId="e3bafef1-15f2-4eeb-acbe-fa674bab7991" providerId="ADAL" clId="{9555FC65-5A8C-4EE8-9D5B-8283D7A0923C}" dt="2026-02-03T05:07:51.010" v="50161" actId="108"/>
          <ac:spMkLst>
            <pc:docMk/>
            <pc:sldMk cId="2261952049" sldId="261"/>
            <ac:spMk id="931" creationId="{5D83E819-D268-A06A-873C-F607E9612CF2}"/>
          </ac:spMkLst>
        </pc:spChg>
        <pc:spChg chg="mod">
          <ac:chgData name="Freda Shi" userId="e3bafef1-15f2-4eeb-acbe-fa674bab7991" providerId="ADAL" clId="{9555FC65-5A8C-4EE8-9D5B-8283D7A0923C}" dt="2026-02-03T05:07:51.010" v="50162" actId="108"/>
          <ac:spMkLst>
            <pc:docMk/>
            <pc:sldMk cId="2261952049" sldId="261"/>
            <ac:spMk id="932" creationId="{D08DFE6F-378E-A033-5098-DC4F15D1ECF0}"/>
          </ac:spMkLst>
        </pc:spChg>
        <pc:spChg chg="mod">
          <ac:chgData name="Freda Shi" userId="e3bafef1-15f2-4eeb-acbe-fa674bab7991" providerId="ADAL" clId="{9555FC65-5A8C-4EE8-9D5B-8283D7A0923C}" dt="2026-02-03T05:07:51.010" v="50163" actId="108"/>
          <ac:spMkLst>
            <pc:docMk/>
            <pc:sldMk cId="2261952049" sldId="261"/>
            <ac:spMk id="933" creationId="{B209837F-8F0B-9ADA-011D-6273525738D6}"/>
          </ac:spMkLst>
        </pc:spChg>
        <pc:spChg chg="mod">
          <ac:chgData name="Freda Shi" userId="e3bafef1-15f2-4eeb-acbe-fa674bab7991" providerId="ADAL" clId="{9555FC65-5A8C-4EE8-9D5B-8283D7A0923C}" dt="2026-02-03T05:07:51.010" v="50164" actId="108"/>
          <ac:spMkLst>
            <pc:docMk/>
            <pc:sldMk cId="2261952049" sldId="261"/>
            <ac:spMk id="934" creationId="{B1172642-6399-D1AA-C788-8BC8F9BCDF7D}"/>
          </ac:spMkLst>
        </pc:spChg>
        <pc:spChg chg="mod">
          <ac:chgData name="Freda Shi" userId="e3bafef1-15f2-4eeb-acbe-fa674bab7991" providerId="ADAL" clId="{9555FC65-5A8C-4EE8-9D5B-8283D7A0923C}" dt="2026-02-03T05:07:51.010" v="50165" actId="108"/>
          <ac:spMkLst>
            <pc:docMk/>
            <pc:sldMk cId="2261952049" sldId="261"/>
            <ac:spMk id="935" creationId="{65CAB5DE-5184-B76D-3A62-E489ECAE3000}"/>
          </ac:spMkLst>
        </pc:spChg>
        <pc:spChg chg="mod">
          <ac:chgData name="Freda Shi" userId="e3bafef1-15f2-4eeb-acbe-fa674bab7991" providerId="ADAL" clId="{9555FC65-5A8C-4EE8-9D5B-8283D7A0923C}" dt="2026-02-03T05:07:51.010" v="50166" actId="108"/>
          <ac:spMkLst>
            <pc:docMk/>
            <pc:sldMk cId="2261952049" sldId="261"/>
            <ac:spMk id="936" creationId="{BC5FCE64-5597-26A6-D53F-0DBA3433EC25}"/>
          </ac:spMkLst>
        </pc:spChg>
        <pc:spChg chg="mod">
          <ac:chgData name="Freda Shi" userId="e3bafef1-15f2-4eeb-acbe-fa674bab7991" providerId="ADAL" clId="{9555FC65-5A8C-4EE8-9D5B-8283D7A0923C}" dt="2026-02-03T05:07:51.010" v="50167" actId="108"/>
          <ac:spMkLst>
            <pc:docMk/>
            <pc:sldMk cId="2261952049" sldId="261"/>
            <ac:spMk id="937" creationId="{093FA601-7D56-E313-2358-21CCD8F22061}"/>
          </ac:spMkLst>
        </pc:spChg>
        <pc:spChg chg="mod">
          <ac:chgData name="Freda Shi" userId="e3bafef1-15f2-4eeb-acbe-fa674bab7991" providerId="ADAL" clId="{9555FC65-5A8C-4EE8-9D5B-8283D7A0923C}" dt="2026-02-03T05:07:51.010" v="50168" actId="108"/>
          <ac:spMkLst>
            <pc:docMk/>
            <pc:sldMk cId="2261952049" sldId="261"/>
            <ac:spMk id="938" creationId="{B2D7ADDC-734D-8641-3F68-7E0B5C433655}"/>
          </ac:spMkLst>
        </pc:spChg>
        <pc:spChg chg="mod">
          <ac:chgData name="Freda Shi" userId="e3bafef1-15f2-4eeb-acbe-fa674bab7991" providerId="ADAL" clId="{9555FC65-5A8C-4EE8-9D5B-8283D7A0923C}" dt="2026-02-03T05:07:51.010" v="50169" actId="108"/>
          <ac:spMkLst>
            <pc:docMk/>
            <pc:sldMk cId="2261952049" sldId="261"/>
            <ac:spMk id="939" creationId="{A9B80B1D-7171-95F5-2723-90B3A09ABD39}"/>
          </ac:spMkLst>
        </pc:spChg>
        <pc:spChg chg="mod">
          <ac:chgData name="Freda Shi" userId="e3bafef1-15f2-4eeb-acbe-fa674bab7991" providerId="ADAL" clId="{9555FC65-5A8C-4EE8-9D5B-8283D7A0923C}" dt="2026-02-03T05:07:51.010" v="50170" actId="108"/>
          <ac:spMkLst>
            <pc:docMk/>
            <pc:sldMk cId="2261952049" sldId="261"/>
            <ac:spMk id="940" creationId="{4F025BFF-C864-BED1-7AF6-8B8BDDBBEBE3}"/>
          </ac:spMkLst>
        </pc:spChg>
        <pc:spChg chg="mod">
          <ac:chgData name="Freda Shi" userId="e3bafef1-15f2-4eeb-acbe-fa674bab7991" providerId="ADAL" clId="{9555FC65-5A8C-4EE8-9D5B-8283D7A0923C}" dt="2026-02-03T05:07:51.010" v="50171" actId="108"/>
          <ac:spMkLst>
            <pc:docMk/>
            <pc:sldMk cId="2261952049" sldId="261"/>
            <ac:spMk id="941" creationId="{BD63004A-2849-3875-1409-79884FC25D2B}"/>
          </ac:spMkLst>
        </pc:spChg>
        <pc:spChg chg="mod">
          <ac:chgData name="Freda Shi" userId="e3bafef1-15f2-4eeb-acbe-fa674bab7991" providerId="ADAL" clId="{9555FC65-5A8C-4EE8-9D5B-8283D7A0923C}" dt="2026-02-03T05:07:51.010" v="50172" actId="108"/>
          <ac:spMkLst>
            <pc:docMk/>
            <pc:sldMk cId="2261952049" sldId="261"/>
            <ac:spMk id="942" creationId="{61D8B9D4-24AA-DB9E-5C73-FF9F089719AF}"/>
          </ac:spMkLst>
        </pc:spChg>
        <pc:spChg chg="mod">
          <ac:chgData name="Freda Shi" userId="e3bafef1-15f2-4eeb-acbe-fa674bab7991" providerId="ADAL" clId="{9555FC65-5A8C-4EE8-9D5B-8283D7A0923C}" dt="2026-02-03T05:07:51.010" v="50173" actId="108"/>
          <ac:spMkLst>
            <pc:docMk/>
            <pc:sldMk cId="2261952049" sldId="261"/>
            <ac:spMk id="943" creationId="{6BD6E680-E721-7273-3F0E-E9DA43463C57}"/>
          </ac:spMkLst>
        </pc:spChg>
        <pc:spChg chg="mod">
          <ac:chgData name="Freda Shi" userId="e3bafef1-15f2-4eeb-acbe-fa674bab7991" providerId="ADAL" clId="{9555FC65-5A8C-4EE8-9D5B-8283D7A0923C}" dt="2026-02-03T05:07:51.014" v="50174" actId="108"/>
          <ac:spMkLst>
            <pc:docMk/>
            <pc:sldMk cId="2261952049" sldId="261"/>
            <ac:spMk id="944" creationId="{3E817A5E-7C1E-B8C7-539B-DBC78A82F677}"/>
          </ac:spMkLst>
        </pc:spChg>
        <pc:spChg chg="mod">
          <ac:chgData name="Freda Shi" userId="e3bafef1-15f2-4eeb-acbe-fa674bab7991" providerId="ADAL" clId="{9555FC65-5A8C-4EE8-9D5B-8283D7A0923C}" dt="2026-02-03T05:07:51.014" v="50175" actId="108"/>
          <ac:spMkLst>
            <pc:docMk/>
            <pc:sldMk cId="2261952049" sldId="261"/>
            <ac:spMk id="945" creationId="{B41E2AF8-2CDB-80C3-A75B-9272A43C59B9}"/>
          </ac:spMkLst>
        </pc:spChg>
        <pc:spChg chg="mod">
          <ac:chgData name="Freda Shi" userId="e3bafef1-15f2-4eeb-acbe-fa674bab7991" providerId="ADAL" clId="{9555FC65-5A8C-4EE8-9D5B-8283D7A0923C}" dt="2026-02-03T05:07:51.014" v="50176" actId="108"/>
          <ac:spMkLst>
            <pc:docMk/>
            <pc:sldMk cId="2261952049" sldId="261"/>
            <ac:spMk id="946" creationId="{C43956AE-4FA9-3219-22E4-F111938E4D37}"/>
          </ac:spMkLst>
        </pc:spChg>
        <pc:spChg chg="mod">
          <ac:chgData name="Freda Shi" userId="e3bafef1-15f2-4eeb-acbe-fa674bab7991" providerId="ADAL" clId="{9555FC65-5A8C-4EE8-9D5B-8283D7A0923C}" dt="2026-02-03T05:07:51.014" v="50177" actId="108"/>
          <ac:spMkLst>
            <pc:docMk/>
            <pc:sldMk cId="2261952049" sldId="261"/>
            <ac:spMk id="947" creationId="{63EB08B8-E468-063C-E1F3-AED06B018830}"/>
          </ac:spMkLst>
        </pc:spChg>
        <pc:spChg chg="mod">
          <ac:chgData name="Freda Shi" userId="e3bafef1-15f2-4eeb-acbe-fa674bab7991" providerId="ADAL" clId="{9555FC65-5A8C-4EE8-9D5B-8283D7A0923C}" dt="2026-02-03T05:07:51.014" v="50178" actId="108"/>
          <ac:spMkLst>
            <pc:docMk/>
            <pc:sldMk cId="2261952049" sldId="261"/>
            <ac:spMk id="948" creationId="{B63549C2-33F3-C220-C59B-49567819AF18}"/>
          </ac:spMkLst>
        </pc:spChg>
        <pc:spChg chg="mod">
          <ac:chgData name="Freda Shi" userId="e3bafef1-15f2-4eeb-acbe-fa674bab7991" providerId="ADAL" clId="{9555FC65-5A8C-4EE8-9D5B-8283D7A0923C}" dt="2026-02-03T05:07:51.014" v="50179" actId="108"/>
          <ac:spMkLst>
            <pc:docMk/>
            <pc:sldMk cId="2261952049" sldId="261"/>
            <ac:spMk id="949" creationId="{9BBC52DC-1C9C-E012-1DF9-2599EC66CE9F}"/>
          </ac:spMkLst>
        </pc:spChg>
        <pc:spChg chg="mod">
          <ac:chgData name="Freda Shi" userId="e3bafef1-15f2-4eeb-acbe-fa674bab7991" providerId="ADAL" clId="{9555FC65-5A8C-4EE8-9D5B-8283D7A0923C}" dt="2026-02-03T05:07:51.014" v="50180" actId="108"/>
          <ac:spMkLst>
            <pc:docMk/>
            <pc:sldMk cId="2261952049" sldId="261"/>
            <ac:spMk id="950" creationId="{A086AF97-ACEE-D839-92F8-495029DB6035}"/>
          </ac:spMkLst>
        </pc:spChg>
        <pc:spChg chg="mod">
          <ac:chgData name="Freda Shi" userId="e3bafef1-15f2-4eeb-acbe-fa674bab7991" providerId="ADAL" clId="{9555FC65-5A8C-4EE8-9D5B-8283D7A0923C}" dt="2026-02-03T05:07:51.014" v="50181" actId="108"/>
          <ac:spMkLst>
            <pc:docMk/>
            <pc:sldMk cId="2261952049" sldId="261"/>
            <ac:spMk id="951" creationId="{84ADBFCF-CEC6-4C4C-6753-CBC06A95282B}"/>
          </ac:spMkLst>
        </pc:spChg>
        <pc:spChg chg="mod">
          <ac:chgData name="Freda Shi" userId="e3bafef1-15f2-4eeb-acbe-fa674bab7991" providerId="ADAL" clId="{9555FC65-5A8C-4EE8-9D5B-8283D7A0923C}" dt="2026-02-03T05:07:51.014" v="50182" actId="108"/>
          <ac:spMkLst>
            <pc:docMk/>
            <pc:sldMk cId="2261952049" sldId="261"/>
            <ac:spMk id="952" creationId="{D88A43CC-5850-6742-F239-BE207A0DDB3A}"/>
          </ac:spMkLst>
        </pc:spChg>
        <pc:spChg chg="mod">
          <ac:chgData name="Freda Shi" userId="e3bafef1-15f2-4eeb-acbe-fa674bab7991" providerId="ADAL" clId="{9555FC65-5A8C-4EE8-9D5B-8283D7A0923C}" dt="2026-02-03T05:07:51.014" v="50183" actId="108"/>
          <ac:spMkLst>
            <pc:docMk/>
            <pc:sldMk cId="2261952049" sldId="261"/>
            <ac:spMk id="953" creationId="{601A0475-260D-CC5B-EA33-50B6BB22FCE0}"/>
          </ac:spMkLst>
        </pc:spChg>
        <pc:spChg chg="mod">
          <ac:chgData name="Freda Shi" userId="e3bafef1-15f2-4eeb-acbe-fa674bab7991" providerId="ADAL" clId="{9555FC65-5A8C-4EE8-9D5B-8283D7A0923C}" dt="2026-02-03T05:07:51.014" v="50184" actId="108"/>
          <ac:spMkLst>
            <pc:docMk/>
            <pc:sldMk cId="2261952049" sldId="261"/>
            <ac:spMk id="954" creationId="{CF80E41D-CF17-3B1D-FBB0-30AA6B2866C8}"/>
          </ac:spMkLst>
        </pc:spChg>
        <pc:spChg chg="mod">
          <ac:chgData name="Freda Shi" userId="e3bafef1-15f2-4eeb-acbe-fa674bab7991" providerId="ADAL" clId="{9555FC65-5A8C-4EE8-9D5B-8283D7A0923C}" dt="2026-02-03T05:07:51.014" v="50185" actId="108"/>
          <ac:spMkLst>
            <pc:docMk/>
            <pc:sldMk cId="2261952049" sldId="261"/>
            <ac:spMk id="955" creationId="{C4DD96C0-B846-ACC4-EEDB-166D6DE6CF71}"/>
          </ac:spMkLst>
        </pc:spChg>
        <pc:spChg chg="mod">
          <ac:chgData name="Freda Shi" userId="e3bafef1-15f2-4eeb-acbe-fa674bab7991" providerId="ADAL" clId="{9555FC65-5A8C-4EE8-9D5B-8283D7A0923C}" dt="2026-02-03T05:07:51.014" v="50186" actId="108"/>
          <ac:spMkLst>
            <pc:docMk/>
            <pc:sldMk cId="2261952049" sldId="261"/>
            <ac:spMk id="956" creationId="{BBD776BF-2F0A-5F3F-8903-8F76CE4E23F6}"/>
          </ac:spMkLst>
        </pc:spChg>
        <pc:spChg chg="mod">
          <ac:chgData name="Freda Shi" userId="e3bafef1-15f2-4eeb-acbe-fa674bab7991" providerId="ADAL" clId="{9555FC65-5A8C-4EE8-9D5B-8283D7A0923C}" dt="2026-02-03T05:07:51.014" v="50187" actId="108"/>
          <ac:spMkLst>
            <pc:docMk/>
            <pc:sldMk cId="2261952049" sldId="261"/>
            <ac:spMk id="957" creationId="{7C30D8C8-462E-A949-C271-B9D8E1CF5728}"/>
          </ac:spMkLst>
        </pc:spChg>
        <pc:spChg chg="mod">
          <ac:chgData name="Freda Shi" userId="e3bafef1-15f2-4eeb-acbe-fa674bab7991" providerId="ADAL" clId="{9555FC65-5A8C-4EE8-9D5B-8283D7A0923C}" dt="2026-02-03T05:07:51.014" v="50188" actId="108"/>
          <ac:spMkLst>
            <pc:docMk/>
            <pc:sldMk cId="2261952049" sldId="261"/>
            <ac:spMk id="958" creationId="{BA252E72-EE74-32F6-CC04-8008855C27AA}"/>
          </ac:spMkLst>
        </pc:spChg>
        <pc:spChg chg="mod">
          <ac:chgData name="Freda Shi" userId="e3bafef1-15f2-4eeb-acbe-fa674bab7991" providerId="ADAL" clId="{9555FC65-5A8C-4EE8-9D5B-8283D7A0923C}" dt="2026-02-03T05:07:51.014" v="50189" actId="108"/>
          <ac:spMkLst>
            <pc:docMk/>
            <pc:sldMk cId="2261952049" sldId="261"/>
            <ac:spMk id="959" creationId="{FAB3E15F-1B21-ABDC-AAFE-0C52BB6FED31}"/>
          </ac:spMkLst>
        </pc:spChg>
        <pc:spChg chg="mod">
          <ac:chgData name="Freda Shi" userId="e3bafef1-15f2-4eeb-acbe-fa674bab7991" providerId="ADAL" clId="{9555FC65-5A8C-4EE8-9D5B-8283D7A0923C}" dt="2026-02-03T05:07:51.014" v="50190" actId="108"/>
          <ac:spMkLst>
            <pc:docMk/>
            <pc:sldMk cId="2261952049" sldId="261"/>
            <ac:spMk id="960" creationId="{DC71FBE5-4FCD-ABD0-A5D0-BAF6923AE1E8}"/>
          </ac:spMkLst>
        </pc:spChg>
        <pc:spChg chg="mod">
          <ac:chgData name="Freda Shi" userId="e3bafef1-15f2-4eeb-acbe-fa674bab7991" providerId="ADAL" clId="{9555FC65-5A8C-4EE8-9D5B-8283D7A0923C}" dt="2026-02-03T05:07:51.014" v="50191" actId="108"/>
          <ac:spMkLst>
            <pc:docMk/>
            <pc:sldMk cId="2261952049" sldId="261"/>
            <ac:spMk id="961" creationId="{30CA8DEB-A5A2-0495-898B-554C619931B6}"/>
          </ac:spMkLst>
        </pc:spChg>
        <pc:spChg chg="mod">
          <ac:chgData name="Freda Shi" userId="e3bafef1-15f2-4eeb-acbe-fa674bab7991" providerId="ADAL" clId="{9555FC65-5A8C-4EE8-9D5B-8283D7A0923C}" dt="2026-02-03T05:07:51.014" v="50192" actId="108"/>
          <ac:spMkLst>
            <pc:docMk/>
            <pc:sldMk cId="2261952049" sldId="261"/>
            <ac:spMk id="962" creationId="{131F42D7-E1B4-21CA-6965-0116CDE89E27}"/>
          </ac:spMkLst>
        </pc:spChg>
        <pc:spChg chg="mod">
          <ac:chgData name="Freda Shi" userId="e3bafef1-15f2-4eeb-acbe-fa674bab7991" providerId="ADAL" clId="{9555FC65-5A8C-4EE8-9D5B-8283D7A0923C}" dt="2026-02-03T05:07:51.014" v="50193" actId="108"/>
          <ac:spMkLst>
            <pc:docMk/>
            <pc:sldMk cId="2261952049" sldId="261"/>
            <ac:spMk id="963" creationId="{261462A9-4FB4-E681-1C3A-421DA7972190}"/>
          </ac:spMkLst>
        </pc:spChg>
        <pc:spChg chg="mod">
          <ac:chgData name="Freda Shi" userId="e3bafef1-15f2-4eeb-acbe-fa674bab7991" providerId="ADAL" clId="{9555FC65-5A8C-4EE8-9D5B-8283D7A0923C}" dt="2026-02-03T05:07:51.014" v="50194" actId="108"/>
          <ac:spMkLst>
            <pc:docMk/>
            <pc:sldMk cId="2261952049" sldId="261"/>
            <ac:spMk id="964" creationId="{C52A9497-ACC6-E930-021E-764439DCCDF8}"/>
          </ac:spMkLst>
        </pc:spChg>
        <pc:grpChg chg="mod">
          <ac:chgData name="Freda Shi" userId="e3bafef1-15f2-4eeb-acbe-fa674bab7991" providerId="ADAL" clId="{9555FC65-5A8C-4EE8-9D5B-8283D7A0923C}" dt="2026-02-03T05:06:14.623" v="49822" actId="1076"/>
          <ac:grpSpMkLst>
            <pc:docMk/>
            <pc:sldMk cId="2261952049" sldId="261"/>
            <ac:grpSpMk id="31" creationId="{3015FC8C-43C1-65F7-BD79-3AEED76CEE10}"/>
          </ac:grpSpMkLst>
        </pc:grpChg>
        <pc:grpChg chg="del mod">
          <ac:chgData name="Freda Shi" userId="e3bafef1-15f2-4eeb-acbe-fa674bab7991" providerId="ADAL" clId="{9555FC65-5A8C-4EE8-9D5B-8283D7A0923C}" dt="2026-02-03T05:01:07.885" v="49149" actId="478"/>
          <ac:grpSpMkLst>
            <pc:docMk/>
            <pc:sldMk cId="2261952049" sldId="261"/>
            <ac:grpSpMk id="52" creationId="{5F80B6A2-7AC7-AF5A-BD62-5742D3AFB08A}"/>
          </ac:grpSpMkLst>
        </pc:grpChg>
        <pc:grpChg chg="del mod ord">
          <ac:chgData name="Freda Shi" userId="e3bafef1-15f2-4eeb-acbe-fa674bab7991" providerId="ADAL" clId="{9555FC65-5A8C-4EE8-9D5B-8283D7A0923C}" dt="2026-02-03T05:01:33.249" v="49243" actId="478"/>
          <ac:grpSpMkLst>
            <pc:docMk/>
            <pc:sldMk cId="2261952049" sldId="261"/>
            <ac:grpSpMk id="97" creationId="{C5450BDB-9840-857D-81ED-A981C6AEC720}"/>
          </ac:grpSpMkLst>
        </pc:grpChg>
        <pc:grpChg chg="del">
          <ac:chgData name="Freda Shi" userId="e3bafef1-15f2-4eeb-acbe-fa674bab7991" providerId="ADAL" clId="{9555FC65-5A8C-4EE8-9D5B-8283D7A0923C}" dt="2026-02-03T05:01:07.917" v="49192" actId="478"/>
          <ac:grpSpMkLst>
            <pc:docMk/>
            <pc:sldMk cId="2261952049" sldId="261"/>
            <ac:grpSpMk id="98" creationId="{DC235D91-8AB9-7325-A5D2-EE1D621D65FE}"/>
          </ac:grpSpMkLst>
        </pc:grpChg>
        <pc:grpChg chg="del mod ord">
          <ac:chgData name="Freda Shi" userId="e3bafef1-15f2-4eeb-acbe-fa674bab7991" providerId="ADAL" clId="{9555FC65-5A8C-4EE8-9D5B-8283D7A0923C}" dt="2026-02-03T05:04:26.671" v="49335" actId="478"/>
          <ac:grpSpMkLst>
            <pc:docMk/>
            <pc:sldMk cId="2261952049" sldId="261"/>
            <ac:grpSpMk id="159" creationId="{18BA8D37-2CE8-BFCB-C4C3-D6CEFD6C7BC2}"/>
          </ac:grpSpMkLst>
        </pc:grpChg>
        <pc:grpChg chg="del">
          <ac:chgData name="Freda Shi" userId="e3bafef1-15f2-4eeb-acbe-fa674bab7991" providerId="ADAL" clId="{9555FC65-5A8C-4EE8-9D5B-8283D7A0923C}" dt="2026-02-03T05:01:33.268" v="49285" actId="478"/>
          <ac:grpSpMkLst>
            <pc:docMk/>
            <pc:sldMk cId="2261952049" sldId="261"/>
            <ac:grpSpMk id="160" creationId="{3C38784A-F3BF-CE4C-61ED-7FEBEBB5182B}"/>
          </ac:grpSpMkLst>
        </pc:grpChg>
        <pc:grpChg chg="del mod ord">
          <ac:chgData name="Freda Shi" userId="e3bafef1-15f2-4eeb-acbe-fa674bab7991" providerId="ADAL" clId="{9555FC65-5A8C-4EE8-9D5B-8283D7A0923C}" dt="2026-02-03T05:05:20.865" v="49530" actId="478"/>
          <ac:grpSpMkLst>
            <pc:docMk/>
            <pc:sldMk cId="2261952049" sldId="261"/>
            <ac:grpSpMk id="296" creationId="{C01BB85D-DA31-2519-E479-3430E10EAB70}"/>
          </ac:grpSpMkLst>
        </pc:grpChg>
        <pc:grpChg chg="del">
          <ac:chgData name="Freda Shi" userId="e3bafef1-15f2-4eeb-acbe-fa674bab7991" providerId="ADAL" clId="{9555FC65-5A8C-4EE8-9D5B-8283D7A0923C}" dt="2026-02-03T05:04:26.703" v="49428" actId="478"/>
          <ac:grpSpMkLst>
            <pc:docMk/>
            <pc:sldMk cId="2261952049" sldId="261"/>
            <ac:grpSpMk id="297" creationId="{66A12358-E201-C15C-E29D-3009FF8A92DD}"/>
          </ac:grpSpMkLst>
        </pc:grpChg>
        <pc:grpChg chg="del mod ord">
          <ac:chgData name="Freda Shi" userId="e3bafef1-15f2-4eeb-acbe-fa674bab7991" providerId="ADAL" clId="{9555FC65-5A8C-4EE8-9D5B-8283D7A0923C}" dt="2026-02-03T05:05:45.922" v="49725" actId="478"/>
          <ac:grpSpMkLst>
            <pc:docMk/>
            <pc:sldMk cId="2261952049" sldId="261"/>
            <ac:grpSpMk id="432" creationId="{37900219-13E8-1AAA-386A-1ACF5B1527C0}"/>
          </ac:grpSpMkLst>
        </pc:grpChg>
        <pc:grpChg chg="del">
          <ac:chgData name="Freda Shi" userId="e3bafef1-15f2-4eeb-acbe-fa674bab7991" providerId="ADAL" clId="{9555FC65-5A8C-4EE8-9D5B-8283D7A0923C}" dt="2026-02-03T05:05:20.912" v="49623" actId="478"/>
          <ac:grpSpMkLst>
            <pc:docMk/>
            <pc:sldMk cId="2261952049" sldId="261"/>
            <ac:grpSpMk id="433" creationId="{316ABA0A-5D06-7CD1-BBAF-905D2BC29E10}"/>
          </ac:grpSpMkLst>
        </pc:grpChg>
        <pc:grpChg chg="del mod ord">
          <ac:chgData name="Freda Shi" userId="e3bafef1-15f2-4eeb-acbe-fa674bab7991" providerId="ADAL" clId="{9555FC65-5A8C-4EE8-9D5B-8283D7A0923C}" dt="2026-02-03T05:07:20.380" v="49922" actId="478"/>
          <ac:grpSpMkLst>
            <pc:docMk/>
            <pc:sldMk cId="2261952049" sldId="261"/>
            <ac:grpSpMk id="619" creationId="{8BADE0D3-BECC-F532-661C-477E02CA0885}"/>
          </ac:grpSpMkLst>
        </pc:grpChg>
        <pc:grpChg chg="del">
          <ac:chgData name="Freda Shi" userId="e3bafef1-15f2-4eeb-acbe-fa674bab7991" providerId="ADAL" clId="{9555FC65-5A8C-4EE8-9D5B-8283D7A0923C}" dt="2026-02-03T05:05:45.954" v="49818" actId="478"/>
          <ac:grpSpMkLst>
            <pc:docMk/>
            <pc:sldMk cId="2261952049" sldId="261"/>
            <ac:grpSpMk id="620" creationId="{2C9B10A4-5387-7FE8-B124-6C8EA2D68F02}"/>
          </ac:grpSpMkLst>
        </pc:grpChg>
        <pc:grpChg chg="del mod ord">
          <ac:chgData name="Freda Shi" userId="e3bafef1-15f2-4eeb-acbe-fa674bab7991" providerId="ADAL" clId="{9555FC65-5A8C-4EE8-9D5B-8283D7A0923C}" dt="2026-02-03T05:07:50.994" v="50145" actId="478"/>
          <ac:grpSpMkLst>
            <pc:docMk/>
            <pc:sldMk cId="2261952049" sldId="261"/>
            <ac:grpSpMk id="820" creationId="{EBDA580D-CF93-9095-5AE2-8CF3D77C3F31}"/>
          </ac:grpSpMkLst>
        </pc:grpChg>
        <pc:grpChg chg="del">
          <ac:chgData name="Freda Shi" userId="e3bafef1-15f2-4eeb-acbe-fa674bab7991" providerId="ADAL" clId="{9555FC65-5A8C-4EE8-9D5B-8283D7A0923C}" dt="2026-02-03T05:07:20.412" v="50029" actId="478"/>
          <ac:grpSpMkLst>
            <pc:docMk/>
            <pc:sldMk cId="2261952049" sldId="261"/>
            <ac:grpSpMk id="821" creationId="{B3FBF923-1EA0-5B63-0ABB-9F0E20AA1215}"/>
          </ac:grpSpMkLst>
        </pc:grpChg>
        <pc:grpChg chg="mod ord">
          <ac:chgData name="Freda Shi" userId="e3bafef1-15f2-4eeb-acbe-fa674bab7991" providerId="ADAL" clId="{9555FC65-5A8C-4EE8-9D5B-8283D7A0923C}" dt="2026-02-03T05:07:51.014" v="50198" actId="962"/>
          <ac:grpSpMkLst>
            <pc:docMk/>
            <pc:sldMk cId="2261952049" sldId="261"/>
            <ac:grpSpMk id="965" creationId="{40A03812-96F9-4BE4-BBDA-4F6DDB9DD56F}"/>
          </ac:grpSpMkLst>
        </pc:grpChg>
        <pc:grpChg chg="del">
          <ac:chgData name="Freda Shi" userId="e3bafef1-15f2-4eeb-acbe-fa674bab7991" providerId="ADAL" clId="{9555FC65-5A8C-4EE8-9D5B-8283D7A0923C}" dt="2026-02-03T05:07:51.014" v="50196" actId="478"/>
          <ac:grpSpMkLst>
            <pc:docMk/>
            <pc:sldMk cId="2261952049" sldId="261"/>
            <ac:grpSpMk id="966" creationId="{A969C6C9-3FCB-16FB-B1D5-45A6C0F52FEE}"/>
          </ac:grpSpMkLst>
        </pc:grpChg>
        <pc:grpChg chg="mod">
          <ac:chgData name="Freda Shi" userId="e3bafef1-15f2-4eeb-acbe-fa674bab7991" providerId="ADAL" clId="{9555FC65-5A8C-4EE8-9D5B-8283D7A0923C}" dt="2026-02-03T05:08:10.324" v="50208" actId="1076"/>
          <ac:grpSpMkLst>
            <pc:docMk/>
            <pc:sldMk cId="2261952049" sldId="261"/>
            <ac:grpSpMk id="1131" creationId="{30C805AF-25FC-F8F6-1236-B731DF903AC1}"/>
          </ac:grpSpMkLst>
        </pc:grpChg>
        <pc:picChg chg="add mod ord modCrop">
          <ac:chgData name="Freda Shi" userId="e3bafef1-15f2-4eeb-acbe-fa674bab7991" providerId="ADAL" clId="{9555FC65-5A8C-4EE8-9D5B-8283D7A0923C}" dt="2026-02-03T04:30:50.540" v="49012" actId="1076"/>
          <ac:picMkLst>
            <pc:docMk/>
            <pc:sldMk cId="2261952049" sldId="261"/>
            <ac:picMk id="6" creationId="{31C33E05-0E65-F465-74D8-3A1E737600B0}"/>
          </ac:picMkLst>
        </pc:picChg>
        <pc:picChg chg="mod">
          <ac:chgData name="Freda Shi" userId="e3bafef1-15f2-4eeb-acbe-fa674bab7991" providerId="ADAL" clId="{9555FC65-5A8C-4EE8-9D5B-8283D7A0923C}" dt="2026-02-03T04:32:12.148" v="49067" actId="14100"/>
          <ac:picMkLst>
            <pc:docMk/>
            <pc:sldMk cId="2261952049" sldId="261"/>
            <ac:picMk id="9" creationId="{3BB06202-71D4-FBE9-7B92-9AEA3E4A9338}"/>
          </ac:picMkLst>
        </pc:picChg>
        <pc:picChg chg="mod">
          <ac:chgData name="Freda Shi" userId="e3bafef1-15f2-4eeb-acbe-fa674bab7991" providerId="ADAL" clId="{9555FC65-5A8C-4EE8-9D5B-8283D7A0923C}" dt="2026-02-03T04:39:06.940" v="49119" actId="14100"/>
          <ac:picMkLst>
            <pc:docMk/>
            <pc:sldMk cId="2261952049" sldId="261"/>
            <ac:picMk id="33" creationId="{81FB6E3E-680A-6BF9-02D0-2B648113D89C}"/>
          </ac:picMkLst>
        </pc:picChg>
        <pc:picChg chg="mod">
          <ac:chgData name="Freda Shi" userId="e3bafef1-15f2-4eeb-acbe-fa674bab7991" providerId="ADAL" clId="{9555FC65-5A8C-4EE8-9D5B-8283D7A0923C}" dt="2026-02-03T05:01:07.822" v="49128" actId="14100"/>
          <ac:picMkLst>
            <pc:docMk/>
            <pc:sldMk cId="2261952049" sldId="261"/>
            <ac:picMk id="54" creationId="{30EA1772-92CE-EADF-9CDA-E5CA36D10C07}"/>
          </ac:picMkLst>
        </pc:picChg>
        <pc:picChg chg="mod">
          <ac:chgData name="Freda Shi" userId="e3bafef1-15f2-4eeb-acbe-fa674bab7991" providerId="ADAL" clId="{9555FC65-5A8C-4EE8-9D5B-8283D7A0923C}" dt="2026-02-03T05:01:33.153" v="49198" actId="14100"/>
          <ac:picMkLst>
            <pc:docMk/>
            <pc:sldMk cId="2261952049" sldId="261"/>
            <ac:picMk id="117" creationId="{D013F6D5-1181-DE4E-786A-723436B64060}"/>
          </ac:picMkLst>
        </pc:picChg>
        <pc:picChg chg="mod">
          <ac:chgData name="Freda Shi" userId="e3bafef1-15f2-4eeb-acbe-fa674bab7991" providerId="ADAL" clId="{9555FC65-5A8C-4EE8-9D5B-8283D7A0923C}" dt="2026-02-03T05:04:26.527" v="49291" actId="14100"/>
          <ac:picMkLst>
            <pc:docMk/>
            <pc:sldMk cId="2261952049" sldId="261"/>
            <ac:picMk id="203" creationId="{5AD8B30E-AF0F-5FB4-78AE-876F7EC0B7EE}"/>
          </ac:picMkLst>
        </pc:picChg>
        <pc:picChg chg="mod">
          <ac:chgData name="Freda Shi" userId="e3bafef1-15f2-4eeb-acbe-fa674bab7991" providerId="ADAL" clId="{9555FC65-5A8C-4EE8-9D5B-8283D7A0923C}" dt="2026-02-03T05:05:20.642" v="49435" actId="14100"/>
          <ac:picMkLst>
            <pc:docMk/>
            <pc:sldMk cId="2261952049" sldId="261"/>
            <ac:picMk id="339" creationId="{8F7ED1E5-69E9-F8C1-F0EC-0AEFB39A4DAC}"/>
          </ac:picMkLst>
        </pc:picChg>
        <pc:picChg chg="mod">
          <ac:chgData name="Freda Shi" userId="e3bafef1-15f2-4eeb-acbe-fa674bab7991" providerId="ADAL" clId="{9555FC65-5A8C-4EE8-9D5B-8283D7A0923C}" dt="2026-02-03T05:05:45.730" v="49630" actId="14100"/>
          <ac:picMkLst>
            <pc:docMk/>
            <pc:sldMk cId="2261952049" sldId="261"/>
            <ac:picMk id="526" creationId="{4D1159E0-3DF8-95A5-67E5-B162F193B13E}"/>
          </ac:picMkLst>
        </pc:picChg>
        <pc:picChg chg="mod">
          <ac:chgData name="Freda Shi" userId="e3bafef1-15f2-4eeb-acbe-fa674bab7991" providerId="ADAL" clId="{9555FC65-5A8C-4EE8-9D5B-8283D7A0923C}" dt="2026-02-03T05:07:16.045" v="49827" actId="14100"/>
          <ac:picMkLst>
            <pc:docMk/>
            <pc:sldMk cId="2261952049" sldId="261"/>
            <ac:picMk id="713" creationId="{8B3F3D12-E8D0-110F-59A2-FA2A525C7EAF}"/>
          </ac:picMkLst>
        </pc:picChg>
        <pc:picChg chg="mod">
          <ac:chgData name="Freda Shi" userId="e3bafef1-15f2-4eeb-acbe-fa674bab7991" providerId="ADAL" clId="{9555FC65-5A8C-4EE8-9D5B-8283D7A0923C}" dt="2026-02-03T05:07:50.834" v="50036" actId="14100"/>
          <ac:picMkLst>
            <pc:docMk/>
            <pc:sldMk cId="2261952049" sldId="261"/>
            <ac:picMk id="914" creationId="{D05D6E20-1FA6-CE76-A1A2-4B7C3CBD4682}"/>
          </ac:picMkLst>
        </pc:picChg>
        <pc:picChg chg="mod">
          <ac:chgData name="Freda Shi" userId="e3bafef1-15f2-4eeb-acbe-fa674bab7991" providerId="ADAL" clId="{9555FC65-5A8C-4EE8-9D5B-8283D7A0923C}" dt="2026-02-03T05:07:56.337" v="50202" actId="14100"/>
          <ac:picMkLst>
            <pc:docMk/>
            <pc:sldMk cId="2261952049" sldId="261"/>
            <ac:picMk id="1073" creationId="{867C51AD-C623-7358-F279-AE9D30715774}"/>
          </ac:picMkLst>
        </pc:picChg>
      </pc:sldChg>
      <pc:sldChg chg="addSp delSp modSp new mod modAnim">
        <pc:chgData name="Freda Shi" userId="e3bafef1-15f2-4eeb-acbe-fa674bab7991" providerId="ADAL" clId="{9555FC65-5A8C-4EE8-9D5B-8283D7A0923C}" dt="2026-02-03T05:20:07.530" v="50251"/>
        <pc:sldMkLst>
          <pc:docMk/>
          <pc:sldMk cId="764513034" sldId="262"/>
        </pc:sldMkLst>
        <pc:spChg chg="mod">
          <ac:chgData name="Freda Shi" userId="e3bafef1-15f2-4eeb-acbe-fa674bab7991" providerId="ADAL" clId="{9555FC65-5A8C-4EE8-9D5B-8283D7A0923C}" dt="2026-02-03T05:18:55.952" v="50243" actId="2711"/>
          <ac:spMkLst>
            <pc:docMk/>
            <pc:sldMk cId="764513034" sldId="262"/>
            <ac:spMk id="2" creationId="{F4A08A15-5738-8F45-67A3-08D8C9C4040A}"/>
          </ac:spMkLst>
        </pc:spChg>
        <pc:spChg chg="del">
          <ac:chgData name="Freda Shi" userId="e3bafef1-15f2-4eeb-acbe-fa674bab7991" providerId="ADAL" clId="{9555FC65-5A8C-4EE8-9D5B-8283D7A0923C}" dt="2026-02-03T05:18:48.419" v="50241" actId="478"/>
          <ac:spMkLst>
            <pc:docMk/>
            <pc:sldMk cId="764513034" sldId="262"/>
            <ac:spMk id="3" creationId="{08CCEFCA-D854-9605-8928-40161B9C25DE}"/>
          </ac:spMkLst>
        </pc:spChg>
        <pc:spChg chg="add mod">
          <ac:chgData name="Freda Shi" userId="e3bafef1-15f2-4eeb-acbe-fa674bab7991" providerId="ADAL" clId="{9555FC65-5A8C-4EE8-9D5B-8283D7A0923C}" dt="2026-02-03T05:19:10.712" v="50247" actId="20577"/>
          <ac:spMkLst>
            <pc:docMk/>
            <pc:sldMk cId="764513034" sldId="262"/>
            <ac:spMk id="5" creationId="{A77B3BC9-9855-F0A6-9298-F5EAEBBC6430}"/>
          </ac:spMkLst>
        </pc:spChg>
        <pc:spChg chg="add mod">
          <ac:chgData name="Freda Shi" userId="e3bafef1-15f2-4eeb-acbe-fa674bab7991" providerId="ADAL" clId="{9555FC65-5A8C-4EE8-9D5B-8283D7A0923C}" dt="2026-02-03T05:19:15.217" v="50250" actId="20577"/>
          <ac:spMkLst>
            <pc:docMk/>
            <pc:sldMk cId="764513034" sldId="262"/>
            <ac:spMk id="6" creationId="{3052603B-136D-4059-09E7-5E285F0F380D}"/>
          </ac:spMkLst>
        </pc:spChg>
        <pc:spChg chg="add mod">
          <ac:chgData name="Freda Shi" userId="e3bafef1-15f2-4eeb-acbe-fa674bab7991" providerId="ADAL" clId="{9555FC65-5A8C-4EE8-9D5B-8283D7A0923C}" dt="2026-02-03T05:19:04.679" v="50244" actId="255"/>
          <ac:spMkLst>
            <pc:docMk/>
            <pc:sldMk cId="764513034" sldId="262"/>
            <ac:spMk id="8" creationId="{3CF2FD1E-6CA7-A3D0-C932-A38E72505666}"/>
          </ac:spMkLst>
        </pc:spChg>
        <pc:spChg chg="add mod">
          <ac:chgData name="Freda Shi" userId="e3bafef1-15f2-4eeb-acbe-fa674bab7991" providerId="ADAL" clId="{9555FC65-5A8C-4EE8-9D5B-8283D7A0923C}" dt="2026-02-03T05:19:04.679" v="50244" actId="255"/>
          <ac:spMkLst>
            <pc:docMk/>
            <pc:sldMk cId="764513034" sldId="262"/>
            <ac:spMk id="9" creationId="{FD1DEBE9-D6C9-AD9D-B152-E7C198757EB8}"/>
          </ac:spMkLst>
        </pc:spChg>
        <pc:spChg chg="add mod">
          <ac:chgData name="Freda Shi" userId="e3bafef1-15f2-4eeb-acbe-fa674bab7991" providerId="ADAL" clId="{9555FC65-5A8C-4EE8-9D5B-8283D7A0923C}" dt="2026-02-03T05:19:04.679" v="50244" actId="255"/>
          <ac:spMkLst>
            <pc:docMk/>
            <pc:sldMk cId="764513034" sldId="262"/>
            <ac:spMk id="13" creationId="{AC01DCD2-FE57-9097-BE64-D43E964EE2A3}"/>
          </ac:spMkLst>
        </pc:spChg>
        <pc:spChg chg="add mod">
          <ac:chgData name="Freda Shi" userId="e3bafef1-15f2-4eeb-acbe-fa674bab7991" providerId="ADAL" clId="{9555FC65-5A8C-4EE8-9D5B-8283D7A0923C}" dt="2026-02-03T05:19:04.679" v="50244" actId="255"/>
          <ac:spMkLst>
            <pc:docMk/>
            <pc:sldMk cId="764513034" sldId="262"/>
            <ac:spMk id="14" creationId="{8EF326A8-2670-9F88-7349-2D149C2A8802}"/>
          </ac:spMkLst>
        </pc:spChg>
        <pc:spChg chg="add mod">
          <ac:chgData name="Freda Shi" userId="e3bafef1-15f2-4eeb-acbe-fa674bab7991" providerId="ADAL" clId="{9555FC65-5A8C-4EE8-9D5B-8283D7A0923C}" dt="2026-02-03T05:19:04.679" v="50244" actId="255"/>
          <ac:spMkLst>
            <pc:docMk/>
            <pc:sldMk cId="764513034" sldId="262"/>
            <ac:spMk id="16" creationId="{5A9AB3FE-A4A5-67E4-938C-F93C226C4FAE}"/>
          </ac:spMkLst>
        </pc:spChg>
        <pc:spChg chg="add mod">
          <ac:chgData name="Freda Shi" userId="e3bafef1-15f2-4eeb-acbe-fa674bab7991" providerId="ADAL" clId="{9555FC65-5A8C-4EE8-9D5B-8283D7A0923C}" dt="2026-02-03T05:19:04.679" v="50244" actId="255"/>
          <ac:spMkLst>
            <pc:docMk/>
            <pc:sldMk cId="764513034" sldId="262"/>
            <ac:spMk id="17" creationId="{E49719CB-0537-C393-8187-9658A7EFB9FA}"/>
          </ac:spMkLst>
        </pc:spChg>
        <pc:spChg chg="add mod">
          <ac:chgData name="Freda Shi" userId="e3bafef1-15f2-4eeb-acbe-fa674bab7991" providerId="ADAL" clId="{9555FC65-5A8C-4EE8-9D5B-8283D7A0923C}" dt="2026-02-03T05:19:04.679" v="50244" actId="255"/>
          <ac:spMkLst>
            <pc:docMk/>
            <pc:sldMk cId="764513034" sldId="262"/>
            <ac:spMk id="18" creationId="{799079A6-C4D0-026A-756A-283D25AF1B72}"/>
          </ac:spMkLst>
        </pc:spChg>
        <pc:spChg chg="add mod">
          <ac:chgData name="Freda Shi" userId="e3bafef1-15f2-4eeb-acbe-fa674bab7991" providerId="ADAL" clId="{9555FC65-5A8C-4EE8-9D5B-8283D7A0923C}" dt="2026-02-03T05:19:04.679" v="50244" actId="255"/>
          <ac:spMkLst>
            <pc:docMk/>
            <pc:sldMk cId="764513034" sldId="262"/>
            <ac:spMk id="19" creationId="{EDF49E3F-9EFB-8101-BC14-AFBFED149B1E}"/>
          </ac:spMkLst>
        </pc:spChg>
      </pc:sldChg>
      <pc:sldChg chg="addSp delSp modSp new mod">
        <pc:chgData name="Freda Shi" userId="e3bafef1-15f2-4eeb-acbe-fa674bab7991" providerId="ADAL" clId="{9555FC65-5A8C-4EE8-9D5B-8283D7A0923C}" dt="2026-02-03T05:23:30.581" v="50397" actId="1038"/>
        <pc:sldMkLst>
          <pc:docMk/>
          <pc:sldMk cId="1774690008" sldId="263"/>
        </pc:sldMkLst>
        <pc:spChg chg="mod">
          <ac:chgData name="Freda Shi" userId="e3bafef1-15f2-4eeb-acbe-fa674bab7991" providerId="ADAL" clId="{9555FC65-5A8C-4EE8-9D5B-8283D7A0923C}" dt="2026-02-03T05:20:25.965" v="50285" actId="20577"/>
          <ac:spMkLst>
            <pc:docMk/>
            <pc:sldMk cId="1774690008" sldId="263"/>
            <ac:spMk id="2" creationId="{E7EC5DFF-0977-D596-C612-178F109E515B}"/>
          </ac:spMkLst>
        </pc:spChg>
        <pc:spChg chg="del">
          <ac:chgData name="Freda Shi" userId="e3bafef1-15f2-4eeb-acbe-fa674bab7991" providerId="ADAL" clId="{9555FC65-5A8C-4EE8-9D5B-8283D7A0923C}" dt="2026-02-03T05:20:34.667" v="50286" actId="478"/>
          <ac:spMkLst>
            <pc:docMk/>
            <pc:sldMk cId="1774690008" sldId="263"/>
            <ac:spMk id="3" creationId="{295DB8B6-17CD-8896-14A3-C7B810148D56}"/>
          </ac:spMkLst>
        </pc:spChg>
        <pc:spChg chg="mod">
          <ac:chgData name="Freda Shi" userId="e3bafef1-15f2-4eeb-acbe-fa674bab7991" providerId="ADAL" clId="{9555FC65-5A8C-4EE8-9D5B-8283D7A0923C}" dt="2026-02-03T05:23:26.593" v="50391" actId="20577"/>
          <ac:spMkLst>
            <pc:docMk/>
            <pc:sldMk cId="1774690008" sldId="263"/>
            <ac:spMk id="5" creationId="{A77B3BC9-9855-F0A6-9298-F5EAEBBC6430}"/>
          </ac:spMkLst>
        </pc:spChg>
        <pc:spChg chg="add mod">
          <ac:chgData name="Freda Shi" userId="e3bafef1-15f2-4eeb-acbe-fa674bab7991" providerId="ADAL" clId="{9555FC65-5A8C-4EE8-9D5B-8283D7A0923C}" dt="2026-02-03T05:20:35.194" v="50287"/>
          <ac:spMkLst>
            <pc:docMk/>
            <pc:sldMk cId="1774690008" sldId="263"/>
            <ac:spMk id="11" creationId="{558BD2EE-5D46-07A5-0DA4-142DCE51F8FC}"/>
          </ac:spMkLst>
        </pc:spChg>
        <pc:spChg chg="add mod">
          <ac:chgData name="Freda Shi" userId="e3bafef1-15f2-4eeb-acbe-fa674bab7991" providerId="ADAL" clId="{9555FC65-5A8C-4EE8-9D5B-8283D7A0923C}" dt="2026-02-03T05:20:35.194" v="50287"/>
          <ac:spMkLst>
            <pc:docMk/>
            <pc:sldMk cId="1774690008" sldId="263"/>
            <ac:spMk id="12" creationId="{61D15A8C-A4FC-3278-A73B-9864545CA0AD}"/>
          </ac:spMkLst>
        </pc:spChg>
        <pc:spChg chg="add mod">
          <ac:chgData name="Freda Shi" userId="e3bafef1-15f2-4eeb-acbe-fa674bab7991" providerId="ADAL" clId="{9555FC65-5A8C-4EE8-9D5B-8283D7A0923C}" dt="2026-02-03T05:20:35.194" v="50287"/>
          <ac:spMkLst>
            <pc:docMk/>
            <pc:sldMk cId="1774690008" sldId="263"/>
            <ac:spMk id="17" creationId="{11EAC304-D7B7-94FA-C073-53140F2C354E}"/>
          </ac:spMkLst>
        </pc:spChg>
        <pc:spChg chg="add mod">
          <ac:chgData name="Freda Shi" userId="e3bafef1-15f2-4eeb-acbe-fa674bab7991" providerId="ADAL" clId="{9555FC65-5A8C-4EE8-9D5B-8283D7A0923C}" dt="2026-02-03T05:20:35.194" v="50287"/>
          <ac:spMkLst>
            <pc:docMk/>
            <pc:sldMk cId="1774690008" sldId="263"/>
            <ac:spMk id="18" creationId="{5288E892-30A4-8843-B6C1-CA98B19DE450}"/>
          </ac:spMkLst>
        </pc:spChg>
        <pc:spChg chg="add mod">
          <ac:chgData name="Freda Shi" userId="e3bafef1-15f2-4eeb-acbe-fa674bab7991" providerId="ADAL" clId="{9555FC65-5A8C-4EE8-9D5B-8283D7A0923C}" dt="2026-02-03T05:20:35.194" v="50287"/>
          <ac:spMkLst>
            <pc:docMk/>
            <pc:sldMk cId="1774690008" sldId="263"/>
            <ac:spMk id="22" creationId="{29CEE61F-88A1-455B-3368-E5291623A6D5}"/>
          </ac:spMkLst>
        </pc:spChg>
        <pc:spChg chg="add mod">
          <ac:chgData name="Freda Shi" userId="e3bafef1-15f2-4eeb-acbe-fa674bab7991" providerId="ADAL" clId="{9555FC65-5A8C-4EE8-9D5B-8283D7A0923C}" dt="2026-02-03T05:20:35.194" v="50287"/>
          <ac:spMkLst>
            <pc:docMk/>
            <pc:sldMk cId="1774690008" sldId="263"/>
            <ac:spMk id="24" creationId="{F9E634E9-84A9-FDD4-6EF0-1D972F7A39D6}"/>
          </ac:spMkLst>
        </pc:spChg>
        <pc:spChg chg="add mod">
          <ac:chgData name="Freda Shi" userId="e3bafef1-15f2-4eeb-acbe-fa674bab7991" providerId="ADAL" clId="{9555FC65-5A8C-4EE8-9D5B-8283D7A0923C}" dt="2026-02-03T05:20:35.194" v="50287"/>
          <ac:spMkLst>
            <pc:docMk/>
            <pc:sldMk cId="1774690008" sldId="263"/>
            <ac:spMk id="25" creationId="{42C8B317-E259-DF36-37D9-DF0D8BA6DE48}"/>
          </ac:spMkLst>
        </pc:spChg>
        <pc:spChg chg="add mod">
          <ac:chgData name="Freda Shi" userId="e3bafef1-15f2-4eeb-acbe-fa674bab7991" providerId="ADAL" clId="{9555FC65-5A8C-4EE8-9D5B-8283D7A0923C}" dt="2026-02-03T05:20:35.194" v="50287"/>
          <ac:spMkLst>
            <pc:docMk/>
            <pc:sldMk cId="1774690008" sldId="263"/>
            <ac:spMk id="27" creationId="{E699ACB9-BD7D-DB92-EF9C-3B8963FC931E}"/>
          </ac:spMkLst>
        </pc:spChg>
        <pc:spChg chg="add mod">
          <ac:chgData name="Freda Shi" userId="e3bafef1-15f2-4eeb-acbe-fa674bab7991" providerId="ADAL" clId="{9555FC65-5A8C-4EE8-9D5B-8283D7A0923C}" dt="2026-02-03T05:20:35.194" v="50287"/>
          <ac:spMkLst>
            <pc:docMk/>
            <pc:sldMk cId="1774690008" sldId="263"/>
            <ac:spMk id="29" creationId="{A2611AD9-8213-4DB6-3F2D-D5D0E801F78C}"/>
          </ac:spMkLst>
        </pc:spChg>
        <pc:spChg chg="add mod">
          <ac:chgData name="Freda Shi" userId="e3bafef1-15f2-4eeb-acbe-fa674bab7991" providerId="ADAL" clId="{9555FC65-5A8C-4EE8-9D5B-8283D7A0923C}" dt="2026-02-03T05:20:35.194" v="50287"/>
          <ac:spMkLst>
            <pc:docMk/>
            <pc:sldMk cId="1774690008" sldId="263"/>
            <ac:spMk id="30" creationId="{E7220141-A374-BAF3-7399-BFDE69E3986F}"/>
          </ac:spMkLst>
        </pc:spChg>
        <pc:spChg chg="mod">
          <ac:chgData name="Freda Shi" userId="e3bafef1-15f2-4eeb-acbe-fa674bab7991" providerId="ADAL" clId="{9555FC65-5A8C-4EE8-9D5B-8283D7A0923C}" dt="2026-02-03T05:21:11.394" v="50297"/>
          <ac:spMkLst>
            <pc:docMk/>
            <pc:sldMk cId="1774690008" sldId="263"/>
            <ac:spMk id="43" creationId="{A77B3BC9-9855-F0A6-9298-F5EAEBBC6430}"/>
          </ac:spMkLst>
        </pc:spChg>
        <pc:spChg chg="add mod">
          <ac:chgData name="Freda Shi" userId="e3bafef1-15f2-4eeb-acbe-fa674bab7991" providerId="ADAL" clId="{9555FC65-5A8C-4EE8-9D5B-8283D7A0923C}" dt="2026-02-03T05:21:10.412" v="50296"/>
          <ac:spMkLst>
            <pc:docMk/>
            <pc:sldMk cId="1774690008" sldId="263"/>
            <ac:spMk id="45" creationId="{3E51C6F7-8B54-9334-B45A-4162C8C100A9}"/>
          </ac:spMkLst>
        </pc:spChg>
        <pc:spChg chg="add mod">
          <ac:chgData name="Freda Shi" userId="e3bafef1-15f2-4eeb-acbe-fa674bab7991" providerId="ADAL" clId="{9555FC65-5A8C-4EE8-9D5B-8283D7A0923C}" dt="2026-02-03T05:21:10.412" v="50296"/>
          <ac:spMkLst>
            <pc:docMk/>
            <pc:sldMk cId="1774690008" sldId="263"/>
            <ac:spMk id="47" creationId="{1EF94A87-C3DF-71E0-86F4-25E19700EF15}"/>
          </ac:spMkLst>
        </pc:spChg>
        <pc:spChg chg="add mod">
          <ac:chgData name="Freda Shi" userId="e3bafef1-15f2-4eeb-acbe-fa674bab7991" providerId="ADAL" clId="{9555FC65-5A8C-4EE8-9D5B-8283D7A0923C}" dt="2026-02-03T05:21:11.394" v="50297"/>
          <ac:spMkLst>
            <pc:docMk/>
            <pc:sldMk cId="1774690008" sldId="263"/>
            <ac:spMk id="53" creationId="{0C9A83D4-BAB3-CE12-C980-49B62A3ABB69}"/>
          </ac:spMkLst>
        </pc:spChg>
        <pc:spChg chg="add mod">
          <ac:chgData name="Freda Shi" userId="e3bafef1-15f2-4eeb-acbe-fa674bab7991" providerId="ADAL" clId="{9555FC65-5A8C-4EE8-9D5B-8283D7A0923C}" dt="2026-02-03T05:21:10.412" v="50296"/>
          <ac:spMkLst>
            <pc:docMk/>
            <pc:sldMk cId="1774690008" sldId="263"/>
            <ac:spMk id="54" creationId="{BAF24D68-AB99-2CC2-C4F3-41DCD57663CB}"/>
          </ac:spMkLst>
        </pc:spChg>
        <pc:spChg chg="mod">
          <ac:chgData name="Freda Shi" userId="e3bafef1-15f2-4eeb-acbe-fa674bab7991" providerId="ADAL" clId="{9555FC65-5A8C-4EE8-9D5B-8283D7A0923C}" dt="2026-02-03T05:21:11.394" v="50297"/>
          <ac:spMkLst>
            <pc:docMk/>
            <pc:sldMk cId="1774690008" sldId="263"/>
            <ac:spMk id="55" creationId="{11EAC304-D7B7-94FA-C073-53140F2C354E}"/>
          </ac:spMkLst>
        </pc:spChg>
        <pc:spChg chg="add mod">
          <ac:chgData name="Freda Shi" userId="e3bafef1-15f2-4eeb-acbe-fa674bab7991" providerId="ADAL" clId="{9555FC65-5A8C-4EE8-9D5B-8283D7A0923C}" dt="2026-02-03T05:21:10.412" v="50296"/>
          <ac:spMkLst>
            <pc:docMk/>
            <pc:sldMk cId="1774690008" sldId="263"/>
            <ac:spMk id="56" creationId="{5288E892-30A4-8843-B6C1-CA98B19DE450}"/>
          </ac:spMkLst>
        </pc:spChg>
        <pc:spChg chg="mod">
          <ac:chgData name="Freda Shi" userId="e3bafef1-15f2-4eeb-acbe-fa674bab7991" providerId="ADAL" clId="{9555FC65-5A8C-4EE8-9D5B-8283D7A0923C}" dt="2026-02-03T05:21:11.394" v="50297"/>
          <ac:spMkLst>
            <pc:docMk/>
            <pc:sldMk cId="1774690008" sldId="263"/>
            <ac:spMk id="60" creationId="{29CEE61F-88A1-455B-3368-E5291623A6D5}"/>
          </ac:spMkLst>
        </pc:spChg>
        <pc:spChg chg="add mod">
          <ac:chgData name="Freda Shi" userId="e3bafef1-15f2-4eeb-acbe-fa674bab7991" providerId="ADAL" clId="{9555FC65-5A8C-4EE8-9D5B-8283D7A0923C}" dt="2026-02-03T05:21:11.394" v="50297"/>
          <ac:spMkLst>
            <pc:docMk/>
            <pc:sldMk cId="1774690008" sldId="263"/>
            <ac:spMk id="62" creationId="{F9E634E9-84A9-FDD4-6EF0-1D972F7A39D6}"/>
          </ac:spMkLst>
        </pc:spChg>
        <pc:spChg chg="add mod">
          <ac:chgData name="Freda Shi" userId="e3bafef1-15f2-4eeb-acbe-fa674bab7991" providerId="ADAL" clId="{9555FC65-5A8C-4EE8-9D5B-8283D7A0923C}" dt="2026-02-03T05:21:11.394" v="50297"/>
          <ac:spMkLst>
            <pc:docMk/>
            <pc:sldMk cId="1774690008" sldId="263"/>
            <ac:spMk id="64" creationId="{09476597-15E1-5E0A-1D51-DF6D8AC0D092}"/>
          </ac:spMkLst>
        </pc:spChg>
        <pc:spChg chg="mod">
          <ac:chgData name="Freda Shi" userId="e3bafef1-15f2-4eeb-acbe-fa674bab7991" providerId="ADAL" clId="{9555FC65-5A8C-4EE8-9D5B-8283D7A0923C}" dt="2026-02-03T05:21:11.394" v="50297"/>
          <ac:spMkLst>
            <pc:docMk/>
            <pc:sldMk cId="1774690008" sldId="263"/>
            <ac:spMk id="66" creationId="{C51606EC-B4D4-69E8-36DA-A2888E1AEC7C}"/>
          </ac:spMkLst>
        </pc:spChg>
        <pc:spChg chg="mod">
          <ac:chgData name="Freda Shi" userId="e3bafef1-15f2-4eeb-acbe-fa674bab7991" providerId="ADAL" clId="{9555FC65-5A8C-4EE8-9D5B-8283D7A0923C}" dt="2026-02-03T05:21:11.394" v="50297"/>
          <ac:spMkLst>
            <pc:docMk/>
            <pc:sldMk cId="1774690008" sldId="263"/>
            <ac:spMk id="67" creationId="{A2611AD9-8213-4DB6-3F2D-D5D0E801F78C}"/>
          </ac:spMkLst>
        </pc:spChg>
        <pc:spChg chg="add mod">
          <ac:chgData name="Freda Shi" userId="e3bafef1-15f2-4eeb-acbe-fa674bab7991" providerId="ADAL" clId="{9555FC65-5A8C-4EE8-9D5B-8283D7A0923C}" dt="2026-02-03T05:21:10.412" v="50296"/>
          <ac:spMkLst>
            <pc:docMk/>
            <pc:sldMk cId="1774690008" sldId="263"/>
            <ac:spMk id="68" creationId="{E7220141-A374-BAF3-7399-BFDE69E3986F}"/>
          </ac:spMkLst>
        </pc:spChg>
        <pc:spChg chg="mod">
          <ac:chgData name="Freda Shi" userId="e3bafef1-15f2-4eeb-acbe-fa674bab7991" providerId="ADAL" clId="{9555FC65-5A8C-4EE8-9D5B-8283D7A0923C}" dt="2026-02-03T05:21:11.394" v="50297"/>
          <ac:spMkLst>
            <pc:docMk/>
            <pc:sldMk cId="1774690008" sldId="263"/>
            <ac:spMk id="69" creationId="{270C0405-1769-DA58-53C7-F5E219CA6DB2}"/>
          </ac:spMkLst>
        </pc:spChg>
        <pc:spChg chg="add mod">
          <ac:chgData name="Freda Shi" userId="e3bafef1-15f2-4eeb-acbe-fa674bab7991" providerId="ADAL" clId="{9555FC65-5A8C-4EE8-9D5B-8283D7A0923C}" dt="2026-02-03T05:21:11.394" v="50297"/>
          <ac:spMkLst>
            <pc:docMk/>
            <pc:sldMk cId="1774690008" sldId="263"/>
            <ac:spMk id="71" creationId="{EA3B12D7-841E-6E04-671B-9008B570F4A4}"/>
          </ac:spMkLst>
        </pc:spChg>
        <pc:spChg chg="add mod">
          <ac:chgData name="Freda Shi" userId="e3bafef1-15f2-4eeb-acbe-fa674bab7991" providerId="ADAL" clId="{9555FC65-5A8C-4EE8-9D5B-8283D7A0923C}" dt="2026-02-03T05:21:10.412" v="50296"/>
          <ac:spMkLst>
            <pc:docMk/>
            <pc:sldMk cId="1774690008" sldId="263"/>
            <ac:spMk id="72" creationId="{65EE691D-EE94-D6F6-7EA4-D3BE61DEF3A5}"/>
          </ac:spMkLst>
        </pc:spChg>
        <pc:picChg chg="mod">
          <ac:chgData name="Freda Shi" userId="e3bafef1-15f2-4eeb-acbe-fa674bab7991" providerId="ADAL" clId="{9555FC65-5A8C-4EE8-9D5B-8283D7A0923C}" dt="2026-02-03T05:23:30.581" v="50397" actId="1038"/>
          <ac:picMkLst>
            <pc:docMk/>
            <pc:sldMk cId="1774690008" sldId="263"/>
            <ac:picMk id="6" creationId="{5496175A-7755-1B16-740F-31D9E8EB9D90}"/>
          </ac:picMkLst>
        </pc:picChg>
      </pc:sldChg>
      <pc:sldChg chg="addSp delSp modSp add mod">
        <pc:chgData name="Freda Shi" userId="e3bafef1-15f2-4eeb-acbe-fa674bab7991" providerId="ADAL" clId="{9555FC65-5A8C-4EE8-9D5B-8283D7A0923C}" dt="2026-02-03T05:22:59.238" v="50387" actId="2711"/>
        <pc:sldMkLst>
          <pc:docMk/>
          <pc:sldMk cId="2398741399" sldId="264"/>
        </pc:sldMkLst>
        <pc:spChg chg="mod">
          <ac:chgData name="Freda Shi" userId="e3bafef1-15f2-4eeb-acbe-fa674bab7991" providerId="ADAL" clId="{9555FC65-5A8C-4EE8-9D5B-8283D7A0923C}" dt="2026-02-03T05:22:59.238" v="50387" actId="2711"/>
          <ac:spMkLst>
            <pc:docMk/>
            <pc:sldMk cId="2398741399" sldId="264"/>
            <ac:spMk id="2" creationId="{8362013F-FDE6-8CBC-ED5C-CA81C63DE716}"/>
          </ac:spMkLst>
        </pc:spChg>
        <pc:spChg chg="mod">
          <ac:chgData name="Freda Shi" userId="e3bafef1-15f2-4eeb-acbe-fa674bab7991" providerId="ADAL" clId="{9555FC65-5A8C-4EE8-9D5B-8283D7A0923C}" dt="2026-02-03T05:22:59.238" v="50387" actId="2711"/>
          <ac:spMkLst>
            <pc:docMk/>
            <pc:sldMk cId="2398741399" sldId="264"/>
            <ac:spMk id="4" creationId="{B8265383-8CD3-FFEA-7182-0137FF4A6515}"/>
          </ac:spMkLst>
        </pc:spChg>
        <pc:spChg chg="mod">
          <ac:chgData name="Freda Shi" userId="e3bafef1-15f2-4eeb-acbe-fa674bab7991" providerId="ADAL" clId="{9555FC65-5A8C-4EE8-9D5B-8283D7A0923C}" dt="2026-02-03T05:22:59.238" v="50387" actId="2711"/>
          <ac:spMkLst>
            <pc:docMk/>
            <pc:sldMk cId="2398741399" sldId="264"/>
            <ac:spMk id="5" creationId="{B89132FA-8640-4F67-C9BE-096245805403}"/>
          </ac:spMkLst>
        </pc:spChg>
        <pc:spChg chg="del">
          <ac:chgData name="Freda Shi" userId="e3bafef1-15f2-4eeb-acbe-fa674bab7991" providerId="ADAL" clId="{9555FC65-5A8C-4EE8-9D5B-8283D7A0923C}" dt="2026-02-03T05:22:12.207" v="50330" actId="478"/>
          <ac:spMkLst>
            <pc:docMk/>
            <pc:sldMk cId="2398741399" sldId="264"/>
            <ac:spMk id="7" creationId="{867C4D98-E950-CB09-6779-327ED186A7B9}"/>
          </ac:spMkLst>
        </pc:spChg>
        <pc:spChg chg="del">
          <ac:chgData name="Freda Shi" userId="e3bafef1-15f2-4eeb-acbe-fa674bab7991" providerId="ADAL" clId="{9555FC65-5A8C-4EE8-9D5B-8283D7A0923C}" dt="2026-02-03T05:22:12.207" v="50330" actId="478"/>
          <ac:spMkLst>
            <pc:docMk/>
            <pc:sldMk cId="2398741399" sldId="264"/>
            <ac:spMk id="9" creationId="{387D0AD4-FFA4-6837-7195-8B581A471524}"/>
          </ac:spMkLst>
        </pc:spChg>
        <pc:spChg chg="del">
          <ac:chgData name="Freda Shi" userId="e3bafef1-15f2-4eeb-acbe-fa674bab7991" providerId="ADAL" clId="{9555FC65-5A8C-4EE8-9D5B-8283D7A0923C}" dt="2026-02-03T05:22:12.207" v="50330" actId="478"/>
          <ac:spMkLst>
            <pc:docMk/>
            <pc:sldMk cId="2398741399" sldId="264"/>
            <ac:spMk id="10" creationId="{1AB937E6-4F1F-E95E-087D-AD5A5F3E4316}"/>
          </ac:spMkLst>
        </pc:spChg>
        <pc:spChg chg="del">
          <ac:chgData name="Freda Shi" userId="e3bafef1-15f2-4eeb-acbe-fa674bab7991" providerId="ADAL" clId="{9555FC65-5A8C-4EE8-9D5B-8283D7A0923C}" dt="2026-02-03T05:22:12.207" v="50330" actId="478"/>
          <ac:spMkLst>
            <pc:docMk/>
            <pc:sldMk cId="2398741399" sldId="264"/>
            <ac:spMk id="11" creationId="{ED4DB7CF-4603-DDC5-BB60-795EFBB2028F}"/>
          </ac:spMkLst>
        </pc:spChg>
        <pc:spChg chg="del">
          <ac:chgData name="Freda Shi" userId="e3bafef1-15f2-4eeb-acbe-fa674bab7991" providerId="ADAL" clId="{9555FC65-5A8C-4EE8-9D5B-8283D7A0923C}" dt="2026-02-03T05:22:12.207" v="50330" actId="478"/>
          <ac:spMkLst>
            <pc:docMk/>
            <pc:sldMk cId="2398741399" sldId="264"/>
            <ac:spMk id="22" creationId="{4A75127B-118C-CB59-86C1-5AB198F6B950}"/>
          </ac:spMkLst>
        </pc:spChg>
        <pc:spChg chg="del">
          <ac:chgData name="Freda Shi" userId="e3bafef1-15f2-4eeb-acbe-fa674bab7991" providerId="ADAL" clId="{9555FC65-5A8C-4EE8-9D5B-8283D7A0923C}" dt="2026-02-03T05:22:12.207" v="50330" actId="478"/>
          <ac:spMkLst>
            <pc:docMk/>
            <pc:sldMk cId="2398741399" sldId="264"/>
            <ac:spMk id="24" creationId="{C1C92BC5-3E28-0588-BD55-AD1F60516EC4}"/>
          </ac:spMkLst>
        </pc:spChg>
        <pc:spChg chg="del">
          <ac:chgData name="Freda Shi" userId="e3bafef1-15f2-4eeb-acbe-fa674bab7991" providerId="ADAL" clId="{9555FC65-5A8C-4EE8-9D5B-8283D7A0923C}" dt="2026-02-03T05:22:12.207" v="50330" actId="478"/>
          <ac:spMkLst>
            <pc:docMk/>
            <pc:sldMk cId="2398741399" sldId="264"/>
            <ac:spMk id="30" creationId="{1AC7C808-7F3D-467A-1C3A-7B04D7F052E9}"/>
          </ac:spMkLst>
        </pc:spChg>
        <pc:spChg chg="del">
          <ac:chgData name="Freda Shi" userId="e3bafef1-15f2-4eeb-acbe-fa674bab7991" providerId="ADAL" clId="{9555FC65-5A8C-4EE8-9D5B-8283D7A0923C}" dt="2026-02-03T05:22:12.207" v="50330" actId="478"/>
          <ac:spMkLst>
            <pc:docMk/>
            <pc:sldMk cId="2398741399" sldId="264"/>
            <ac:spMk id="32" creationId="{7FF49F58-457F-8F70-CC30-CDC8C9FC8CC1}"/>
          </ac:spMkLst>
        </pc:spChg>
        <pc:spChg chg="del">
          <ac:chgData name="Freda Shi" userId="e3bafef1-15f2-4eeb-acbe-fa674bab7991" providerId="ADAL" clId="{9555FC65-5A8C-4EE8-9D5B-8283D7A0923C}" dt="2026-02-03T05:22:12.207" v="50330" actId="478"/>
          <ac:spMkLst>
            <pc:docMk/>
            <pc:sldMk cId="2398741399" sldId="264"/>
            <ac:spMk id="33" creationId="{7050D161-179B-E87D-D734-55697840F344}"/>
          </ac:spMkLst>
        </pc:spChg>
        <pc:spChg chg="del">
          <ac:chgData name="Freda Shi" userId="e3bafef1-15f2-4eeb-acbe-fa674bab7991" providerId="ADAL" clId="{9555FC65-5A8C-4EE8-9D5B-8283D7A0923C}" dt="2026-02-03T05:22:12.207" v="50330" actId="478"/>
          <ac:spMkLst>
            <pc:docMk/>
            <pc:sldMk cId="2398741399" sldId="264"/>
            <ac:spMk id="34" creationId="{8EF78375-DBF3-8F2F-829A-4E1DFA82AF9C}"/>
          </ac:spMkLst>
        </pc:spChg>
        <pc:spChg chg="add mod">
          <ac:chgData name="Freda Shi" userId="e3bafef1-15f2-4eeb-acbe-fa674bab7991" providerId="ADAL" clId="{9555FC65-5A8C-4EE8-9D5B-8283D7A0923C}" dt="2026-02-03T05:22:24.435" v="50379" actId="1036"/>
          <ac:spMkLst>
            <pc:docMk/>
            <pc:sldMk cId="2398741399" sldId="264"/>
            <ac:spMk id="47" creationId="{FB6D1D6A-8806-ECC8-F1A5-C201FD17488E}"/>
          </ac:spMkLst>
        </pc:spChg>
        <pc:spChg chg="mod">
          <ac:chgData name="Freda Shi" userId="e3bafef1-15f2-4eeb-acbe-fa674bab7991" providerId="ADAL" clId="{9555FC65-5A8C-4EE8-9D5B-8283D7A0923C}" dt="2026-02-03T05:22:27.439" v="50381"/>
          <ac:spMkLst>
            <pc:docMk/>
            <pc:sldMk cId="2398741399" sldId="264"/>
            <ac:spMk id="49" creationId="{D26EEB3C-8BE2-092E-E4DD-0AB2D39DB178}"/>
          </ac:spMkLst>
        </pc:spChg>
        <pc:spChg chg="mod">
          <ac:chgData name="Freda Shi" userId="e3bafef1-15f2-4eeb-acbe-fa674bab7991" providerId="ADAL" clId="{9555FC65-5A8C-4EE8-9D5B-8283D7A0923C}" dt="2026-02-03T05:22:27.439" v="50381"/>
          <ac:spMkLst>
            <pc:docMk/>
            <pc:sldMk cId="2398741399" sldId="264"/>
            <ac:spMk id="51" creationId="{C165348B-580C-D58F-93FE-241FD430F2E4}"/>
          </ac:spMkLst>
        </pc:spChg>
        <pc:spChg chg="add mod">
          <ac:chgData name="Freda Shi" userId="e3bafef1-15f2-4eeb-acbe-fa674bab7991" providerId="ADAL" clId="{9555FC65-5A8C-4EE8-9D5B-8283D7A0923C}" dt="2026-02-03T05:22:27.439" v="50381"/>
          <ac:spMkLst>
            <pc:docMk/>
            <pc:sldMk cId="2398741399" sldId="264"/>
            <ac:spMk id="52" creationId="{DCCE679F-B373-522D-2709-72ACF60B3A54}"/>
          </ac:spMkLst>
        </pc:spChg>
        <pc:spChg chg="mod">
          <ac:chgData name="Freda Shi" userId="e3bafef1-15f2-4eeb-acbe-fa674bab7991" providerId="ADAL" clId="{9555FC65-5A8C-4EE8-9D5B-8283D7A0923C}" dt="2026-02-03T05:22:27.439" v="50381"/>
          <ac:spMkLst>
            <pc:docMk/>
            <pc:sldMk cId="2398741399" sldId="264"/>
            <ac:spMk id="53" creationId="{17E179D8-039C-EBF1-5BD2-763A2CE7171F}"/>
          </ac:spMkLst>
        </pc:spChg>
        <pc:spChg chg="add mod">
          <ac:chgData name="Freda Shi" userId="e3bafef1-15f2-4eeb-acbe-fa674bab7991" providerId="ADAL" clId="{9555FC65-5A8C-4EE8-9D5B-8283D7A0923C}" dt="2026-02-03T05:22:27.439" v="50381"/>
          <ac:spMkLst>
            <pc:docMk/>
            <pc:sldMk cId="2398741399" sldId="264"/>
            <ac:spMk id="54" creationId="{B6D4120D-F56F-3291-609D-9C2266246130}"/>
          </ac:spMkLst>
        </pc:spChg>
        <pc:spChg chg="add mod">
          <ac:chgData name="Freda Shi" userId="e3bafef1-15f2-4eeb-acbe-fa674bab7991" providerId="ADAL" clId="{9555FC65-5A8C-4EE8-9D5B-8283D7A0923C}" dt="2026-02-03T05:22:27.439" v="50381"/>
          <ac:spMkLst>
            <pc:docMk/>
            <pc:sldMk cId="2398741399" sldId="264"/>
            <ac:spMk id="56" creationId="{DDDA4634-CADC-ABE0-1FF9-A41A1EE844D0}"/>
          </ac:spMkLst>
        </pc:spChg>
        <pc:spChg chg="add mod">
          <ac:chgData name="Freda Shi" userId="e3bafef1-15f2-4eeb-acbe-fa674bab7991" providerId="ADAL" clId="{9555FC65-5A8C-4EE8-9D5B-8283D7A0923C}" dt="2026-02-03T05:22:27.439" v="50381"/>
          <ac:spMkLst>
            <pc:docMk/>
            <pc:sldMk cId="2398741399" sldId="264"/>
            <ac:spMk id="63" creationId="{C66F32A1-5318-8E6F-3516-1315BF6E1B63}"/>
          </ac:spMkLst>
        </pc:spChg>
        <pc:spChg chg="add mod">
          <ac:chgData name="Freda Shi" userId="e3bafef1-15f2-4eeb-acbe-fa674bab7991" providerId="ADAL" clId="{9555FC65-5A8C-4EE8-9D5B-8283D7A0923C}" dt="2026-02-03T05:22:24.435" v="50379" actId="1036"/>
          <ac:spMkLst>
            <pc:docMk/>
            <pc:sldMk cId="2398741399" sldId="264"/>
            <ac:spMk id="67" creationId="{FA279E81-46E3-75A7-01BF-2A848F219A7F}"/>
          </ac:spMkLst>
        </pc:spChg>
        <pc:spChg chg="add mod">
          <ac:chgData name="Freda Shi" userId="e3bafef1-15f2-4eeb-acbe-fa674bab7991" providerId="ADAL" clId="{9555FC65-5A8C-4EE8-9D5B-8283D7A0923C}" dt="2026-02-03T05:22:24.435" v="50379" actId="1036"/>
          <ac:spMkLst>
            <pc:docMk/>
            <pc:sldMk cId="2398741399" sldId="264"/>
            <ac:spMk id="70" creationId="{DCACA6D7-B5FF-2C3C-6EA8-6FAB0AAAF713}"/>
          </ac:spMkLst>
        </pc:spChg>
        <pc:spChg chg="add mod">
          <ac:chgData name="Freda Shi" userId="e3bafef1-15f2-4eeb-acbe-fa674bab7991" providerId="ADAL" clId="{9555FC65-5A8C-4EE8-9D5B-8283D7A0923C}" dt="2026-02-03T05:22:24.435" v="50379" actId="1036"/>
          <ac:spMkLst>
            <pc:docMk/>
            <pc:sldMk cId="2398741399" sldId="264"/>
            <ac:spMk id="71" creationId="{AB91E76A-6233-17FE-EEBA-5C8078C4CC76}"/>
          </ac:spMkLst>
        </pc:spChg>
        <pc:spChg chg="add mod">
          <ac:chgData name="Freda Shi" userId="e3bafef1-15f2-4eeb-acbe-fa674bab7991" providerId="ADAL" clId="{9555FC65-5A8C-4EE8-9D5B-8283D7A0923C}" dt="2026-02-03T05:22:27.439" v="50381"/>
          <ac:spMkLst>
            <pc:docMk/>
            <pc:sldMk cId="2398741399" sldId="264"/>
            <ac:spMk id="72" creationId="{089735F0-313B-1B31-A64F-8FB38D7CC0C5}"/>
          </ac:spMkLst>
        </pc:spChg>
        <pc:spChg chg="mod">
          <ac:chgData name="Freda Shi" userId="e3bafef1-15f2-4eeb-acbe-fa674bab7991" providerId="ADAL" clId="{9555FC65-5A8C-4EE8-9D5B-8283D7A0923C}" dt="2026-02-03T05:22:27.439" v="50381"/>
          <ac:spMkLst>
            <pc:docMk/>
            <pc:sldMk cId="2398741399" sldId="264"/>
            <ac:spMk id="74" creationId="{550082C6-2F70-76DF-84D0-A44BD8FFC2FE}"/>
          </ac:spMkLst>
        </pc:spChg>
        <pc:spChg chg="add mod">
          <ac:chgData name="Freda Shi" userId="e3bafef1-15f2-4eeb-acbe-fa674bab7991" providerId="ADAL" clId="{9555FC65-5A8C-4EE8-9D5B-8283D7A0923C}" dt="2026-02-03T05:22:27.439" v="50381"/>
          <ac:spMkLst>
            <pc:docMk/>
            <pc:sldMk cId="2398741399" sldId="264"/>
            <ac:spMk id="77" creationId="{D2267B83-2A19-3BEF-9937-024EECE21E43}"/>
          </ac:spMkLst>
        </pc:spChg>
        <pc:spChg chg="add mod">
          <ac:chgData name="Freda Shi" userId="e3bafef1-15f2-4eeb-acbe-fa674bab7991" providerId="ADAL" clId="{9555FC65-5A8C-4EE8-9D5B-8283D7A0923C}" dt="2026-02-03T05:22:45.719" v="50385" actId="164"/>
          <ac:spMkLst>
            <pc:docMk/>
            <pc:sldMk cId="2398741399" sldId="264"/>
            <ac:spMk id="103" creationId="{FB6D1D6A-8806-ECC8-F1A5-C201FD17488E}"/>
          </ac:spMkLst>
        </pc:spChg>
        <pc:spChg chg="add mod">
          <ac:chgData name="Freda Shi" userId="e3bafef1-15f2-4eeb-acbe-fa674bab7991" providerId="ADAL" clId="{9555FC65-5A8C-4EE8-9D5B-8283D7A0923C}" dt="2026-02-03T05:22:45.719" v="50385" actId="164"/>
          <ac:spMkLst>
            <pc:docMk/>
            <pc:sldMk cId="2398741399" sldId="264"/>
            <ac:spMk id="104" creationId="{6523AF3A-7667-2761-3F05-0243876DCC34}"/>
          </ac:spMkLst>
        </pc:spChg>
        <pc:spChg chg="add mod">
          <ac:chgData name="Freda Shi" userId="e3bafef1-15f2-4eeb-acbe-fa674bab7991" providerId="ADAL" clId="{9555FC65-5A8C-4EE8-9D5B-8283D7A0923C}" dt="2026-02-03T05:22:45.719" v="50385" actId="164"/>
          <ac:spMkLst>
            <pc:docMk/>
            <pc:sldMk cId="2398741399" sldId="264"/>
            <ac:spMk id="106" creationId="{E68C7A58-7323-A7CB-8E56-05CB21017409}"/>
          </ac:spMkLst>
        </pc:spChg>
        <pc:spChg chg="add mod">
          <ac:chgData name="Freda Shi" userId="e3bafef1-15f2-4eeb-acbe-fa674bab7991" providerId="ADAL" clId="{9555FC65-5A8C-4EE8-9D5B-8283D7A0923C}" dt="2026-02-03T05:22:59.238" v="50387" actId="2711"/>
          <ac:spMkLst>
            <pc:docMk/>
            <pc:sldMk cId="2398741399" sldId="264"/>
            <ac:spMk id="110" creationId="{B6D4120D-F56F-3291-609D-9C2266246130}"/>
          </ac:spMkLst>
        </pc:spChg>
        <pc:spChg chg="add mod">
          <ac:chgData name="Freda Shi" userId="e3bafef1-15f2-4eeb-acbe-fa674bab7991" providerId="ADAL" clId="{9555FC65-5A8C-4EE8-9D5B-8283D7A0923C}" dt="2026-02-03T05:22:59.238" v="50387" actId="2711"/>
          <ac:spMkLst>
            <pc:docMk/>
            <pc:sldMk cId="2398741399" sldId="264"/>
            <ac:spMk id="112" creationId="{DDDA4634-CADC-ABE0-1FF9-A41A1EE844D0}"/>
          </ac:spMkLst>
        </pc:spChg>
        <pc:spChg chg="add mod">
          <ac:chgData name="Freda Shi" userId="e3bafef1-15f2-4eeb-acbe-fa674bab7991" providerId="ADAL" clId="{9555FC65-5A8C-4EE8-9D5B-8283D7A0923C}" dt="2026-02-03T05:22:59.238" v="50387" actId="2711"/>
          <ac:spMkLst>
            <pc:docMk/>
            <pc:sldMk cId="2398741399" sldId="264"/>
            <ac:spMk id="120" creationId="{5185C03B-1FCD-6F03-AA95-A4EC13DF4952}"/>
          </ac:spMkLst>
        </pc:spChg>
        <pc:spChg chg="add mod">
          <ac:chgData name="Freda Shi" userId="e3bafef1-15f2-4eeb-acbe-fa674bab7991" providerId="ADAL" clId="{9555FC65-5A8C-4EE8-9D5B-8283D7A0923C}" dt="2026-02-03T05:22:59.238" v="50387" actId="2711"/>
          <ac:spMkLst>
            <pc:docMk/>
            <pc:sldMk cId="2398741399" sldId="264"/>
            <ac:spMk id="122" creationId="{0391D883-9EC9-C346-D76E-7BA67583E448}"/>
          </ac:spMkLst>
        </pc:spChg>
        <pc:spChg chg="add mod">
          <ac:chgData name="Freda Shi" userId="e3bafef1-15f2-4eeb-acbe-fa674bab7991" providerId="ADAL" clId="{9555FC65-5A8C-4EE8-9D5B-8283D7A0923C}" dt="2026-02-03T05:22:59.238" v="50387" actId="2711"/>
          <ac:spMkLst>
            <pc:docMk/>
            <pc:sldMk cId="2398741399" sldId="264"/>
            <ac:spMk id="123" creationId="{FA279E81-46E3-75A7-01BF-2A848F219A7F}"/>
          </ac:spMkLst>
        </pc:spChg>
        <pc:spChg chg="add mod">
          <ac:chgData name="Freda Shi" userId="e3bafef1-15f2-4eeb-acbe-fa674bab7991" providerId="ADAL" clId="{9555FC65-5A8C-4EE8-9D5B-8283D7A0923C}" dt="2026-02-03T05:22:59.238" v="50387" actId="2711"/>
          <ac:spMkLst>
            <pc:docMk/>
            <pc:sldMk cId="2398741399" sldId="264"/>
            <ac:spMk id="127" creationId="{AB91E76A-6233-17FE-EEBA-5C8078C4CC76}"/>
          </ac:spMkLst>
        </pc:spChg>
        <pc:spChg chg="add mod">
          <ac:chgData name="Freda Shi" userId="e3bafef1-15f2-4eeb-acbe-fa674bab7991" providerId="ADAL" clId="{9555FC65-5A8C-4EE8-9D5B-8283D7A0923C}" dt="2026-02-03T05:22:59.238" v="50387" actId="2711"/>
          <ac:spMkLst>
            <pc:docMk/>
            <pc:sldMk cId="2398741399" sldId="264"/>
            <ac:spMk id="129" creationId="{34DA07FE-3EF4-9989-4B76-F1B300144B14}"/>
          </ac:spMkLst>
        </pc:spChg>
        <pc:grpChg chg="mod">
          <ac:chgData name="Freda Shi" userId="e3bafef1-15f2-4eeb-acbe-fa674bab7991" providerId="ADAL" clId="{9555FC65-5A8C-4EE8-9D5B-8283D7A0923C}" dt="2026-02-03T05:22:51.135" v="50386" actId="1076"/>
          <ac:grpSpMkLst>
            <pc:docMk/>
            <pc:sldMk cId="2398741399" sldId="264"/>
            <ac:grpSpMk id="162" creationId="{EA22FD68-88FC-B1C3-AAD0-FD630441CE07}"/>
          </ac:grpSpMkLst>
        </pc:grpChg>
        <pc:picChg chg="add mod">
          <ac:chgData name="Freda Shi" userId="e3bafef1-15f2-4eeb-acbe-fa674bab7991" providerId="ADAL" clId="{9555FC65-5A8C-4EE8-9D5B-8283D7A0923C}" dt="2026-02-03T05:22:01.300" v="50329" actId="1076"/>
          <ac:picMkLst>
            <pc:docMk/>
            <pc:sldMk cId="2398741399" sldId="264"/>
            <ac:picMk id="3" creationId="{901FB991-3B7C-7028-C183-B1BF780B43C1}"/>
          </ac:picMkLst>
        </pc:picChg>
        <pc:picChg chg="mod">
          <ac:chgData name="Freda Shi" userId="e3bafef1-15f2-4eeb-acbe-fa674bab7991" providerId="ADAL" clId="{9555FC65-5A8C-4EE8-9D5B-8283D7A0923C}" dt="2026-02-03T05:21:27.902" v="50312" actId="1076"/>
          <ac:picMkLst>
            <pc:docMk/>
            <pc:sldMk cId="2398741399" sldId="264"/>
            <ac:picMk id="6" creationId="{EDA821A3-7911-99A6-02DC-27B8E85F3272}"/>
          </ac:picMkLst>
        </pc:picChg>
      </pc:sldChg>
      <pc:sldChg chg="addSp delSp modSp new mod">
        <pc:chgData name="Freda Shi" userId="e3bafef1-15f2-4eeb-acbe-fa674bab7991" providerId="ADAL" clId="{9555FC65-5A8C-4EE8-9D5B-8283D7A0923C}" dt="2026-02-03T05:29:13.452" v="50596" actId="20577"/>
        <pc:sldMkLst>
          <pc:docMk/>
          <pc:sldMk cId="158957623" sldId="265"/>
        </pc:sldMkLst>
        <pc:spChg chg="mod">
          <ac:chgData name="Freda Shi" userId="e3bafef1-15f2-4eeb-acbe-fa674bab7991" providerId="ADAL" clId="{9555FC65-5A8C-4EE8-9D5B-8283D7A0923C}" dt="2026-02-03T05:27:16.171" v="50502" actId="113"/>
          <ac:spMkLst>
            <pc:docMk/>
            <pc:sldMk cId="158957623" sldId="265"/>
            <ac:spMk id="2" creationId="{3F00995B-A192-DB02-D46F-E7F3C55A2B1B}"/>
          </ac:spMkLst>
        </pc:spChg>
        <pc:spChg chg="del">
          <ac:chgData name="Freda Shi" userId="e3bafef1-15f2-4eeb-acbe-fa674bab7991" providerId="ADAL" clId="{9555FC65-5A8C-4EE8-9D5B-8283D7A0923C}" dt="2026-02-03T05:26:30.133" v="50475" actId="478"/>
          <ac:spMkLst>
            <pc:docMk/>
            <pc:sldMk cId="158957623" sldId="265"/>
            <ac:spMk id="3" creationId="{21378211-A6B2-8319-B709-51EDAE023AB0}"/>
          </ac:spMkLst>
        </pc:spChg>
        <pc:spChg chg="add mod">
          <ac:chgData name="Freda Shi" userId="e3bafef1-15f2-4eeb-acbe-fa674bab7991" providerId="ADAL" clId="{9555FC65-5A8C-4EE8-9D5B-8283D7A0923C}" dt="2026-02-03T05:27:31.856" v="50530" actId="20577"/>
          <ac:spMkLst>
            <pc:docMk/>
            <pc:sldMk cId="158957623" sldId="265"/>
            <ac:spMk id="5" creationId="{1EECD12E-5E67-14BF-903C-34FB231E779C}"/>
          </ac:spMkLst>
        </pc:spChg>
        <pc:spChg chg="add mod">
          <ac:chgData name="Freda Shi" userId="e3bafef1-15f2-4eeb-acbe-fa674bab7991" providerId="ADAL" clId="{9555FC65-5A8C-4EE8-9D5B-8283D7A0923C}" dt="2026-02-03T05:29:13.452" v="50596" actId="20577"/>
          <ac:spMkLst>
            <pc:docMk/>
            <pc:sldMk cId="158957623" sldId="265"/>
            <ac:spMk id="6" creationId="{B373D4B8-1509-B9C8-4558-D58382C36F36}"/>
          </ac:spMkLst>
        </pc:spChg>
      </pc:sldChg>
      <pc:sldChg chg="addSp delSp modSp new mod modAnim">
        <pc:chgData name="Freda Shi" userId="e3bafef1-15f2-4eeb-acbe-fa674bab7991" providerId="ADAL" clId="{9555FC65-5A8C-4EE8-9D5B-8283D7A0923C}" dt="2026-02-04T03:58:19.308" v="50895" actId="5793"/>
        <pc:sldMkLst>
          <pc:docMk/>
          <pc:sldMk cId="3579398967" sldId="266"/>
        </pc:sldMkLst>
        <pc:spChg chg="mod">
          <ac:chgData name="Freda Shi" userId="e3bafef1-15f2-4eeb-acbe-fa674bab7991" providerId="ADAL" clId="{9555FC65-5A8C-4EE8-9D5B-8283D7A0923C}" dt="2026-02-03T05:33:26.192" v="50616" actId="20577"/>
          <ac:spMkLst>
            <pc:docMk/>
            <pc:sldMk cId="3579398967" sldId="266"/>
            <ac:spMk id="2" creationId="{63CC7DE8-475E-037E-57C4-5CF58D9D9F9F}"/>
          </ac:spMkLst>
        </pc:spChg>
        <pc:spChg chg="del">
          <ac:chgData name="Freda Shi" userId="e3bafef1-15f2-4eeb-acbe-fa674bab7991" providerId="ADAL" clId="{9555FC65-5A8C-4EE8-9D5B-8283D7A0923C}" dt="2026-02-03T05:33:29.320" v="50617" actId="478"/>
          <ac:spMkLst>
            <pc:docMk/>
            <pc:sldMk cId="3579398967" sldId="266"/>
            <ac:spMk id="3" creationId="{6F1182DB-76D0-728F-6626-3FC57543CF2D}"/>
          </ac:spMkLst>
        </pc:spChg>
        <pc:spChg chg="add mod">
          <ac:chgData name="Freda Shi" userId="e3bafef1-15f2-4eeb-acbe-fa674bab7991" providerId="ADAL" clId="{9555FC65-5A8C-4EE8-9D5B-8283D7A0923C}" dt="2026-02-04T03:58:19.308" v="50895" actId="5793"/>
          <ac:spMkLst>
            <pc:docMk/>
            <pc:sldMk cId="3579398967" sldId="266"/>
            <ac:spMk id="5" creationId="{A77B3BC9-9855-F0A6-9298-F5EAEBBC6430}"/>
          </ac:spMkLst>
        </pc:spChg>
        <pc:spChg chg="add mod">
          <ac:chgData name="Freda Shi" userId="e3bafef1-15f2-4eeb-acbe-fa674bab7991" providerId="ADAL" clId="{9555FC65-5A8C-4EE8-9D5B-8283D7A0923C}" dt="2026-02-03T05:34:29.752" v="50685" actId="20577"/>
          <ac:spMkLst>
            <pc:docMk/>
            <pc:sldMk cId="3579398967" sldId="266"/>
            <ac:spMk id="14" creationId="{675C2EFB-3380-1AC1-FCCD-17CD2626F6A2}"/>
          </ac:spMkLst>
        </pc:spChg>
        <pc:spChg chg="add mod">
          <ac:chgData name="Freda Shi" userId="e3bafef1-15f2-4eeb-acbe-fa674bab7991" providerId="ADAL" clId="{9555FC65-5A8C-4EE8-9D5B-8283D7A0923C}" dt="2026-02-04T03:58:07.613" v="50888" actId="14100"/>
          <ac:spMkLst>
            <pc:docMk/>
            <pc:sldMk cId="3579398967" sldId="266"/>
            <ac:spMk id="28" creationId="{5E31B1E8-CB44-FDF7-D7DE-6988A2DD4720}"/>
          </ac:spMkLst>
        </pc:spChg>
        <pc:picChg chg="add mod">
          <ac:chgData name="Freda Shi" userId="e3bafef1-15f2-4eeb-acbe-fa674bab7991" providerId="ADAL" clId="{9555FC65-5A8C-4EE8-9D5B-8283D7A0923C}" dt="2026-02-03T05:33:41.912" v="50620" actId="732"/>
          <ac:picMkLst>
            <pc:docMk/>
            <pc:sldMk cId="3579398967" sldId="266"/>
            <ac:picMk id="6" creationId="{BB8B0009-45B7-B38D-470C-FFDBB453F035}"/>
          </ac:picMkLst>
        </pc:picChg>
        <pc:picChg chg="add mod">
          <ac:chgData name="Freda Shi" userId="e3bafef1-15f2-4eeb-acbe-fa674bab7991" providerId="ADAL" clId="{9555FC65-5A8C-4EE8-9D5B-8283D7A0923C}" dt="2026-02-03T05:33:33.993" v="50619" actId="2711"/>
          <ac:picMkLst>
            <pc:docMk/>
            <pc:sldMk cId="3579398967" sldId="266"/>
            <ac:picMk id="7" creationId="{A682743E-7CFA-449B-6A0A-F609809762A8}"/>
          </ac:picMkLst>
        </pc:picChg>
        <pc:picChg chg="add mod">
          <ac:chgData name="Freda Shi" userId="e3bafef1-15f2-4eeb-acbe-fa674bab7991" providerId="ADAL" clId="{9555FC65-5A8C-4EE8-9D5B-8283D7A0923C}" dt="2026-02-03T05:33:33.993" v="50619" actId="2711"/>
          <ac:picMkLst>
            <pc:docMk/>
            <pc:sldMk cId="3579398967" sldId="266"/>
            <ac:picMk id="8" creationId="{01060D90-77A7-89ED-0182-DC4EC1C48E41}"/>
          </ac:picMkLst>
        </pc:picChg>
        <pc:picChg chg="add mod">
          <ac:chgData name="Freda Shi" userId="e3bafef1-15f2-4eeb-acbe-fa674bab7991" providerId="ADAL" clId="{9555FC65-5A8C-4EE8-9D5B-8283D7A0923C}" dt="2026-02-03T05:33:33.993" v="50619" actId="2711"/>
          <ac:picMkLst>
            <pc:docMk/>
            <pc:sldMk cId="3579398967" sldId="266"/>
            <ac:picMk id="9" creationId="{ED152B7F-89C6-1EC3-A6B7-EDE672D6CB1A}"/>
          </ac:picMkLst>
        </pc:picChg>
        <pc:picChg chg="add mod">
          <ac:chgData name="Freda Shi" userId="e3bafef1-15f2-4eeb-acbe-fa674bab7991" providerId="ADAL" clId="{9555FC65-5A8C-4EE8-9D5B-8283D7A0923C}" dt="2026-02-03T05:33:33.993" v="50619" actId="2711"/>
          <ac:picMkLst>
            <pc:docMk/>
            <pc:sldMk cId="3579398967" sldId="266"/>
            <ac:picMk id="10" creationId="{3AFEFB81-2EE7-16A4-A7C4-B99050580B20}"/>
          </ac:picMkLst>
        </pc:picChg>
        <pc:picChg chg="add mod">
          <ac:chgData name="Freda Shi" userId="e3bafef1-15f2-4eeb-acbe-fa674bab7991" providerId="ADAL" clId="{9555FC65-5A8C-4EE8-9D5B-8283D7A0923C}" dt="2026-02-03T05:33:33.993" v="50619" actId="2711"/>
          <ac:picMkLst>
            <pc:docMk/>
            <pc:sldMk cId="3579398967" sldId="266"/>
            <ac:picMk id="11" creationId="{28B14DD1-984E-6E08-9BD8-8EEC030A09C0}"/>
          </ac:picMkLst>
        </pc:picChg>
        <pc:picChg chg="add mod">
          <ac:chgData name="Freda Shi" userId="e3bafef1-15f2-4eeb-acbe-fa674bab7991" providerId="ADAL" clId="{9555FC65-5A8C-4EE8-9D5B-8283D7A0923C}" dt="2026-02-03T05:33:33.993" v="50619" actId="2711"/>
          <ac:picMkLst>
            <pc:docMk/>
            <pc:sldMk cId="3579398967" sldId="266"/>
            <ac:picMk id="12" creationId="{46703205-F0A4-CE6A-105E-C9459556DF2F}"/>
          </ac:picMkLst>
        </pc:picChg>
        <pc:picChg chg="add mod">
          <ac:chgData name="Freda Shi" userId="e3bafef1-15f2-4eeb-acbe-fa674bab7991" providerId="ADAL" clId="{9555FC65-5A8C-4EE8-9D5B-8283D7A0923C}" dt="2026-02-03T05:33:33.993" v="50619" actId="2711"/>
          <ac:picMkLst>
            <pc:docMk/>
            <pc:sldMk cId="3579398967" sldId="266"/>
            <ac:picMk id="13" creationId="{A6383745-53F9-35AF-F207-D8406A0EDD09}"/>
          </ac:picMkLst>
        </pc:picChg>
        <pc:picChg chg="add mod">
          <ac:chgData name="Freda Shi" userId="e3bafef1-15f2-4eeb-acbe-fa674bab7991" providerId="ADAL" clId="{9555FC65-5A8C-4EE8-9D5B-8283D7A0923C}" dt="2026-02-03T05:35:47.240" v="50690" actId="1076"/>
          <ac:picMkLst>
            <pc:docMk/>
            <pc:sldMk cId="3579398967" sldId="266"/>
            <ac:picMk id="15" creationId="{1CB6C1D5-ADA7-1E84-1694-7881CE275E09}"/>
          </ac:picMkLst>
        </pc:picChg>
      </pc:sldChg>
      <pc:sldChg chg="addSp delSp modSp new mod delAnim modAnim">
        <pc:chgData name="Freda Shi" userId="e3bafef1-15f2-4eeb-acbe-fa674bab7991" providerId="ADAL" clId="{9555FC65-5A8C-4EE8-9D5B-8283D7A0923C}" dt="2026-02-04T04:17:48.366" v="51309" actId="962"/>
        <pc:sldMkLst>
          <pc:docMk/>
          <pc:sldMk cId="312839163" sldId="267"/>
        </pc:sldMkLst>
        <pc:spChg chg="mod">
          <ac:chgData name="Freda Shi" userId="e3bafef1-15f2-4eeb-acbe-fa674bab7991" providerId="ADAL" clId="{9555FC65-5A8C-4EE8-9D5B-8283D7A0923C}" dt="2026-02-03T05:36:23.967" v="50710" actId="20577"/>
          <ac:spMkLst>
            <pc:docMk/>
            <pc:sldMk cId="312839163" sldId="267"/>
            <ac:spMk id="2" creationId="{00C9C3D5-10F7-B6D4-7EF4-98F4A867E843}"/>
          </ac:spMkLst>
        </pc:spChg>
        <pc:spChg chg="del">
          <ac:chgData name="Freda Shi" userId="e3bafef1-15f2-4eeb-acbe-fa674bab7991" providerId="ADAL" clId="{9555FC65-5A8C-4EE8-9D5B-8283D7A0923C}" dt="2026-02-03T05:36:28.197" v="50711" actId="478"/>
          <ac:spMkLst>
            <pc:docMk/>
            <pc:sldMk cId="312839163" sldId="267"/>
            <ac:spMk id="3" creationId="{E33F1A84-764D-50AA-0790-6144761180F8}"/>
          </ac:spMkLst>
        </pc:spChg>
        <pc:spChg chg="add del mod">
          <ac:chgData name="Freda Shi" userId="e3bafef1-15f2-4eeb-acbe-fa674bab7991" providerId="ADAL" clId="{9555FC65-5A8C-4EE8-9D5B-8283D7A0923C}" dt="2026-02-03T05:36:55.304" v="50741"/>
          <ac:spMkLst>
            <pc:docMk/>
            <pc:sldMk cId="312839163" sldId="267"/>
            <ac:spMk id="23" creationId="{0F0C29BE-8820-6AD1-04B4-716611A1D699}"/>
          </ac:spMkLst>
        </pc:spChg>
        <pc:spChg chg="add del mod">
          <ac:chgData name="Freda Shi" userId="e3bafef1-15f2-4eeb-acbe-fa674bab7991" providerId="ADAL" clId="{9555FC65-5A8C-4EE8-9D5B-8283D7A0923C}" dt="2026-02-03T05:36:55.310" v="50743"/>
          <ac:spMkLst>
            <pc:docMk/>
            <pc:sldMk cId="312839163" sldId="267"/>
            <ac:spMk id="24" creationId="{CA9EEDDF-6174-DFDA-42E9-9DE116419B34}"/>
          </ac:spMkLst>
        </pc:spChg>
        <pc:spChg chg="add mod">
          <ac:chgData name="Freda Shi" userId="e3bafef1-15f2-4eeb-acbe-fa674bab7991" providerId="ADAL" clId="{9555FC65-5A8C-4EE8-9D5B-8283D7A0923C}" dt="2026-02-04T03:59:33.403" v="50931" actId="1036"/>
          <ac:spMkLst>
            <pc:docMk/>
            <pc:sldMk cId="312839163" sldId="267"/>
            <ac:spMk id="25" creationId="{F0D8BE29-1A88-A305-9721-054C6D35A033}"/>
          </ac:spMkLst>
        </pc:spChg>
        <pc:spChg chg="add mod">
          <ac:chgData name="Freda Shi" userId="e3bafef1-15f2-4eeb-acbe-fa674bab7991" providerId="ADAL" clId="{9555FC65-5A8C-4EE8-9D5B-8283D7A0923C}" dt="2026-02-04T03:59:33.403" v="50931" actId="1036"/>
          <ac:spMkLst>
            <pc:docMk/>
            <pc:sldMk cId="312839163" sldId="267"/>
            <ac:spMk id="26" creationId="{A951FB42-0761-0636-B477-E6B986ABBFE3}"/>
          </ac:spMkLst>
        </pc:spChg>
        <pc:spChg chg="add mod">
          <ac:chgData name="Freda Shi" userId="e3bafef1-15f2-4eeb-acbe-fa674bab7991" providerId="ADAL" clId="{9555FC65-5A8C-4EE8-9D5B-8283D7A0923C}" dt="2026-02-04T03:59:33.403" v="50931" actId="1036"/>
          <ac:spMkLst>
            <pc:docMk/>
            <pc:sldMk cId="312839163" sldId="267"/>
            <ac:spMk id="27" creationId="{28B2AE85-A316-DC4A-131A-38E712F7162D}"/>
          </ac:spMkLst>
        </pc:spChg>
        <pc:spChg chg="add del mod">
          <ac:chgData name="Freda Shi" userId="e3bafef1-15f2-4eeb-acbe-fa674bab7991" providerId="ADAL" clId="{9555FC65-5A8C-4EE8-9D5B-8283D7A0923C}" dt="2026-02-04T03:57:56.876" v="50884" actId="21"/>
          <ac:spMkLst>
            <pc:docMk/>
            <pc:sldMk cId="312839163" sldId="267"/>
            <ac:spMk id="28" creationId="{5E31B1E8-CB44-FDF7-D7DE-6988A2DD4720}"/>
          </ac:spMkLst>
        </pc:spChg>
        <pc:spChg chg="add mod">
          <ac:chgData name="Freda Shi" userId="e3bafef1-15f2-4eeb-acbe-fa674bab7991" providerId="ADAL" clId="{9555FC65-5A8C-4EE8-9D5B-8283D7A0923C}" dt="2026-02-04T04:02:02.143" v="50987"/>
          <ac:spMkLst>
            <pc:docMk/>
            <pc:sldMk cId="312839163" sldId="267"/>
            <ac:spMk id="29" creationId="{877D20A3-54E4-D04F-0797-561DF0B09B6E}"/>
          </ac:spMkLst>
        </pc:spChg>
        <pc:spChg chg="add del mod">
          <ac:chgData name="Freda Shi" userId="e3bafef1-15f2-4eeb-acbe-fa674bab7991" providerId="ADAL" clId="{9555FC65-5A8C-4EE8-9D5B-8283D7A0923C}" dt="2026-02-04T03:58:48.248" v="50898" actId="478"/>
          <ac:spMkLst>
            <pc:docMk/>
            <pc:sldMk cId="312839163" sldId="267"/>
            <ac:spMk id="32" creationId="{C3D6AFD8-C9BC-EA0D-A62A-CD5CB482B69A}"/>
          </ac:spMkLst>
        </pc:spChg>
        <pc:spChg chg="del topLvl">
          <ac:chgData name="Freda Shi" userId="e3bafef1-15f2-4eeb-acbe-fa674bab7991" providerId="ADAL" clId="{9555FC65-5A8C-4EE8-9D5B-8283D7A0923C}" dt="2026-02-04T04:02:24.469" v="51060" actId="478"/>
          <ac:spMkLst>
            <pc:docMk/>
            <pc:sldMk cId="312839163" sldId="267"/>
            <ac:spMk id="37" creationId="{5FB3169B-E8EA-7663-0F8C-80A85DBAFB40}"/>
          </ac:spMkLst>
        </pc:spChg>
        <pc:spChg chg="del topLvl">
          <ac:chgData name="Freda Shi" userId="e3bafef1-15f2-4eeb-acbe-fa674bab7991" providerId="ADAL" clId="{9555FC65-5A8C-4EE8-9D5B-8283D7A0923C}" dt="2026-02-04T04:02:24.458" v="51023" actId="478"/>
          <ac:spMkLst>
            <pc:docMk/>
            <pc:sldMk cId="312839163" sldId="267"/>
            <ac:spMk id="38" creationId="{E6F3C153-DDED-5BA7-C711-317BD3F1E356}"/>
          </ac:spMkLst>
        </pc:spChg>
        <pc:spChg chg="del">
          <ac:chgData name="Freda Shi" userId="e3bafef1-15f2-4eeb-acbe-fa674bab7991" providerId="ADAL" clId="{9555FC65-5A8C-4EE8-9D5B-8283D7A0923C}" dt="2026-02-04T04:02:24.458" v="51022" actId="478"/>
          <ac:spMkLst>
            <pc:docMk/>
            <pc:sldMk cId="312839163" sldId="267"/>
            <ac:spMk id="39" creationId="{A564DB68-7518-63D7-8CC1-916BE3825C40}"/>
          </ac:spMkLst>
        </pc:spChg>
        <pc:spChg chg="del">
          <ac:chgData name="Freda Shi" userId="e3bafef1-15f2-4eeb-acbe-fa674bab7991" providerId="ADAL" clId="{9555FC65-5A8C-4EE8-9D5B-8283D7A0923C}" dt="2026-02-04T04:02:24.458" v="51021" actId="478"/>
          <ac:spMkLst>
            <pc:docMk/>
            <pc:sldMk cId="312839163" sldId="267"/>
            <ac:spMk id="40" creationId="{1AE097D7-F650-C08B-00CC-55BA510A7B9D}"/>
          </ac:spMkLst>
        </pc:spChg>
        <pc:spChg chg="del">
          <ac:chgData name="Freda Shi" userId="e3bafef1-15f2-4eeb-acbe-fa674bab7991" providerId="ADAL" clId="{9555FC65-5A8C-4EE8-9D5B-8283D7A0923C}" dt="2026-02-04T04:02:24.458" v="51020" actId="478"/>
          <ac:spMkLst>
            <pc:docMk/>
            <pc:sldMk cId="312839163" sldId="267"/>
            <ac:spMk id="41" creationId="{39A66381-FD7F-441F-3BDD-5FAA6161CF79}"/>
          </ac:spMkLst>
        </pc:spChg>
        <pc:spChg chg="del">
          <ac:chgData name="Freda Shi" userId="e3bafef1-15f2-4eeb-acbe-fa674bab7991" providerId="ADAL" clId="{9555FC65-5A8C-4EE8-9D5B-8283D7A0923C}" dt="2026-02-04T04:02:24.458" v="51019" actId="478"/>
          <ac:spMkLst>
            <pc:docMk/>
            <pc:sldMk cId="312839163" sldId="267"/>
            <ac:spMk id="42" creationId="{15A331D8-4C01-F156-0028-3B07EB552821}"/>
          </ac:spMkLst>
        </pc:spChg>
        <pc:spChg chg="del">
          <ac:chgData name="Freda Shi" userId="e3bafef1-15f2-4eeb-acbe-fa674bab7991" providerId="ADAL" clId="{9555FC65-5A8C-4EE8-9D5B-8283D7A0923C}" dt="2026-02-04T04:02:24.458" v="51018" actId="478"/>
          <ac:spMkLst>
            <pc:docMk/>
            <pc:sldMk cId="312839163" sldId="267"/>
            <ac:spMk id="43" creationId="{715230BD-035D-4561-4791-85E806A037DC}"/>
          </ac:spMkLst>
        </pc:spChg>
        <pc:spChg chg="del">
          <ac:chgData name="Freda Shi" userId="e3bafef1-15f2-4eeb-acbe-fa674bab7991" providerId="ADAL" clId="{9555FC65-5A8C-4EE8-9D5B-8283D7A0923C}" dt="2026-02-04T04:02:24.458" v="51017" actId="478"/>
          <ac:spMkLst>
            <pc:docMk/>
            <pc:sldMk cId="312839163" sldId="267"/>
            <ac:spMk id="44" creationId="{F5790FBE-92A1-A445-F3F9-096519F552E8}"/>
          </ac:spMkLst>
        </pc:spChg>
        <pc:spChg chg="del">
          <ac:chgData name="Freda Shi" userId="e3bafef1-15f2-4eeb-acbe-fa674bab7991" providerId="ADAL" clId="{9555FC65-5A8C-4EE8-9D5B-8283D7A0923C}" dt="2026-02-04T04:02:24.458" v="51016" actId="478"/>
          <ac:spMkLst>
            <pc:docMk/>
            <pc:sldMk cId="312839163" sldId="267"/>
            <ac:spMk id="45" creationId="{4518378E-005F-2394-CFB4-3B3B99C207AC}"/>
          </ac:spMkLst>
        </pc:spChg>
        <pc:spChg chg="del">
          <ac:chgData name="Freda Shi" userId="e3bafef1-15f2-4eeb-acbe-fa674bab7991" providerId="ADAL" clId="{9555FC65-5A8C-4EE8-9D5B-8283D7A0923C}" dt="2026-02-04T04:02:24.458" v="51015" actId="478"/>
          <ac:spMkLst>
            <pc:docMk/>
            <pc:sldMk cId="312839163" sldId="267"/>
            <ac:spMk id="46" creationId="{9FE0A956-1FD9-328E-86B6-8DAD8AC59E57}"/>
          </ac:spMkLst>
        </pc:spChg>
        <pc:spChg chg="del">
          <ac:chgData name="Freda Shi" userId="e3bafef1-15f2-4eeb-acbe-fa674bab7991" providerId="ADAL" clId="{9555FC65-5A8C-4EE8-9D5B-8283D7A0923C}" dt="2026-02-04T04:02:24.458" v="51014" actId="478"/>
          <ac:spMkLst>
            <pc:docMk/>
            <pc:sldMk cId="312839163" sldId="267"/>
            <ac:spMk id="47" creationId="{28A0EAE5-049B-1F43-C5FB-04C9AB50BBFA}"/>
          </ac:spMkLst>
        </pc:spChg>
        <pc:spChg chg="del">
          <ac:chgData name="Freda Shi" userId="e3bafef1-15f2-4eeb-acbe-fa674bab7991" providerId="ADAL" clId="{9555FC65-5A8C-4EE8-9D5B-8283D7A0923C}" dt="2026-02-04T04:02:24.458" v="51013" actId="478"/>
          <ac:spMkLst>
            <pc:docMk/>
            <pc:sldMk cId="312839163" sldId="267"/>
            <ac:spMk id="48" creationId="{A8ED5425-EF00-81EF-7289-76F03213D294}"/>
          </ac:spMkLst>
        </pc:spChg>
        <pc:spChg chg="del">
          <ac:chgData name="Freda Shi" userId="e3bafef1-15f2-4eeb-acbe-fa674bab7991" providerId="ADAL" clId="{9555FC65-5A8C-4EE8-9D5B-8283D7A0923C}" dt="2026-02-04T04:02:24.458" v="51012" actId="478"/>
          <ac:spMkLst>
            <pc:docMk/>
            <pc:sldMk cId="312839163" sldId="267"/>
            <ac:spMk id="49" creationId="{69ED25A8-9874-91CC-182D-EF7D064443A4}"/>
          </ac:spMkLst>
        </pc:spChg>
        <pc:spChg chg="del">
          <ac:chgData name="Freda Shi" userId="e3bafef1-15f2-4eeb-acbe-fa674bab7991" providerId="ADAL" clId="{9555FC65-5A8C-4EE8-9D5B-8283D7A0923C}" dt="2026-02-04T04:02:24.458" v="51011" actId="478"/>
          <ac:spMkLst>
            <pc:docMk/>
            <pc:sldMk cId="312839163" sldId="267"/>
            <ac:spMk id="50" creationId="{F5BDDE23-BCD2-D685-3CAA-B45E5251C020}"/>
          </ac:spMkLst>
        </pc:spChg>
        <pc:spChg chg="del">
          <ac:chgData name="Freda Shi" userId="e3bafef1-15f2-4eeb-acbe-fa674bab7991" providerId="ADAL" clId="{9555FC65-5A8C-4EE8-9D5B-8283D7A0923C}" dt="2026-02-04T04:02:24.458" v="51010" actId="478"/>
          <ac:spMkLst>
            <pc:docMk/>
            <pc:sldMk cId="312839163" sldId="267"/>
            <ac:spMk id="51" creationId="{53EE8375-C6A3-F5B3-9BC5-B96E02626D6C}"/>
          </ac:spMkLst>
        </pc:spChg>
        <pc:spChg chg="del">
          <ac:chgData name="Freda Shi" userId="e3bafef1-15f2-4eeb-acbe-fa674bab7991" providerId="ADAL" clId="{9555FC65-5A8C-4EE8-9D5B-8283D7A0923C}" dt="2026-02-04T04:02:24.457" v="51009" actId="478"/>
          <ac:spMkLst>
            <pc:docMk/>
            <pc:sldMk cId="312839163" sldId="267"/>
            <ac:spMk id="52" creationId="{C3E3790E-36CC-3C70-5D88-52D145A848F3}"/>
          </ac:spMkLst>
        </pc:spChg>
        <pc:spChg chg="del">
          <ac:chgData name="Freda Shi" userId="e3bafef1-15f2-4eeb-acbe-fa674bab7991" providerId="ADAL" clId="{9555FC65-5A8C-4EE8-9D5B-8283D7A0923C}" dt="2026-02-04T04:02:24.457" v="51008" actId="478"/>
          <ac:spMkLst>
            <pc:docMk/>
            <pc:sldMk cId="312839163" sldId="267"/>
            <ac:spMk id="53" creationId="{11FA431F-6E37-78F4-FC3A-49E87BC5809E}"/>
          </ac:spMkLst>
        </pc:spChg>
        <pc:spChg chg="del">
          <ac:chgData name="Freda Shi" userId="e3bafef1-15f2-4eeb-acbe-fa674bab7991" providerId="ADAL" clId="{9555FC65-5A8C-4EE8-9D5B-8283D7A0923C}" dt="2026-02-04T04:02:24.457" v="51007" actId="478"/>
          <ac:spMkLst>
            <pc:docMk/>
            <pc:sldMk cId="312839163" sldId="267"/>
            <ac:spMk id="54" creationId="{F42ECA88-151E-CE60-1CA5-1742F9050368}"/>
          </ac:spMkLst>
        </pc:spChg>
        <pc:spChg chg="del">
          <ac:chgData name="Freda Shi" userId="e3bafef1-15f2-4eeb-acbe-fa674bab7991" providerId="ADAL" clId="{9555FC65-5A8C-4EE8-9D5B-8283D7A0923C}" dt="2026-02-04T04:02:24.453" v="51006" actId="478"/>
          <ac:spMkLst>
            <pc:docMk/>
            <pc:sldMk cId="312839163" sldId="267"/>
            <ac:spMk id="55" creationId="{4EEDAC45-5E12-578F-9C12-4A577A148C9C}"/>
          </ac:spMkLst>
        </pc:spChg>
        <pc:spChg chg="del">
          <ac:chgData name="Freda Shi" userId="e3bafef1-15f2-4eeb-acbe-fa674bab7991" providerId="ADAL" clId="{9555FC65-5A8C-4EE8-9D5B-8283D7A0923C}" dt="2026-02-04T04:02:24.453" v="51005" actId="478"/>
          <ac:spMkLst>
            <pc:docMk/>
            <pc:sldMk cId="312839163" sldId="267"/>
            <ac:spMk id="56" creationId="{C645122B-73F1-2D41-745B-08AE8202428C}"/>
          </ac:spMkLst>
        </pc:spChg>
        <pc:spChg chg="del">
          <ac:chgData name="Freda Shi" userId="e3bafef1-15f2-4eeb-acbe-fa674bab7991" providerId="ADAL" clId="{9555FC65-5A8C-4EE8-9D5B-8283D7A0923C}" dt="2026-02-04T04:02:24.453" v="51004" actId="478"/>
          <ac:spMkLst>
            <pc:docMk/>
            <pc:sldMk cId="312839163" sldId="267"/>
            <ac:spMk id="57" creationId="{83084D42-6545-2676-E526-749C40515736}"/>
          </ac:spMkLst>
        </pc:spChg>
        <pc:spChg chg="del">
          <ac:chgData name="Freda Shi" userId="e3bafef1-15f2-4eeb-acbe-fa674bab7991" providerId="ADAL" clId="{9555FC65-5A8C-4EE8-9D5B-8283D7A0923C}" dt="2026-02-04T04:02:24.453" v="51003" actId="478"/>
          <ac:spMkLst>
            <pc:docMk/>
            <pc:sldMk cId="312839163" sldId="267"/>
            <ac:spMk id="58" creationId="{3B824EA3-1946-7438-6745-DEA8BD3C34FC}"/>
          </ac:spMkLst>
        </pc:spChg>
        <pc:spChg chg="del">
          <ac:chgData name="Freda Shi" userId="e3bafef1-15f2-4eeb-acbe-fa674bab7991" providerId="ADAL" clId="{9555FC65-5A8C-4EE8-9D5B-8283D7A0923C}" dt="2026-02-04T04:02:24.453" v="51002" actId="478"/>
          <ac:spMkLst>
            <pc:docMk/>
            <pc:sldMk cId="312839163" sldId="267"/>
            <ac:spMk id="59" creationId="{51706C17-F48B-6EF4-1E7F-C40AF5A24C02}"/>
          </ac:spMkLst>
        </pc:spChg>
        <pc:spChg chg="del">
          <ac:chgData name="Freda Shi" userId="e3bafef1-15f2-4eeb-acbe-fa674bab7991" providerId="ADAL" clId="{9555FC65-5A8C-4EE8-9D5B-8283D7A0923C}" dt="2026-02-04T04:02:24.453" v="51001" actId="478"/>
          <ac:spMkLst>
            <pc:docMk/>
            <pc:sldMk cId="312839163" sldId="267"/>
            <ac:spMk id="60" creationId="{56DAA300-4956-2768-DB1D-72F4E6FED074}"/>
          </ac:spMkLst>
        </pc:spChg>
        <pc:spChg chg="del">
          <ac:chgData name="Freda Shi" userId="e3bafef1-15f2-4eeb-acbe-fa674bab7991" providerId="ADAL" clId="{9555FC65-5A8C-4EE8-9D5B-8283D7A0923C}" dt="2026-02-04T04:02:24.437" v="51000" actId="478"/>
          <ac:spMkLst>
            <pc:docMk/>
            <pc:sldMk cId="312839163" sldId="267"/>
            <ac:spMk id="61" creationId="{8D6D30E0-B9AB-A283-B854-8380785CD281}"/>
          </ac:spMkLst>
        </pc:spChg>
        <pc:spChg chg="add mod">
          <ac:chgData name="Freda Shi" userId="e3bafef1-15f2-4eeb-acbe-fa674bab7991" providerId="ADAL" clId="{9555FC65-5A8C-4EE8-9D5B-8283D7A0923C}" dt="2026-02-04T04:02:02.143" v="50988"/>
          <ac:spMkLst>
            <pc:docMk/>
            <pc:sldMk cId="312839163" sldId="267"/>
            <ac:spMk id="63" creationId="{83248B96-9E7E-A85D-7600-50A29387CAA8}"/>
          </ac:spMkLst>
        </pc:spChg>
        <pc:spChg chg="del mod topLvl">
          <ac:chgData name="Freda Shi" userId="e3bafef1-15f2-4eeb-acbe-fa674bab7991" providerId="ADAL" clId="{9555FC65-5A8C-4EE8-9D5B-8283D7A0923C}" dt="2026-02-04T04:02:32.132" v="51146" actId="478"/>
          <ac:spMkLst>
            <pc:docMk/>
            <pc:sldMk cId="312839163" sldId="267"/>
            <ac:spMk id="112" creationId="{3E38E4FC-EFDB-7704-3EF4-303D62DAE3F9}"/>
          </ac:spMkLst>
        </pc:spChg>
        <pc:spChg chg="del mod topLvl">
          <ac:chgData name="Freda Shi" userId="e3bafef1-15f2-4eeb-acbe-fa674bab7991" providerId="ADAL" clId="{9555FC65-5A8C-4EE8-9D5B-8283D7A0923C}" dt="2026-02-04T04:02:32.116" v="51109" actId="478"/>
          <ac:spMkLst>
            <pc:docMk/>
            <pc:sldMk cId="312839163" sldId="267"/>
            <ac:spMk id="113" creationId="{29EF8B65-0B30-B097-8674-EA79DB0C2736}"/>
          </ac:spMkLst>
        </pc:spChg>
        <pc:spChg chg="del mod">
          <ac:chgData name="Freda Shi" userId="e3bafef1-15f2-4eeb-acbe-fa674bab7991" providerId="ADAL" clId="{9555FC65-5A8C-4EE8-9D5B-8283D7A0923C}" dt="2026-02-04T04:02:32.116" v="51108" actId="478"/>
          <ac:spMkLst>
            <pc:docMk/>
            <pc:sldMk cId="312839163" sldId="267"/>
            <ac:spMk id="114" creationId="{3DDFF191-A528-F729-E0EF-42B08212CBB9}"/>
          </ac:spMkLst>
        </pc:spChg>
        <pc:spChg chg="del mod">
          <ac:chgData name="Freda Shi" userId="e3bafef1-15f2-4eeb-acbe-fa674bab7991" providerId="ADAL" clId="{9555FC65-5A8C-4EE8-9D5B-8283D7A0923C}" dt="2026-02-04T04:02:32.116" v="51107" actId="478"/>
          <ac:spMkLst>
            <pc:docMk/>
            <pc:sldMk cId="312839163" sldId="267"/>
            <ac:spMk id="115" creationId="{627B269D-EF0A-DFC2-8CBB-D619F8E65431}"/>
          </ac:spMkLst>
        </pc:spChg>
        <pc:spChg chg="del mod">
          <ac:chgData name="Freda Shi" userId="e3bafef1-15f2-4eeb-acbe-fa674bab7991" providerId="ADAL" clId="{9555FC65-5A8C-4EE8-9D5B-8283D7A0923C}" dt="2026-02-04T04:02:32.116" v="51106" actId="478"/>
          <ac:spMkLst>
            <pc:docMk/>
            <pc:sldMk cId="312839163" sldId="267"/>
            <ac:spMk id="116" creationId="{D643561D-6423-4EDD-A3E3-AE02D37DBA09}"/>
          </ac:spMkLst>
        </pc:spChg>
        <pc:spChg chg="del mod">
          <ac:chgData name="Freda Shi" userId="e3bafef1-15f2-4eeb-acbe-fa674bab7991" providerId="ADAL" clId="{9555FC65-5A8C-4EE8-9D5B-8283D7A0923C}" dt="2026-02-04T04:02:32.116" v="51105" actId="478"/>
          <ac:spMkLst>
            <pc:docMk/>
            <pc:sldMk cId="312839163" sldId="267"/>
            <ac:spMk id="117" creationId="{0C0D94C4-DFE9-3594-A2D1-8D744D440E62}"/>
          </ac:spMkLst>
        </pc:spChg>
        <pc:spChg chg="del mod">
          <ac:chgData name="Freda Shi" userId="e3bafef1-15f2-4eeb-acbe-fa674bab7991" providerId="ADAL" clId="{9555FC65-5A8C-4EE8-9D5B-8283D7A0923C}" dt="2026-02-04T04:02:32.116" v="51104" actId="478"/>
          <ac:spMkLst>
            <pc:docMk/>
            <pc:sldMk cId="312839163" sldId="267"/>
            <ac:spMk id="118" creationId="{1C2B04CE-863C-E005-4CBE-8871A4F958EC}"/>
          </ac:spMkLst>
        </pc:spChg>
        <pc:spChg chg="del mod">
          <ac:chgData name="Freda Shi" userId="e3bafef1-15f2-4eeb-acbe-fa674bab7991" providerId="ADAL" clId="{9555FC65-5A8C-4EE8-9D5B-8283D7A0923C}" dt="2026-02-04T04:02:32.116" v="51103" actId="478"/>
          <ac:spMkLst>
            <pc:docMk/>
            <pc:sldMk cId="312839163" sldId="267"/>
            <ac:spMk id="119" creationId="{1A51730F-CC6D-F70F-E7ED-C3C0A01098A6}"/>
          </ac:spMkLst>
        </pc:spChg>
        <pc:spChg chg="del mod">
          <ac:chgData name="Freda Shi" userId="e3bafef1-15f2-4eeb-acbe-fa674bab7991" providerId="ADAL" clId="{9555FC65-5A8C-4EE8-9D5B-8283D7A0923C}" dt="2026-02-04T04:02:32.116" v="51102" actId="478"/>
          <ac:spMkLst>
            <pc:docMk/>
            <pc:sldMk cId="312839163" sldId="267"/>
            <ac:spMk id="120" creationId="{DFC9BD8E-AD5C-89DF-CDE7-A85B404B5897}"/>
          </ac:spMkLst>
        </pc:spChg>
        <pc:spChg chg="del mod">
          <ac:chgData name="Freda Shi" userId="e3bafef1-15f2-4eeb-acbe-fa674bab7991" providerId="ADAL" clId="{9555FC65-5A8C-4EE8-9D5B-8283D7A0923C}" dt="2026-02-04T04:02:32.116" v="51101" actId="478"/>
          <ac:spMkLst>
            <pc:docMk/>
            <pc:sldMk cId="312839163" sldId="267"/>
            <ac:spMk id="121" creationId="{5F1A2613-22F6-F539-62D5-839B087F1020}"/>
          </ac:spMkLst>
        </pc:spChg>
        <pc:spChg chg="del mod">
          <ac:chgData name="Freda Shi" userId="e3bafef1-15f2-4eeb-acbe-fa674bab7991" providerId="ADAL" clId="{9555FC65-5A8C-4EE8-9D5B-8283D7A0923C}" dt="2026-02-04T04:02:32.116" v="51100" actId="478"/>
          <ac:spMkLst>
            <pc:docMk/>
            <pc:sldMk cId="312839163" sldId="267"/>
            <ac:spMk id="122" creationId="{5D155E6C-B4DC-85F0-A774-66C5E7A38F50}"/>
          </ac:spMkLst>
        </pc:spChg>
        <pc:spChg chg="del mod">
          <ac:chgData name="Freda Shi" userId="e3bafef1-15f2-4eeb-acbe-fa674bab7991" providerId="ADAL" clId="{9555FC65-5A8C-4EE8-9D5B-8283D7A0923C}" dt="2026-02-04T04:02:32.116" v="51099" actId="478"/>
          <ac:spMkLst>
            <pc:docMk/>
            <pc:sldMk cId="312839163" sldId="267"/>
            <ac:spMk id="123" creationId="{5DCBE103-D4E9-6C4C-D7D5-4A92013D496F}"/>
          </ac:spMkLst>
        </pc:spChg>
        <pc:spChg chg="del mod">
          <ac:chgData name="Freda Shi" userId="e3bafef1-15f2-4eeb-acbe-fa674bab7991" providerId="ADAL" clId="{9555FC65-5A8C-4EE8-9D5B-8283D7A0923C}" dt="2026-02-04T04:02:32.116" v="51098" actId="478"/>
          <ac:spMkLst>
            <pc:docMk/>
            <pc:sldMk cId="312839163" sldId="267"/>
            <ac:spMk id="124" creationId="{D4CB222C-C375-E819-214F-132036428011}"/>
          </ac:spMkLst>
        </pc:spChg>
        <pc:spChg chg="del mod">
          <ac:chgData name="Freda Shi" userId="e3bafef1-15f2-4eeb-acbe-fa674bab7991" providerId="ADAL" clId="{9555FC65-5A8C-4EE8-9D5B-8283D7A0923C}" dt="2026-02-04T04:02:32.116" v="51097" actId="478"/>
          <ac:spMkLst>
            <pc:docMk/>
            <pc:sldMk cId="312839163" sldId="267"/>
            <ac:spMk id="125" creationId="{376011B3-8377-E8F3-C83C-5244875A89C3}"/>
          </ac:spMkLst>
        </pc:spChg>
        <pc:spChg chg="del mod">
          <ac:chgData name="Freda Shi" userId="e3bafef1-15f2-4eeb-acbe-fa674bab7991" providerId="ADAL" clId="{9555FC65-5A8C-4EE8-9D5B-8283D7A0923C}" dt="2026-02-04T04:02:32.116" v="51096" actId="478"/>
          <ac:spMkLst>
            <pc:docMk/>
            <pc:sldMk cId="312839163" sldId="267"/>
            <ac:spMk id="126" creationId="{63A21400-2D6D-463C-983A-C8704E854C7A}"/>
          </ac:spMkLst>
        </pc:spChg>
        <pc:spChg chg="del mod">
          <ac:chgData name="Freda Shi" userId="e3bafef1-15f2-4eeb-acbe-fa674bab7991" providerId="ADAL" clId="{9555FC65-5A8C-4EE8-9D5B-8283D7A0923C}" dt="2026-02-04T04:02:32.116" v="51095" actId="478"/>
          <ac:spMkLst>
            <pc:docMk/>
            <pc:sldMk cId="312839163" sldId="267"/>
            <ac:spMk id="127" creationId="{43071C4D-9942-4280-5973-A53AB3AA9608}"/>
          </ac:spMkLst>
        </pc:spChg>
        <pc:spChg chg="del mod">
          <ac:chgData name="Freda Shi" userId="e3bafef1-15f2-4eeb-acbe-fa674bab7991" providerId="ADAL" clId="{9555FC65-5A8C-4EE8-9D5B-8283D7A0923C}" dt="2026-02-04T04:02:32.116" v="51094" actId="478"/>
          <ac:spMkLst>
            <pc:docMk/>
            <pc:sldMk cId="312839163" sldId="267"/>
            <ac:spMk id="128" creationId="{3089168C-35A2-B72E-652B-5DEDAEC1156C}"/>
          </ac:spMkLst>
        </pc:spChg>
        <pc:spChg chg="del mod">
          <ac:chgData name="Freda Shi" userId="e3bafef1-15f2-4eeb-acbe-fa674bab7991" providerId="ADAL" clId="{9555FC65-5A8C-4EE8-9D5B-8283D7A0923C}" dt="2026-02-04T04:02:32.116" v="51093" actId="478"/>
          <ac:spMkLst>
            <pc:docMk/>
            <pc:sldMk cId="312839163" sldId="267"/>
            <ac:spMk id="129" creationId="{A0B2FE97-ED5F-C60C-10C4-93620C5EFFC4}"/>
          </ac:spMkLst>
        </pc:spChg>
        <pc:spChg chg="del mod">
          <ac:chgData name="Freda Shi" userId="e3bafef1-15f2-4eeb-acbe-fa674bab7991" providerId="ADAL" clId="{9555FC65-5A8C-4EE8-9D5B-8283D7A0923C}" dt="2026-02-04T04:02:32.100" v="51092" actId="478"/>
          <ac:spMkLst>
            <pc:docMk/>
            <pc:sldMk cId="312839163" sldId="267"/>
            <ac:spMk id="130" creationId="{D0254247-4F5E-4359-4603-79F940AD702E}"/>
          </ac:spMkLst>
        </pc:spChg>
        <pc:spChg chg="del mod">
          <ac:chgData name="Freda Shi" userId="e3bafef1-15f2-4eeb-acbe-fa674bab7991" providerId="ADAL" clId="{9555FC65-5A8C-4EE8-9D5B-8283D7A0923C}" dt="2026-02-04T04:02:32.100" v="51091" actId="478"/>
          <ac:spMkLst>
            <pc:docMk/>
            <pc:sldMk cId="312839163" sldId="267"/>
            <ac:spMk id="131" creationId="{035E4197-7977-A7F3-0B7A-BFC8400E1E4F}"/>
          </ac:spMkLst>
        </pc:spChg>
        <pc:spChg chg="del mod">
          <ac:chgData name="Freda Shi" userId="e3bafef1-15f2-4eeb-acbe-fa674bab7991" providerId="ADAL" clId="{9555FC65-5A8C-4EE8-9D5B-8283D7A0923C}" dt="2026-02-04T04:02:32.100" v="51090" actId="478"/>
          <ac:spMkLst>
            <pc:docMk/>
            <pc:sldMk cId="312839163" sldId="267"/>
            <ac:spMk id="132" creationId="{A697E4EC-B8F1-0A4A-35B7-ECB87EF3AF1B}"/>
          </ac:spMkLst>
        </pc:spChg>
        <pc:spChg chg="del mod">
          <ac:chgData name="Freda Shi" userId="e3bafef1-15f2-4eeb-acbe-fa674bab7991" providerId="ADAL" clId="{9555FC65-5A8C-4EE8-9D5B-8283D7A0923C}" dt="2026-02-04T04:02:32.100" v="51089" actId="478"/>
          <ac:spMkLst>
            <pc:docMk/>
            <pc:sldMk cId="312839163" sldId="267"/>
            <ac:spMk id="133" creationId="{4AD0E7AC-68DC-ABB2-CD37-E08EB5CDDCE3}"/>
          </ac:spMkLst>
        </pc:spChg>
        <pc:spChg chg="del mod">
          <ac:chgData name="Freda Shi" userId="e3bafef1-15f2-4eeb-acbe-fa674bab7991" providerId="ADAL" clId="{9555FC65-5A8C-4EE8-9D5B-8283D7A0923C}" dt="2026-02-04T04:02:32.100" v="51088" actId="478"/>
          <ac:spMkLst>
            <pc:docMk/>
            <pc:sldMk cId="312839163" sldId="267"/>
            <ac:spMk id="134" creationId="{A90604C7-3950-C528-6FD6-3C9CC5383C38}"/>
          </ac:spMkLst>
        </pc:spChg>
        <pc:spChg chg="del mod">
          <ac:chgData name="Freda Shi" userId="e3bafef1-15f2-4eeb-acbe-fa674bab7991" providerId="ADAL" clId="{9555FC65-5A8C-4EE8-9D5B-8283D7A0923C}" dt="2026-02-04T04:02:32.100" v="51087" actId="478"/>
          <ac:spMkLst>
            <pc:docMk/>
            <pc:sldMk cId="312839163" sldId="267"/>
            <ac:spMk id="135" creationId="{7E85B2E8-776F-F61E-7386-BD94CD36579E}"/>
          </ac:spMkLst>
        </pc:spChg>
        <pc:spChg chg="del mod">
          <ac:chgData name="Freda Shi" userId="e3bafef1-15f2-4eeb-acbe-fa674bab7991" providerId="ADAL" clId="{9555FC65-5A8C-4EE8-9D5B-8283D7A0923C}" dt="2026-02-04T04:02:32.100" v="51086" actId="478"/>
          <ac:spMkLst>
            <pc:docMk/>
            <pc:sldMk cId="312839163" sldId="267"/>
            <ac:spMk id="136" creationId="{4B6F577C-4570-4B13-76D3-E51594F0DB7F}"/>
          </ac:spMkLst>
        </pc:spChg>
        <pc:spChg chg="del mod">
          <ac:chgData name="Freda Shi" userId="e3bafef1-15f2-4eeb-acbe-fa674bab7991" providerId="ADAL" clId="{9555FC65-5A8C-4EE8-9D5B-8283D7A0923C}" dt="2026-02-04T04:02:32.100" v="51085" actId="478"/>
          <ac:spMkLst>
            <pc:docMk/>
            <pc:sldMk cId="312839163" sldId="267"/>
            <ac:spMk id="137" creationId="{60451D80-A6EB-27A0-96D2-39C6ABA8B2FA}"/>
          </ac:spMkLst>
        </pc:spChg>
        <pc:spChg chg="del mod">
          <ac:chgData name="Freda Shi" userId="e3bafef1-15f2-4eeb-acbe-fa674bab7991" providerId="ADAL" clId="{9555FC65-5A8C-4EE8-9D5B-8283D7A0923C}" dt="2026-02-04T04:02:32.100" v="51084" actId="478"/>
          <ac:spMkLst>
            <pc:docMk/>
            <pc:sldMk cId="312839163" sldId="267"/>
            <ac:spMk id="138" creationId="{521CEF7E-FE4C-6805-6D62-B093B520FF10}"/>
          </ac:spMkLst>
        </pc:spChg>
        <pc:spChg chg="del mod">
          <ac:chgData name="Freda Shi" userId="e3bafef1-15f2-4eeb-acbe-fa674bab7991" providerId="ADAL" clId="{9555FC65-5A8C-4EE8-9D5B-8283D7A0923C}" dt="2026-02-04T04:02:32.100" v="51083" actId="478"/>
          <ac:spMkLst>
            <pc:docMk/>
            <pc:sldMk cId="312839163" sldId="267"/>
            <ac:spMk id="139" creationId="{EAA974AE-C563-21F2-544D-79B843A2CB6C}"/>
          </ac:spMkLst>
        </pc:spChg>
        <pc:spChg chg="del mod">
          <ac:chgData name="Freda Shi" userId="e3bafef1-15f2-4eeb-acbe-fa674bab7991" providerId="ADAL" clId="{9555FC65-5A8C-4EE8-9D5B-8283D7A0923C}" dt="2026-02-04T04:02:32.100" v="51082" actId="478"/>
          <ac:spMkLst>
            <pc:docMk/>
            <pc:sldMk cId="312839163" sldId="267"/>
            <ac:spMk id="140" creationId="{F91BC6D8-6204-047E-44EC-9575A58EAC4A}"/>
          </ac:spMkLst>
        </pc:spChg>
        <pc:spChg chg="del mod">
          <ac:chgData name="Freda Shi" userId="e3bafef1-15f2-4eeb-acbe-fa674bab7991" providerId="ADAL" clId="{9555FC65-5A8C-4EE8-9D5B-8283D7A0923C}" dt="2026-02-04T04:02:32.100" v="51081" actId="478"/>
          <ac:spMkLst>
            <pc:docMk/>
            <pc:sldMk cId="312839163" sldId="267"/>
            <ac:spMk id="141" creationId="{C1DDA178-6164-8741-0C48-E2124CB433B2}"/>
          </ac:spMkLst>
        </pc:spChg>
        <pc:spChg chg="del mod">
          <ac:chgData name="Freda Shi" userId="e3bafef1-15f2-4eeb-acbe-fa674bab7991" providerId="ADAL" clId="{9555FC65-5A8C-4EE8-9D5B-8283D7A0923C}" dt="2026-02-04T04:02:32.100" v="51080" actId="478"/>
          <ac:spMkLst>
            <pc:docMk/>
            <pc:sldMk cId="312839163" sldId="267"/>
            <ac:spMk id="142" creationId="{65F87EDB-0916-2786-17AF-BFD3003B7670}"/>
          </ac:spMkLst>
        </pc:spChg>
        <pc:spChg chg="del mod">
          <ac:chgData name="Freda Shi" userId="e3bafef1-15f2-4eeb-acbe-fa674bab7991" providerId="ADAL" clId="{9555FC65-5A8C-4EE8-9D5B-8283D7A0923C}" dt="2026-02-04T04:02:32.100" v="51079" actId="478"/>
          <ac:spMkLst>
            <pc:docMk/>
            <pc:sldMk cId="312839163" sldId="267"/>
            <ac:spMk id="143" creationId="{56947E95-DF3B-1210-8C4A-533CA1C9D854}"/>
          </ac:spMkLst>
        </pc:spChg>
        <pc:spChg chg="del mod">
          <ac:chgData name="Freda Shi" userId="e3bafef1-15f2-4eeb-acbe-fa674bab7991" providerId="ADAL" clId="{9555FC65-5A8C-4EE8-9D5B-8283D7A0923C}" dt="2026-02-04T04:02:32.100" v="51078" actId="478"/>
          <ac:spMkLst>
            <pc:docMk/>
            <pc:sldMk cId="312839163" sldId="267"/>
            <ac:spMk id="144" creationId="{D1D5C8F6-BB0F-FF48-A964-8CC2F4AFF872}"/>
          </ac:spMkLst>
        </pc:spChg>
        <pc:spChg chg="del mod">
          <ac:chgData name="Freda Shi" userId="e3bafef1-15f2-4eeb-acbe-fa674bab7991" providerId="ADAL" clId="{9555FC65-5A8C-4EE8-9D5B-8283D7A0923C}" dt="2026-02-04T04:02:32.100" v="51077" actId="478"/>
          <ac:spMkLst>
            <pc:docMk/>
            <pc:sldMk cId="312839163" sldId="267"/>
            <ac:spMk id="145" creationId="{B0721B87-5B29-D90E-4AB9-3ED241F21A13}"/>
          </ac:spMkLst>
        </pc:spChg>
        <pc:spChg chg="del mod">
          <ac:chgData name="Freda Shi" userId="e3bafef1-15f2-4eeb-acbe-fa674bab7991" providerId="ADAL" clId="{9555FC65-5A8C-4EE8-9D5B-8283D7A0923C}" dt="2026-02-04T04:02:32.100" v="51076" actId="478"/>
          <ac:spMkLst>
            <pc:docMk/>
            <pc:sldMk cId="312839163" sldId="267"/>
            <ac:spMk id="146" creationId="{51D59105-905A-7BD8-B6B3-1F336FDB3346}"/>
          </ac:spMkLst>
        </pc:spChg>
        <pc:spChg chg="del mod">
          <ac:chgData name="Freda Shi" userId="e3bafef1-15f2-4eeb-acbe-fa674bab7991" providerId="ADAL" clId="{9555FC65-5A8C-4EE8-9D5B-8283D7A0923C}" dt="2026-02-04T04:02:32.100" v="51075" actId="478"/>
          <ac:spMkLst>
            <pc:docMk/>
            <pc:sldMk cId="312839163" sldId="267"/>
            <ac:spMk id="147" creationId="{1A70895D-58F9-22A1-DE6D-936B71E916DE}"/>
          </ac:spMkLst>
        </pc:spChg>
        <pc:spChg chg="del mod topLvl">
          <ac:chgData name="Freda Shi" userId="e3bafef1-15f2-4eeb-acbe-fa674bab7991" providerId="ADAL" clId="{9555FC65-5A8C-4EE8-9D5B-8283D7A0923C}" dt="2026-02-04T04:17:48.366" v="51306" actId="478"/>
          <ac:spMkLst>
            <pc:docMk/>
            <pc:sldMk cId="312839163" sldId="267"/>
            <ac:spMk id="178" creationId="{44CC5B95-3733-206F-8BDC-FE09F4680382}"/>
          </ac:spMkLst>
        </pc:spChg>
        <pc:spChg chg="del mod topLvl">
          <ac:chgData name="Freda Shi" userId="e3bafef1-15f2-4eeb-acbe-fa674bab7991" providerId="ADAL" clId="{9555FC65-5A8C-4EE8-9D5B-8283D7A0923C}" dt="2026-02-04T04:17:48.350" v="51267" actId="478"/>
          <ac:spMkLst>
            <pc:docMk/>
            <pc:sldMk cId="312839163" sldId="267"/>
            <ac:spMk id="179" creationId="{AE0C982A-9AE9-E1BC-C9A5-D0BF5DAB2420}"/>
          </ac:spMkLst>
        </pc:spChg>
        <pc:spChg chg="del mod">
          <ac:chgData name="Freda Shi" userId="e3bafef1-15f2-4eeb-acbe-fa674bab7991" providerId="ADAL" clId="{9555FC65-5A8C-4EE8-9D5B-8283D7A0923C}" dt="2026-02-04T04:17:48.350" v="51266" actId="478"/>
          <ac:spMkLst>
            <pc:docMk/>
            <pc:sldMk cId="312839163" sldId="267"/>
            <ac:spMk id="180" creationId="{9B6B86FF-3EE4-432F-966A-460E954209C0}"/>
          </ac:spMkLst>
        </pc:spChg>
        <pc:spChg chg="del mod">
          <ac:chgData name="Freda Shi" userId="e3bafef1-15f2-4eeb-acbe-fa674bab7991" providerId="ADAL" clId="{9555FC65-5A8C-4EE8-9D5B-8283D7A0923C}" dt="2026-02-04T04:17:48.350" v="51265" actId="478"/>
          <ac:spMkLst>
            <pc:docMk/>
            <pc:sldMk cId="312839163" sldId="267"/>
            <ac:spMk id="181" creationId="{ACDF30FA-66FB-025A-7D19-E6D43C9378F6}"/>
          </ac:spMkLst>
        </pc:spChg>
        <pc:spChg chg="del mod">
          <ac:chgData name="Freda Shi" userId="e3bafef1-15f2-4eeb-acbe-fa674bab7991" providerId="ADAL" clId="{9555FC65-5A8C-4EE8-9D5B-8283D7A0923C}" dt="2026-02-04T04:17:48.350" v="51264" actId="478"/>
          <ac:spMkLst>
            <pc:docMk/>
            <pc:sldMk cId="312839163" sldId="267"/>
            <ac:spMk id="182" creationId="{71D7A4C0-36C0-3976-4993-A22D5D284D0B}"/>
          </ac:spMkLst>
        </pc:spChg>
        <pc:spChg chg="del mod">
          <ac:chgData name="Freda Shi" userId="e3bafef1-15f2-4eeb-acbe-fa674bab7991" providerId="ADAL" clId="{9555FC65-5A8C-4EE8-9D5B-8283D7A0923C}" dt="2026-02-04T04:17:48.350" v="51263" actId="478"/>
          <ac:spMkLst>
            <pc:docMk/>
            <pc:sldMk cId="312839163" sldId="267"/>
            <ac:spMk id="183" creationId="{8198BDC7-67EA-48EA-3ED2-FD5DEF05C3B3}"/>
          </ac:spMkLst>
        </pc:spChg>
        <pc:spChg chg="del mod">
          <ac:chgData name="Freda Shi" userId="e3bafef1-15f2-4eeb-acbe-fa674bab7991" providerId="ADAL" clId="{9555FC65-5A8C-4EE8-9D5B-8283D7A0923C}" dt="2026-02-04T04:17:48.350" v="51262" actId="478"/>
          <ac:spMkLst>
            <pc:docMk/>
            <pc:sldMk cId="312839163" sldId="267"/>
            <ac:spMk id="184" creationId="{50CB609D-083F-D2C4-BC43-28DD128B5E73}"/>
          </ac:spMkLst>
        </pc:spChg>
        <pc:spChg chg="del mod">
          <ac:chgData name="Freda Shi" userId="e3bafef1-15f2-4eeb-acbe-fa674bab7991" providerId="ADAL" clId="{9555FC65-5A8C-4EE8-9D5B-8283D7A0923C}" dt="2026-02-04T04:17:48.350" v="51261" actId="478"/>
          <ac:spMkLst>
            <pc:docMk/>
            <pc:sldMk cId="312839163" sldId="267"/>
            <ac:spMk id="185" creationId="{1E3795C5-249E-4D63-07B6-D2F21A841838}"/>
          </ac:spMkLst>
        </pc:spChg>
        <pc:spChg chg="del mod">
          <ac:chgData name="Freda Shi" userId="e3bafef1-15f2-4eeb-acbe-fa674bab7991" providerId="ADAL" clId="{9555FC65-5A8C-4EE8-9D5B-8283D7A0923C}" dt="2026-02-04T04:17:48.350" v="51260" actId="478"/>
          <ac:spMkLst>
            <pc:docMk/>
            <pc:sldMk cId="312839163" sldId="267"/>
            <ac:spMk id="186" creationId="{78772DEC-CD37-7869-F30A-9F396D2AD4D2}"/>
          </ac:spMkLst>
        </pc:spChg>
        <pc:spChg chg="del mod">
          <ac:chgData name="Freda Shi" userId="e3bafef1-15f2-4eeb-acbe-fa674bab7991" providerId="ADAL" clId="{9555FC65-5A8C-4EE8-9D5B-8283D7A0923C}" dt="2026-02-04T04:17:48.350" v="51259" actId="478"/>
          <ac:spMkLst>
            <pc:docMk/>
            <pc:sldMk cId="312839163" sldId="267"/>
            <ac:spMk id="187" creationId="{396D4615-B4E5-901D-FE64-950FDF178D73}"/>
          </ac:spMkLst>
        </pc:spChg>
        <pc:spChg chg="del mod">
          <ac:chgData name="Freda Shi" userId="e3bafef1-15f2-4eeb-acbe-fa674bab7991" providerId="ADAL" clId="{9555FC65-5A8C-4EE8-9D5B-8283D7A0923C}" dt="2026-02-04T04:17:48.350" v="51258" actId="478"/>
          <ac:spMkLst>
            <pc:docMk/>
            <pc:sldMk cId="312839163" sldId="267"/>
            <ac:spMk id="188" creationId="{3B9FE9E0-A968-7539-ECD6-D17E6AC45C99}"/>
          </ac:spMkLst>
        </pc:spChg>
        <pc:spChg chg="del mod">
          <ac:chgData name="Freda Shi" userId="e3bafef1-15f2-4eeb-acbe-fa674bab7991" providerId="ADAL" clId="{9555FC65-5A8C-4EE8-9D5B-8283D7A0923C}" dt="2026-02-04T04:17:48.350" v="51257" actId="478"/>
          <ac:spMkLst>
            <pc:docMk/>
            <pc:sldMk cId="312839163" sldId="267"/>
            <ac:spMk id="189" creationId="{89A86BAE-CE38-046D-D93C-CEEDDA83BAED}"/>
          </ac:spMkLst>
        </pc:spChg>
        <pc:spChg chg="del mod">
          <ac:chgData name="Freda Shi" userId="e3bafef1-15f2-4eeb-acbe-fa674bab7991" providerId="ADAL" clId="{9555FC65-5A8C-4EE8-9D5B-8283D7A0923C}" dt="2026-02-04T04:17:48.350" v="51256" actId="478"/>
          <ac:spMkLst>
            <pc:docMk/>
            <pc:sldMk cId="312839163" sldId="267"/>
            <ac:spMk id="190" creationId="{E0FA7B86-ECD3-EF17-07BE-1BABDB3C3D35}"/>
          </ac:spMkLst>
        </pc:spChg>
        <pc:spChg chg="del mod">
          <ac:chgData name="Freda Shi" userId="e3bafef1-15f2-4eeb-acbe-fa674bab7991" providerId="ADAL" clId="{9555FC65-5A8C-4EE8-9D5B-8283D7A0923C}" dt="2026-02-04T04:17:48.350" v="51255" actId="478"/>
          <ac:spMkLst>
            <pc:docMk/>
            <pc:sldMk cId="312839163" sldId="267"/>
            <ac:spMk id="191" creationId="{39828109-FAA6-7845-8D04-C8F9C78390A6}"/>
          </ac:spMkLst>
        </pc:spChg>
        <pc:spChg chg="del mod">
          <ac:chgData name="Freda Shi" userId="e3bafef1-15f2-4eeb-acbe-fa674bab7991" providerId="ADAL" clId="{9555FC65-5A8C-4EE8-9D5B-8283D7A0923C}" dt="2026-02-04T04:17:48.350" v="51254" actId="478"/>
          <ac:spMkLst>
            <pc:docMk/>
            <pc:sldMk cId="312839163" sldId="267"/>
            <ac:spMk id="192" creationId="{6594075E-DD0F-9F98-9B8F-649D30C81FF6}"/>
          </ac:spMkLst>
        </pc:spChg>
        <pc:spChg chg="del mod">
          <ac:chgData name="Freda Shi" userId="e3bafef1-15f2-4eeb-acbe-fa674bab7991" providerId="ADAL" clId="{9555FC65-5A8C-4EE8-9D5B-8283D7A0923C}" dt="2026-02-04T04:17:48.350" v="51253" actId="478"/>
          <ac:spMkLst>
            <pc:docMk/>
            <pc:sldMk cId="312839163" sldId="267"/>
            <ac:spMk id="193" creationId="{E3CF4FCE-4479-9EAC-879B-1D3F194D6227}"/>
          </ac:spMkLst>
        </pc:spChg>
        <pc:spChg chg="del mod">
          <ac:chgData name="Freda Shi" userId="e3bafef1-15f2-4eeb-acbe-fa674bab7991" providerId="ADAL" clId="{9555FC65-5A8C-4EE8-9D5B-8283D7A0923C}" dt="2026-02-04T04:17:48.350" v="51252" actId="478"/>
          <ac:spMkLst>
            <pc:docMk/>
            <pc:sldMk cId="312839163" sldId="267"/>
            <ac:spMk id="194" creationId="{7C6225F3-BBC1-0C8D-00E7-3B46E20CA55B}"/>
          </ac:spMkLst>
        </pc:spChg>
        <pc:spChg chg="del mod">
          <ac:chgData name="Freda Shi" userId="e3bafef1-15f2-4eeb-acbe-fa674bab7991" providerId="ADAL" clId="{9555FC65-5A8C-4EE8-9D5B-8283D7A0923C}" dt="2026-02-04T04:17:48.350" v="51251" actId="478"/>
          <ac:spMkLst>
            <pc:docMk/>
            <pc:sldMk cId="312839163" sldId="267"/>
            <ac:spMk id="195" creationId="{189C9E29-75E3-9F90-2F8F-AB264A127FB1}"/>
          </ac:spMkLst>
        </pc:spChg>
        <pc:spChg chg="del mod">
          <ac:chgData name="Freda Shi" userId="e3bafef1-15f2-4eeb-acbe-fa674bab7991" providerId="ADAL" clId="{9555FC65-5A8C-4EE8-9D5B-8283D7A0923C}" dt="2026-02-04T04:17:48.350" v="51250" actId="478"/>
          <ac:spMkLst>
            <pc:docMk/>
            <pc:sldMk cId="312839163" sldId="267"/>
            <ac:spMk id="196" creationId="{91E4429B-6F49-09C5-56FA-73BFAA29A620}"/>
          </ac:spMkLst>
        </pc:spChg>
        <pc:spChg chg="del mod">
          <ac:chgData name="Freda Shi" userId="e3bafef1-15f2-4eeb-acbe-fa674bab7991" providerId="ADAL" clId="{9555FC65-5A8C-4EE8-9D5B-8283D7A0923C}" dt="2026-02-04T04:17:48.350" v="51249" actId="478"/>
          <ac:spMkLst>
            <pc:docMk/>
            <pc:sldMk cId="312839163" sldId="267"/>
            <ac:spMk id="197" creationId="{03FF5FF5-4E8B-A6DD-4384-2812FB47B1E8}"/>
          </ac:spMkLst>
        </pc:spChg>
        <pc:spChg chg="del mod">
          <ac:chgData name="Freda Shi" userId="e3bafef1-15f2-4eeb-acbe-fa674bab7991" providerId="ADAL" clId="{9555FC65-5A8C-4EE8-9D5B-8283D7A0923C}" dt="2026-02-04T04:17:48.350" v="51248" actId="478"/>
          <ac:spMkLst>
            <pc:docMk/>
            <pc:sldMk cId="312839163" sldId="267"/>
            <ac:spMk id="198" creationId="{B83DC2B4-E079-F684-B30F-B6C956D625E2}"/>
          </ac:spMkLst>
        </pc:spChg>
        <pc:spChg chg="del mod">
          <ac:chgData name="Freda Shi" userId="e3bafef1-15f2-4eeb-acbe-fa674bab7991" providerId="ADAL" clId="{9555FC65-5A8C-4EE8-9D5B-8283D7A0923C}" dt="2026-02-04T04:17:48.350" v="51247" actId="478"/>
          <ac:spMkLst>
            <pc:docMk/>
            <pc:sldMk cId="312839163" sldId="267"/>
            <ac:spMk id="199" creationId="{22215173-D651-D894-6362-AD1A408619BC}"/>
          </ac:spMkLst>
        </pc:spChg>
        <pc:spChg chg="del mod">
          <ac:chgData name="Freda Shi" userId="e3bafef1-15f2-4eeb-acbe-fa674bab7991" providerId="ADAL" clId="{9555FC65-5A8C-4EE8-9D5B-8283D7A0923C}" dt="2026-02-04T04:17:48.350" v="51246" actId="478"/>
          <ac:spMkLst>
            <pc:docMk/>
            <pc:sldMk cId="312839163" sldId="267"/>
            <ac:spMk id="200" creationId="{009942CD-C4EB-2C42-5EB9-210721733AF8}"/>
          </ac:spMkLst>
        </pc:spChg>
        <pc:spChg chg="del mod">
          <ac:chgData name="Freda Shi" userId="e3bafef1-15f2-4eeb-acbe-fa674bab7991" providerId="ADAL" clId="{9555FC65-5A8C-4EE8-9D5B-8283D7A0923C}" dt="2026-02-04T04:17:48.350" v="51245" actId="478"/>
          <ac:spMkLst>
            <pc:docMk/>
            <pc:sldMk cId="312839163" sldId="267"/>
            <ac:spMk id="201" creationId="{897558C2-57ED-E6C9-2522-96D3D9274BA8}"/>
          </ac:spMkLst>
        </pc:spChg>
        <pc:spChg chg="del mod">
          <ac:chgData name="Freda Shi" userId="e3bafef1-15f2-4eeb-acbe-fa674bab7991" providerId="ADAL" clId="{9555FC65-5A8C-4EE8-9D5B-8283D7A0923C}" dt="2026-02-04T04:17:48.350" v="51244" actId="478"/>
          <ac:spMkLst>
            <pc:docMk/>
            <pc:sldMk cId="312839163" sldId="267"/>
            <ac:spMk id="202" creationId="{D42DC854-CFF9-9164-7455-1DE4561613FC}"/>
          </ac:spMkLst>
        </pc:spChg>
        <pc:spChg chg="del mod">
          <ac:chgData name="Freda Shi" userId="e3bafef1-15f2-4eeb-acbe-fa674bab7991" providerId="ADAL" clId="{9555FC65-5A8C-4EE8-9D5B-8283D7A0923C}" dt="2026-02-04T04:17:48.350" v="51243" actId="478"/>
          <ac:spMkLst>
            <pc:docMk/>
            <pc:sldMk cId="312839163" sldId="267"/>
            <ac:spMk id="203" creationId="{14C70CBE-C1D3-1B5F-6A98-8DEC6358EF0E}"/>
          </ac:spMkLst>
        </pc:spChg>
        <pc:spChg chg="del mod">
          <ac:chgData name="Freda Shi" userId="e3bafef1-15f2-4eeb-acbe-fa674bab7991" providerId="ADAL" clId="{9555FC65-5A8C-4EE8-9D5B-8283D7A0923C}" dt="2026-02-04T04:17:48.334" v="51242" actId="478"/>
          <ac:spMkLst>
            <pc:docMk/>
            <pc:sldMk cId="312839163" sldId="267"/>
            <ac:spMk id="204" creationId="{E9CC341F-1AF3-31DC-C0DF-B23F6477215B}"/>
          </ac:spMkLst>
        </pc:spChg>
        <pc:spChg chg="del mod">
          <ac:chgData name="Freda Shi" userId="e3bafef1-15f2-4eeb-acbe-fa674bab7991" providerId="ADAL" clId="{9555FC65-5A8C-4EE8-9D5B-8283D7A0923C}" dt="2026-02-04T04:17:48.334" v="51241" actId="478"/>
          <ac:spMkLst>
            <pc:docMk/>
            <pc:sldMk cId="312839163" sldId="267"/>
            <ac:spMk id="205" creationId="{E26CD2C5-0FB1-2335-9D39-D7787785B417}"/>
          </ac:spMkLst>
        </pc:spChg>
        <pc:spChg chg="del mod">
          <ac:chgData name="Freda Shi" userId="e3bafef1-15f2-4eeb-acbe-fa674bab7991" providerId="ADAL" clId="{9555FC65-5A8C-4EE8-9D5B-8283D7A0923C}" dt="2026-02-04T04:17:48.334" v="51240" actId="478"/>
          <ac:spMkLst>
            <pc:docMk/>
            <pc:sldMk cId="312839163" sldId="267"/>
            <ac:spMk id="206" creationId="{40A65FB3-D029-9297-26F0-FB3127B8EF65}"/>
          </ac:spMkLst>
        </pc:spChg>
        <pc:spChg chg="del mod">
          <ac:chgData name="Freda Shi" userId="e3bafef1-15f2-4eeb-acbe-fa674bab7991" providerId="ADAL" clId="{9555FC65-5A8C-4EE8-9D5B-8283D7A0923C}" dt="2026-02-04T04:17:48.334" v="51239" actId="478"/>
          <ac:spMkLst>
            <pc:docMk/>
            <pc:sldMk cId="312839163" sldId="267"/>
            <ac:spMk id="207" creationId="{D61F6706-31C5-760B-522E-D44721F1EDBF}"/>
          </ac:spMkLst>
        </pc:spChg>
        <pc:spChg chg="del mod">
          <ac:chgData name="Freda Shi" userId="e3bafef1-15f2-4eeb-acbe-fa674bab7991" providerId="ADAL" clId="{9555FC65-5A8C-4EE8-9D5B-8283D7A0923C}" dt="2026-02-04T04:17:48.334" v="51238" actId="478"/>
          <ac:spMkLst>
            <pc:docMk/>
            <pc:sldMk cId="312839163" sldId="267"/>
            <ac:spMk id="208" creationId="{9CFC66AD-C9E8-4860-DED2-076940416B3B}"/>
          </ac:spMkLst>
        </pc:spChg>
        <pc:spChg chg="del mod">
          <ac:chgData name="Freda Shi" userId="e3bafef1-15f2-4eeb-acbe-fa674bab7991" providerId="ADAL" clId="{9555FC65-5A8C-4EE8-9D5B-8283D7A0923C}" dt="2026-02-04T04:17:48.334" v="51237" actId="478"/>
          <ac:spMkLst>
            <pc:docMk/>
            <pc:sldMk cId="312839163" sldId="267"/>
            <ac:spMk id="209" creationId="{80B7B46F-CEC7-FBE7-05F0-FDC59B72EEA4}"/>
          </ac:spMkLst>
        </pc:spChg>
        <pc:spChg chg="del mod">
          <ac:chgData name="Freda Shi" userId="e3bafef1-15f2-4eeb-acbe-fa674bab7991" providerId="ADAL" clId="{9555FC65-5A8C-4EE8-9D5B-8283D7A0923C}" dt="2026-02-04T04:17:48.334" v="51236" actId="478"/>
          <ac:spMkLst>
            <pc:docMk/>
            <pc:sldMk cId="312839163" sldId="267"/>
            <ac:spMk id="210" creationId="{2BAA658B-3B01-98E8-5DE3-7B8EACE29082}"/>
          </ac:spMkLst>
        </pc:spChg>
        <pc:spChg chg="del mod">
          <ac:chgData name="Freda Shi" userId="e3bafef1-15f2-4eeb-acbe-fa674bab7991" providerId="ADAL" clId="{9555FC65-5A8C-4EE8-9D5B-8283D7A0923C}" dt="2026-02-04T04:17:48.334" v="51235" actId="478"/>
          <ac:spMkLst>
            <pc:docMk/>
            <pc:sldMk cId="312839163" sldId="267"/>
            <ac:spMk id="211" creationId="{475A1810-4224-479B-FBDA-84BE92AA378A}"/>
          </ac:spMkLst>
        </pc:spChg>
        <pc:spChg chg="del mod">
          <ac:chgData name="Freda Shi" userId="e3bafef1-15f2-4eeb-acbe-fa674bab7991" providerId="ADAL" clId="{9555FC65-5A8C-4EE8-9D5B-8283D7A0923C}" dt="2026-02-04T04:17:48.334" v="51234" actId="478"/>
          <ac:spMkLst>
            <pc:docMk/>
            <pc:sldMk cId="312839163" sldId="267"/>
            <ac:spMk id="212" creationId="{99B16979-B75F-805E-4891-F4561A261111}"/>
          </ac:spMkLst>
        </pc:spChg>
        <pc:spChg chg="del mod">
          <ac:chgData name="Freda Shi" userId="e3bafef1-15f2-4eeb-acbe-fa674bab7991" providerId="ADAL" clId="{9555FC65-5A8C-4EE8-9D5B-8283D7A0923C}" dt="2026-02-04T04:17:48.334" v="51233" actId="478"/>
          <ac:spMkLst>
            <pc:docMk/>
            <pc:sldMk cId="312839163" sldId="267"/>
            <ac:spMk id="213" creationId="{E59A4861-3B3F-38B0-BA87-E100A4A87895}"/>
          </ac:spMkLst>
        </pc:spChg>
        <pc:spChg chg="del topLvl">
          <ac:chgData name="Freda Shi" userId="e3bafef1-15f2-4eeb-acbe-fa674bab7991" providerId="ADAL" clId="{9555FC65-5A8C-4EE8-9D5B-8283D7A0923C}" dt="2026-02-04T04:17:09.040" v="51217" actId="478"/>
          <ac:spMkLst>
            <pc:docMk/>
            <pc:sldMk cId="312839163" sldId="267"/>
            <ac:spMk id="255" creationId="{35E12AC9-1419-FF18-C133-BF5ABE9DA71E}"/>
          </ac:spMkLst>
        </pc:spChg>
        <pc:spChg chg="del topLvl">
          <ac:chgData name="Freda Shi" userId="e3bafef1-15f2-4eeb-acbe-fa674bab7991" providerId="ADAL" clId="{9555FC65-5A8C-4EE8-9D5B-8283D7A0923C}" dt="2026-02-04T04:17:09.024" v="51194" actId="478"/>
          <ac:spMkLst>
            <pc:docMk/>
            <pc:sldMk cId="312839163" sldId="267"/>
            <ac:spMk id="256" creationId="{714A30FC-12C6-7C3A-EEF9-27B6B0F0BD48}"/>
          </ac:spMkLst>
        </pc:spChg>
        <pc:spChg chg="del">
          <ac:chgData name="Freda Shi" userId="e3bafef1-15f2-4eeb-acbe-fa674bab7991" providerId="ADAL" clId="{9555FC65-5A8C-4EE8-9D5B-8283D7A0923C}" dt="2026-02-04T04:17:09.024" v="51193" actId="478"/>
          <ac:spMkLst>
            <pc:docMk/>
            <pc:sldMk cId="312839163" sldId="267"/>
            <ac:spMk id="257" creationId="{753899F4-A41B-F70B-28DC-CA5CF4415537}"/>
          </ac:spMkLst>
        </pc:spChg>
        <pc:spChg chg="del">
          <ac:chgData name="Freda Shi" userId="e3bafef1-15f2-4eeb-acbe-fa674bab7991" providerId="ADAL" clId="{9555FC65-5A8C-4EE8-9D5B-8283D7A0923C}" dt="2026-02-04T04:17:09.024" v="51192" actId="478"/>
          <ac:spMkLst>
            <pc:docMk/>
            <pc:sldMk cId="312839163" sldId="267"/>
            <ac:spMk id="258" creationId="{DBE9616F-5910-7E2A-6ECB-B70DFEFC2643}"/>
          </ac:spMkLst>
        </pc:spChg>
        <pc:spChg chg="del">
          <ac:chgData name="Freda Shi" userId="e3bafef1-15f2-4eeb-acbe-fa674bab7991" providerId="ADAL" clId="{9555FC65-5A8C-4EE8-9D5B-8283D7A0923C}" dt="2026-02-04T04:17:09.024" v="51191" actId="478"/>
          <ac:spMkLst>
            <pc:docMk/>
            <pc:sldMk cId="312839163" sldId="267"/>
            <ac:spMk id="259" creationId="{431E4C66-ADF0-D2A7-848D-7989AEA833A1}"/>
          </ac:spMkLst>
        </pc:spChg>
        <pc:spChg chg="del">
          <ac:chgData name="Freda Shi" userId="e3bafef1-15f2-4eeb-acbe-fa674bab7991" providerId="ADAL" clId="{9555FC65-5A8C-4EE8-9D5B-8283D7A0923C}" dt="2026-02-04T04:17:09.024" v="51190" actId="478"/>
          <ac:spMkLst>
            <pc:docMk/>
            <pc:sldMk cId="312839163" sldId="267"/>
            <ac:spMk id="260" creationId="{F0429136-6264-8389-78BD-E333FBD5BDAA}"/>
          </ac:spMkLst>
        </pc:spChg>
        <pc:spChg chg="del">
          <ac:chgData name="Freda Shi" userId="e3bafef1-15f2-4eeb-acbe-fa674bab7991" providerId="ADAL" clId="{9555FC65-5A8C-4EE8-9D5B-8283D7A0923C}" dt="2026-02-04T04:17:09.024" v="51189" actId="478"/>
          <ac:spMkLst>
            <pc:docMk/>
            <pc:sldMk cId="312839163" sldId="267"/>
            <ac:spMk id="261" creationId="{B7A1B2CE-AD88-F353-E945-D4338E8EF196}"/>
          </ac:spMkLst>
        </pc:spChg>
        <pc:spChg chg="del">
          <ac:chgData name="Freda Shi" userId="e3bafef1-15f2-4eeb-acbe-fa674bab7991" providerId="ADAL" clId="{9555FC65-5A8C-4EE8-9D5B-8283D7A0923C}" dt="2026-02-04T04:17:09.024" v="51188" actId="478"/>
          <ac:spMkLst>
            <pc:docMk/>
            <pc:sldMk cId="312839163" sldId="267"/>
            <ac:spMk id="262" creationId="{969589F9-ACD6-7F4D-2048-F660BD092633}"/>
          </ac:spMkLst>
        </pc:spChg>
        <pc:spChg chg="del">
          <ac:chgData name="Freda Shi" userId="e3bafef1-15f2-4eeb-acbe-fa674bab7991" providerId="ADAL" clId="{9555FC65-5A8C-4EE8-9D5B-8283D7A0923C}" dt="2026-02-04T04:17:09.024" v="51187" actId="478"/>
          <ac:spMkLst>
            <pc:docMk/>
            <pc:sldMk cId="312839163" sldId="267"/>
            <ac:spMk id="263" creationId="{FBC5F05E-9366-62AE-ACE9-899F352AF6CF}"/>
          </ac:spMkLst>
        </pc:spChg>
        <pc:spChg chg="del">
          <ac:chgData name="Freda Shi" userId="e3bafef1-15f2-4eeb-acbe-fa674bab7991" providerId="ADAL" clId="{9555FC65-5A8C-4EE8-9D5B-8283D7A0923C}" dt="2026-02-04T04:17:09.024" v="51186" actId="478"/>
          <ac:spMkLst>
            <pc:docMk/>
            <pc:sldMk cId="312839163" sldId="267"/>
            <ac:spMk id="264" creationId="{E7546ADA-A47C-5DDA-570F-AC459BF4B508}"/>
          </ac:spMkLst>
        </pc:spChg>
        <pc:spChg chg="del">
          <ac:chgData name="Freda Shi" userId="e3bafef1-15f2-4eeb-acbe-fa674bab7991" providerId="ADAL" clId="{9555FC65-5A8C-4EE8-9D5B-8283D7A0923C}" dt="2026-02-04T04:17:09.024" v="51185" actId="478"/>
          <ac:spMkLst>
            <pc:docMk/>
            <pc:sldMk cId="312839163" sldId="267"/>
            <ac:spMk id="265" creationId="{C30AA5A7-3208-7673-FF29-BA18110BC03F}"/>
          </ac:spMkLst>
        </pc:spChg>
        <pc:spChg chg="del">
          <ac:chgData name="Freda Shi" userId="e3bafef1-15f2-4eeb-acbe-fa674bab7991" providerId="ADAL" clId="{9555FC65-5A8C-4EE8-9D5B-8283D7A0923C}" dt="2026-02-04T04:17:09.024" v="51184" actId="478"/>
          <ac:spMkLst>
            <pc:docMk/>
            <pc:sldMk cId="312839163" sldId="267"/>
            <ac:spMk id="266" creationId="{BD87C569-9E52-A3CF-6091-5C05188C7514}"/>
          </ac:spMkLst>
        </pc:spChg>
        <pc:spChg chg="del">
          <ac:chgData name="Freda Shi" userId="e3bafef1-15f2-4eeb-acbe-fa674bab7991" providerId="ADAL" clId="{9555FC65-5A8C-4EE8-9D5B-8283D7A0923C}" dt="2026-02-04T04:17:09.024" v="51183" actId="478"/>
          <ac:spMkLst>
            <pc:docMk/>
            <pc:sldMk cId="312839163" sldId="267"/>
            <ac:spMk id="267" creationId="{2B8F3ACB-B7BE-D82A-62E1-8ABFCA7B7FA4}"/>
          </ac:spMkLst>
        </pc:spChg>
        <pc:spChg chg="del">
          <ac:chgData name="Freda Shi" userId="e3bafef1-15f2-4eeb-acbe-fa674bab7991" providerId="ADAL" clId="{9555FC65-5A8C-4EE8-9D5B-8283D7A0923C}" dt="2026-02-04T04:17:09.024" v="51182" actId="478"/>
          <ac:spMkLst>
            <pc:docMk/>
            <pc:sldMk cId="312839163" sldId="267"/>
            <ac:spMk id="268" creationId="{9F7EA344-D2BB-96F3-F49D-B11D8F3F158A}"/>
          </ac:spMkLst>
        </pc:spChg>
        <pc:spChg chg="del">
          <ac:chgData name="Freda Shi" userId="e3bafef1-15f2-4eeb-acbe-fa674bab7991" providerId="ADAL" clId="{9555FC65-5A8C-4EE8-9D5B-8283D7A0923C}" dt="2026-02-04T04:17:09.024" v="51181" actId="478"/>
          <ac:spMkLst>
            <pc:docMk/>
            <pc:sldMk cId="312839163" sldId="267"/>
            <ac:spMk id="269" creationId="{4D20A3AE-BC2F-9EC3-2259-9613E84F31CC}"/>
          </ac:spMkLst>
        </pc:spChg>
        <pc:spChg chg="del">
          <ac:chgData name="Freda Shi" userId="e3bafef1-15f2-4eeb-acbe-fa674bab7991" providerId="ADAL" clId="{9555FC65-5A8C-4EE8-9D5B-8283D7A0923C}" dt="2026-02-04T04:17:09.024" v="51180" actId="478"/>
          <ac:spMkLst>
            <pc:docMk/>
            <pc:sldMk cId="312839163" sldId="267"/>
            <ac:spMk id="270" creationId="{53E6E964-6786-84C5-9991-A428964E1328}"/>
          </ac:spMkLst>
        </pc:spChg>
        <pc:spChg chg="del">
          <ac:chgData name="Freda Shi" userId="e3bafef1-15f2-4eeb-acbe-fa674bab7991" providerId="ADAL" clId="{9555FC65-5A8C-4EE8-9D5B-8283D7A0923C}" dt="2026-02-04T04:17:09.024" v="51179" actId="478"/>
          <ac:spMkLst>
            <pc:docMk/>
            <pc:sldMk cId="312839163" sldId="267"/>
            <ac:spMk id="271" creationId="{360167C0-85E7-2CB0-E63C-F77B56A991D3}"/>
          </ac:spMkLst>
        </pc:spChg>
        <pc:spChg chg="del">
          <ac:chgData name="Freda Shi" userId="e3bafef1-15f2-4eeb-acbe-fa674bab7991" providerId="ADAL" clId="{9555FC65-5A8C-4EE8-9D5B-8283D7A0923C}" dt="2026-02-04T04:17:09.008" v="51178" actId="478"/>
          <ac:spMkLst>
            <pc:docMk/>
            <pc:sldMk cId="312839163" sldId="267"/>
            <ac:spMk id="272" creationId="{406527D2-CE92-08F1-CAE3-7F4D8313CC10}"/>
          </ac:spMkLst>
        </pc:spChg>
        <pc:spChg chg="del">
          <ac:chgData name="Freda Shi" userId="e3bafef1-15f2-4eeb-acbe-fa674bab7991" providerId="ADAL" clId="{9555FC65-5A8C-4EE8-9D5B-8283D7A0923C}" dt="2026-02-04T04:17:09.008" v="51177" actId="478"/>
          <ac:spMkLst>
            <pc:docMk/>
            <pc:sldMk cId="312839163" sldId="267"/>
            <ac:spMk id="273" creationId="{A7B190D8-576E-5FC5-B7F2-D0DCB37DF58C}"/>
          </ac:spMkLst>
        </pc:spChg>
        <pc:spChg chg="del">
          <ac:chgData name="Freda Shi" userId="e3bafef1-15f2-4eeb-acbe-fa674bab7991" providerId="ADAL" clId="{9555FC65-5A8C-4EE8-9D5B-8283D7A0923C}" dt="2026-02-04T04:17:09.008" v="51176" actId="478"/>
          <ac:spMkLst>
            <pc:docMk/>
            <pc:sldMk cId="312839163" sldId="267"/>
            <ac:spMk id="274" creationId="{61E77ED0-E791-C662-6C4B-72BD3CF1E8AD}"/>
          </ac:spMkLst>
        </pc:spChg>
        <pc:spChg chg="del">
          <ac:chgData name="Freda Shi" userId="e3bafef1-15f2-4eeb-acbe-fa674bab7991" providerId="ADAL" clId="{9555FC65-5A8C-4EE8-9D5B-8283D7A0923C}" dt="2026-02-04T04:17:09.008" v="51175" actId="478"/>
          <ac:spMkLst>
            <pc:docMk/>
            <pc:sldMk cId="312839163" sldId="267"/>
            <ac:spMk id="275" creationId="{2C17988B-807C-EE0B-E5D6-093DAA63FE3A}"/>
          </ac:spMkLst>
        </pc:spChg>
        <pc:spChg chg="del">
          <ac:chgData name="Freda Shi" userId="e3bafef1-15f2-4eeb-acbe-fa674bab7991" providerId="ADAL" clId="{9555FC65-5A8C-4EE8-9D5B-8283D7A0923C}" dt="2026-02-04T04:17:09.008" v="51174" actId="478"/>
          <ac:spMkLst>
            <pc:docMk/>
            <pc:sldMk cId="312839163" sldId="267"/>
            <ac:spMk id="276" creationId="{BE5C3EF7-C31C-3B51-E2D2-ABBC78E88C74}"/>
          </ac:spMkLst>
        </pc:spChg>
        <pc:spChg chg="del">
          <ac:chgData name="Freda Shi" userId="e3bafef1-15f2-4eeb-acbe-fa674bab7991" providerId="ADAL" clId="{9555FC65-5A8C-4EE8-9D5B-8283D7A0923C}" dt="2026-02-04T04:17:09.008" v="51173" actId="478"/>
          <ac:spMkLst>
            <pc:docMk/>
            <pc:sldMk cId="312839163" sldId="267"/>
            <ac:spMk id="277" creationId="{F1ADF395-AA7D-4509-8374-B07AC3DA223C}"/>
          </ac:spMkLst>
        </pc:spChg>
        <pc:spChg chg="del">
          <ac:chgData name="Freda Shi" userId="e3bafef1-15f2-4eeb-acbe-fa674bab7991" providerId="ADAL" clId="{9555FC65-5A8C-4EE8-9D5B-8283D7A0923C}" dt="2026-02-04T04:17:09.008" v="51172" actId="478"/>
          <ac:spMkLst>
            <pc:docMk/>
            <pc:sldMk cId="312839163" sldId="267"/>
            <ac:spMk id="278" creationId="{3C03735C-BEF9-140D-FA50-84CC7F605321}"/>
          </ac:spMkLst>
        </pc:spChg>
        <pc:spChg chg="del">
          <ac:chgData name="Freda Shi" userId="e3bafef1-15f2-4eeb-acbe-fa674bab7991" providerId="ADAL" clId="{9555FC65-5A8C-4EE8-9D5B-8283D7A0923C}" dt="2026-02-04T04:17:09.008" v="51171" actId="478"/>
          <ac:spMkLst>
            <pc:docMk/>
            <pc:sldMk cId="312839163" sldId="267"/>
            <ac:spMk id="279" creationId="{E22DF261-2101-017C-DBE1-DB4225CE76C6}"/>
          </ac:spMkLst>
        </pc:spChg>
        <pc:spChg chg="del">
          <ac:chgData name="Freda Shi" userId="e3bafef1-15f2-4eeb-acbe-fa674bab7991" providerId="ADAL" clId="{9555FC65-5A8C-4EE8-9D5B-8283D7A0923C}" dt="2026-02-04T04:17:09.008" v="51170" actId="478"/>
          <ac:spMkLst>
            <pc:docMk/>
            <pc:sldMk cId="312839163" sldId="267"/>
            <ac:spMk id="280" creationId="{B45A7BA6-CEE5-013C-528C-EF9AEAA316CC}"/>
          </ac:spMkLst>
        </pc:spChg>
        <pc:spChg chg="mod">
          <ac:chgData name="Freda Shi" userId="e3bafef1-15f2-4eeb-acbe-fa674bab7991" providerId="ADAL" clId="{9555FC65-5A8C-4EE8-9D5B-8283D7A0923C}" dt="2026-02-04T04:17:09.024" v="51195" actId="108"/>
          <ac:spMkLst>
            <pc:docMk/>
            <pc:sldMk cId="312839163" sldId="267"/>
            <ac:spMk id="285" creationId="{8CEC8303-06A5-336B-4B6B-7A16F3435A5C}"/>
          </ac:spMkLst>
        </pc:spChg>
        <pc:spChg chg="mod">
          <ac:chgData name="Freda Shi" userId="e3bafef1-15f2-4eeb-acbe-fa674bab7991" providerId="ADAL" clId="{9555FC65-5A8C-4EE8-9D5B-8283D7A0923C}" dt="2026-02-04T04:17:09.024" v="51196" actId="108"/>
          <ac:spMkLst>
            <pc:docMk/>
            <pc:sldMk cId="312839163" sldId="267"/>
            <ac:spMk id="286" creationId="{6985B091-0922-118F-C330-130013061160}"/>
          </ac:spMkLst>
        </pc:spChg>
        <pc:spChg chg="mod">
          <ac:chgData name="Freda Shi" userId="e3bafef1-15f2-4eeb-acbe-fa674bab7991" providerId="ADAL" clId="{9555FC65-5A8C-4EE8-9D5B-8283D7A0923C}" dt="2026-02-04T04:17:09.024" v="51197" actId="108"/>
          <ac:spMkLst>
            <pc:docMk/>
            <pc:sldMk cId="312839163" sldId="267"/>
            <ac:spMk id="287" creationId="{38E009BD-05CD-C3A6-6A6D-D782E9610EB2}"/>
          </ac:spMkLst>
        </pc:spChg>
        <pc:spChg chg="mod">
          <ac:chgData name="Freda Shi" userId="e3bafef1-15f2-4eeb-acbe-fa674bab7991" providerId="ADAL" clId="{9555FC65-5A8C-4EE8-9D5B-8283D7A0923C}" dt="2026-02-04T04:17:09.024" v="51198" actId="108"/>
          <ac:spMkLst>
            <pc:docMk/>
            <pc:sldMk cId="312839163" sldId="267"/>
            <ac:spMk id="288" creationId="{EBE6D594-EEC8-CC5E-E208-C5FC409439F4}"/>
          </ac:spMkLst>
        </pc:spChg>
        <pc:spChg chg="mod">
          <ac:chgData name="Freda Shi" userId="e3bafef1-15f2-4eeb-acbe-fa674bab7991" providerId="ADAL" clId="{9555FC65-5A8C-4EE8-9D5B-8283D7A0923C}" dt="2026-02-04T04:17:09.024" v="51199" actId="108"/>
          <ac:spMkLst>
            <pc:docMk/>
            <pc:sldMk cId="312839163" sldId="267"/>
            <ac:spMk id="289" creationId="{553A2057-87DB-A459-93FE-F941381BABCB}"/>
          </ac:spMkLst>
        </pc:spChg>
        <pc:spChg chg="mod">
          <ac:chgData name="Freda Shi" userId="e3bafef1-15f2-4eeb-acbe-fa674bab7991" providerId="ADAL" clId="{9555FC65-5A8C-4EE8-9D5B-8283D7A0923C}" dt="2026-02-04T04:17:09.024" v="51200" actId="108"/>
          <ac:spMkLst>
            <pc:docMk/>
            <pc:sldMk cId="312839163" sldId="267"/>
            <ac:spMk id="290" creationId="{1486040C-A412-B7B7-1179-2B3C5EC051A0}"/>
          </ac:spMkLst>
        </pc:spChg>
        <pc:spChg chg="mod">
          <ac:chgData name="Freda Shi" userId="e3bafef1-15f2-4eeb-acbe-fa674bab7991" providerId="ADAL" clId="{9555FC65-5A8C-4EE8-9D5B-8283D7A0923C}" dt="2026-02-04T04:17:09.024" v="51201" actId="108"/>
          <ac:spMkLst>
            <pc:docMk/>
            <pc:sldMk cId="312839163" sldId="267"/>
            <ac:spMk id="291" creationId="{7312FAE1-4708-7005-B29F-9462FBE98347}"/>
          </ac:spMkLst>
        </pc:spChg>
        <pc:spChg chg="mod">
          <ac:chgData name="Freda Shi" userId="e3bafef1-15f2-4eeb-acbe-fa674bab7991" providerId="ADAL" clId="{9555FC65-5A8C-4EE8-9D5B-8283D7A0923C}" dt="2026-02-04T04:17:09.024" v="51202" actId="108"/>
          <ac:spMkLst>
            <pc:docMk/>
            <pc:sldMk cId="312839163" sldId="267"/>
            <ac:spMk id="292" creationId="{80C4C27C-D1B7-FB81-73A7-06F8D6251370}"/>
          </ac:spMkLst>
        </pc:spChg>
        <pc:spChg chg="mod">
          <ac:chgData name="Freda Shi" userId="e3bafef1-15f2-4eeb-acbe-fa674bab7991" providerId="ADAL" clId="{9555FC65-5A8C-4EE8-9D5B-8283D7A0923C}" dt="2026-02-04T04:17:09.024" v="51203" actId="108"/>
          <ac:spMkLst>
            <pc:docMk/>
            <pc:sldMk cId="312839163" sldId="267"/>
            <ac:spMk id="293" creationId="{87B6C6E4-3007-907C-B262-3165EF458272}"/>
          </ac:spMkLst>
        </pc:spChg>
        <pc:spChg chg="mod">
          <ac:chgData name="Freda Shi" userId="e3bafef1-15f2-4eeb-acbe-fa674bab7991" providerId="ADAL" clId="{9555FC65-5A8C-4EE8-9D5B-8283D7A0923C}" dt="2026-02-04T04:17:09.024" v="51204" actId="108"/>
          <ac:spMkLst>
            <pc:docMk/>
            <pc:sldMk cId="312839163" sldId="267"/>
            <ac:spMk id="294" creationId="{940B826E-F7AC-3333-D853-0832BA12B395}"/>
          </ac:spMkLst>
        </pc:spChg>
        <pc:spChg chg="mod">
          <ac:chgData name="Freda Shi" userId="e3bafef1-15f2-4eeb-acbe-fa674bab7991" providerId="ADAL" clId="{9555FC65-5A8C-4EE8-9D5B-8283D7A0923C}" dt="2026-02-04T04:17:09.024" v="51205" actId="108"/>
          <ac:spMkLst>
            <pc:docMk/>
            <pc:sldMk cId="312839163" sldId="267"/>
            <ac:spMk id="295" creationId="{1C5DC077-7FD9-D24D-1B01-915BCA903FD9}"/>
          </ac:spMkLst>
        </pc:spChg>
        <pc:spChg chg="mod">
          <ac:chgData name="Freda Shi" userId="e3bafef1-15f2-4eeb-acbe-fa674bab7991" providerId="ADAL" clId="{9555FC65-5A8C-4EE8-9D5B-8283D7A0923C}" dt="2026-02-04T04:17:09.038" v="51206" actId="108"/>
          <ac:spMkLst>
            <pc:docMk/>
            <pc:sldMk cId="312839163" sldId="267"/>
            <ac:spMk id="296" creationId="{55BF2C0C-D72D-EE1B-AFEA-B07769EC877E}"/>
          </ac:spMkLst>
        </pc:spChg>
        <pc:spChg chg="mod">
          <ac:chgData name="Freda Shi" userId="e3bafef1-15f2-4eeb-acbe-fa674bab7991" providerId="ADAL" clId="{9555FC65-5A8C-4EE8-9D5B-8283D7A0923C}" dt="2026-02-04T04:17:09.038" v="51207" actId="108"/>
          <ac:spMkLst>
            <pc:docMk/>
            <pc:sldMk cId="312839163" sldId="267"/>
            <ac:spMk id="297" creationId="{A5870BC2-4DDF-371C-AC7D-6053890E50E5}"/>
          </ac:spMkLst>
        </pc:spChg>
        <pc:spChg chg="mod">
          <ac:chgData name="Freda Shi" userId="e3bafef1-15f2-4eeb-acbe-fa674bab7991" providerId="ADAL" clId="{9555FC65-5A8C-4EE8-9D5B-8283D7A0923C}" dt="2026-02-04T04:17:09.038" v="51208" actId="108"/>
          <ac:spMkLst>
            <pc:docMk/>
            <pc:sldMk cId="312839163" sldId="267"/>
            <ac:spMk id="298" creationId="{2B007853-A31C-0E2E-9C4C-D6F089734E25}"/>
          </ac:spMkLst>
        </pc:spChg>
        <pc:spChg chg="mod">
          <ac:chgData name="Freda Shi" userId="e3bafef1-15f2-4eeb-acbe-fa674bab7991" providerId="ADAL" clId="{9555FC65-5A8C-4EE8-9D5B-8283D7A0923C}" dt="2026-02-04T04:17:09.038" v="51209" actId="108"/>
          <ac:spMkLst>
            <pc:docMk/>
            <pc:sldMk cId="312839163" sldId="267"/>
            <ac:spMk id="299" creationId="{42CADC75-F3A8-47CF-18DE-7BFFE3C1078A}"/>
          </ac:spMkLst>
        </pc:spChg>
        <pc:spChg chg="mod">
          <ac:chgData name="Freda Shi" userId="e3bafef1-15f2-4eeb-acbe-fa674bab7991" providerId="ADAL" clId="{9555FC65-5A8C-4EE8-9D5B-8283D7A0923C}" dt="2026-02-04T04:17:09.038" v="51210" actId="108"/>
          <ac:spMkLst>
            <pc:docMk/>
            <pc:sldMk cId="312839163" sldId="267"/>
            <ac:spMk id="300" creationId="{42AAB240-CB4C-30EA-8DB7-1A7035BD8BC6}"/>
          </ac:spMkLst>
        </pc:spChg>
        <pc:spChg chg="mod">
          <ac:chgData name="Freda Shi" userId="e3bafef1-15f2-4eeb-acbe-fa674bab7991" providerId="ADAL" clId="{9555FC65-5A8C-4EE8-9D5B-8283D7A0923C}" dt="2026-02-04T04:17:09.038" v="51211" actId="108"/>
          <ac:spMkLst>
            <pc:docMk/>
            <pc:sldMk cId="312839163" sldId="267"/>
            <ac:spMk id="301" creationId="{0DBEE419-61A1-58C3-668C-FCCB12993067}"/>
          </ac:spMkLst>
        </pc:spChg>
        <pc:spChg chg="mod">
          <ac:chgData name="Freda Shi" userId="e3bafef1-15f2-4eeb-acbe-fa674bab7991" providerId="ADAL" clId="{9555FC65-5A8C-4EE8-9D5B-8283D7A0923C}" dt="2026-02-04T04:17:09.040" v="51212" actId="108"/>
          <ac:spMkLst>
            <pc:docMk/>
            <pc:sldMk cId="312839163" sldId="267"/>
            <ac:spMk id="302" creationId="{ECC27D14-B422-CE3C-DB8E-B4B6ABC6FD40}"/>
          </ac:spMkLst>
        </pc:spChg>
        <pc:spChg chg="mod">
          <ac:chgData name="Freda Shi" userId="e3bafef1-15f2-4eeb-acbe-fa674bab7991" providerId="ADAL" clId="{9555FC65-5A8C-4EE8-9D5B-8283D7A0923C}" dt="2026-02-04T04:17:09.040" v="51213" actId="108"/>
          <ac:spMkLst>
            <pc:docMk/>
            <pc:sldMk cId="312839163" sldId="267"/>
            <ac:spMk id="303" creationId="{F965AD60-63B9-342E-F310-0740CF5CF2C6}"/>
          </ac:spMkLst>
        </pc:spChg>
        <pc:spChg chg="mod">
          <ac:chgData name="Freda Shi" userId="e3bafef1-15f2-4eeb-acbe-fa674bab7991" providerId="ADAL" clId="{9555FC65-5A8C-4EE8-9D5B-8283D7A0923C}" dt="2026-02-04T04:17:09.040" v="51214" actId="108"/>
          <ac:spMkLst>
            <pc:docMk/>
            <pc:sldMk cId="312839163" sldId="267"/>
            <ac:spMk id="304" creationId="{665E5A2D-EF8D-1DD3-E198-B0D7D616AF70}"/>
          </ac:spMkLst>
        </pc:spChg>
        <pc:spChg chg="mod">
          <ac:chgData name="Freda Shi" userId="e3bafef1-15f2-4eeb-acbe-fa674bab7991" providerId="ADAL" clId="{9555FC65-5A8C-4EE8-9D5B-8283D7A0923C}" dt="2026-02-04T04:17:09.040" v="51215" actId="108"/>
          <ac:spMkLst>
            <pc:docMk/>
            <pc:sldMk cId="312839163" sldId="267"/>
            <ac:spMk id="305" creationId="{FD3C4B9F-4CBE-4E20-4321-12E966006B44}"/>
          </ac:spMkLst>
        </pc:spChg>
        <pc:spChg chg="mod">
          <ac:chgData name="Freda Shi" userId="e3bafef1-15f2-4eeb-acbe-fa674bab7991" providerId="ADAL" clId="{9555FC65-5A8C-4EE8-9D5B-8283D7A0923C}" dt="2026-02-04T04:17:09.040" v="51216" actId="108"/>
          <ac:spMkLst>
            <pc:docMk/>
            <pc:sldMk cId="312839163" sldId="267"/>
            <ac:spMk id="306" creationId="{6C87EE40-DEAC-5E56-9E39-E4E081598595}"/>
          </ac:spMkLst>
        </pc:spChg>
        <pc:spChg chg="mod">
          <ac:chgData name="Freda Shi" userId="e3bafef1-15f2-4eeb-acbe-fa674bab7991" providerId="ADAL" clId="{9555FC65-5A8C-4EE8-9D5B-8283D7A0923C}" dt="2026-02-04T04:17:48.350" v="51268" actId="108"/>
          <ac:spMkLst>
            <pc:docMk/>
            <pc:sldMk cId="312839163" sldId="267"/>
            <ac:spMk id="338" creationId="{C6CC10EE-750C-B5E7-BCA1-EFE5A66BD631}"/>
          </ac:spMkLst>
        </pc:spChg>
        <pc:spChg chg="mod">
          <ac:chgData name="Freda Shi" userId="e3bafef1-15f2-4eeb-acbe-fa674bab7991" providerId="ADAL" clId="{9555FC65-5A8C-4EE8-9D5B-8283D7A0923C}" dt="2026-02-04T04:17:48.350" v="51269" actId="108"/>
          <ac:spMkLst>
            <pc:docMk/>
            <pc:sldMk cId="312839163" sldId="267"/>
            <ac:spMk id="339" creationId="{5C9A0A96-FAAF-D5CB-CC0D-53C1A73BCE38}"/>
          </ac:spMkLst>
        </pc:spChg>
        <pc:spChg chg="mod">
          <ac:chgData name="Freda Shi" userId="e3bafef1-15f2-4eeb-acbe-fa674bab7991" providerId="ADAL" clId="{9555FC65-5A8C-4EE8-9D5B-8283D7A0923C}" dt="2026-02-04T04:17:48.366" v="51270" actId="108"/>
          <ac:spMkLst>
            <pc:docMk/>
            <pc:sldMk cId="312839163" sldId="267"/>
            <ac:spMk id="340" creationId="{8E914858-6A08-EEDE-00A9-C30EC239B295}"/>
          </ac:spMkLst>
        </pc:spChg>
        <pc:spChg chg="mod">
          <ac:chgData name="Freda Shi" userId="e3bafef1-15f2-4eeb-acbe-fa674bab7991" providerId="ADAL" clId="{9555FC65-5A8C-4EE8-9D5B-8283D7A0923C}" dt="2026-02-04T04:17:48.366" v="51271" actId="108"/>
          <ac:spMkLst>
            <pc:docMk/>
            <pc:sldMk cId="312839163" sldId="267"/>
            <ac:spMk id="341" creationId="{7FAE9289-3315-0EDF-5194-C8A23838C2DA}"/>
          </ac:spMkLst>
        </pc:spChg>
        <pc:spChg chg="mod">
          <ac:chgData name="Freda Shi" userId="e3bafef1-15f2-4eeb-acbe-fa674bab7991" providerId="ADAL" clId="{9555FC65-5A8C-4EE8-9D5B-8283D7A0923C}" dt="2026-02-04T04:17:48.366" v="51272" actId="108"/>
          <ac:spMkLst>
            <pc:docMk/>
            <pc:sldMk cId="312839163" sldId="267"/>
            <ac:spMk id="342" creationId="{1B1C6F59-BEFE-DA92-0F9D-C354C5D0A154}"/>
          </ac:spMkLst>
        </pc:spChg>
        <pc:spChg chg="mod">
          <ac:chgData name="Freda Shi" userId="e3bafef1-15f2-4eeb-acbe-fa674bab7991" providerId="ADAL" clId="{9555FC65-5A8C-4EE8-9D5B-8283D7A0923C}" dt="2026-02-04T04:17:48.366" v="51273" actId="108"/>
          <ac:spMkLst>
            <pc:docMk/>
            <pc:sldMk cId="312839163" sldId="267"/>
            <ac:spMk id="343" creationId="{DAA4A926-6640-054A-DE24-1872E22DCB41}"/>
          </ac:spMkLst>
        </pc:spChg>
        <pc:spChg chg="mod">
          <ac:chgData name="Freda Shi" userId="e3bafef1-15f2-4eeb-acbe-fa674bab7991" providerId="ADAL" clId="{9555FC65-5A8C-4EE8-9D5B-8283D7A0923C}" dt="2026-02-04T04:17:48.366" v="51274" actId="108"/>
          <ac:spMkLst>
            <pc:docMk/>
            <pc:sldMk cId="312839163" sldId="267"/>
            <ac:spMk id="344" creationId="{F5F9D6D8-41EE-9AC0-6ECA-2DDAD741C991}"/>
          </ac:spMkLst>
        </pc:spChg>
        <pc:spChg chg="mod">
          <ac:chgData name="Freda Shi" userId="e3bafef1-15f2-4eeb-acbe-fa674bab7991" providerId="ADAL" clId="{9555FC65-5A8C-4EE8-9D5B-8283D7A0923C}" dt="2026-02-04T04:17:48.366" v="51275" actId="108"/>
          <ac:spMkLst>
            <pc:docMk/>
            <pc:sldMk cId="312839163" sldId="267"/>
            <ac:spMk id="345" creationId="{1603C882-6D1A-34F6-FF9F-AC13536F3C87}"/>
          </ac:spMkLst>
        </pc:spChg>
        <pc:spChg chg="mod">
          <ac:chgData name="Freda Shi" userId="e3bafef1-15f2-4eeb-acbe-fa674bab7991" providerId="ADAL" clId="{9555FC65-5A8C-4EE8-9D5B-8283D7A0923C}" dt="2026-02-04T04:17:48.366" v="51276" actId="108"/>
          <ac:spMkLst>
            <pc:docMk/>
            <pc:sldMk cId="312839163" sldId="267"/>
            <ac:spMk id="346" creationId="{3AEBDE90-DB51-25BA-02DF-E6AF8194ED65}"/>
          </ac:spMkLst>
        </pc:spChg>
        <pc:spChg chg="mod">
          <ac:chgData name="Freda Shi" userId="e3bafef1-15f2-4eeb-acbe-fa674bab7991" providerId="ADAL" clId="{9555FC65-5A8C-4EE8-9D5B-8283D7A0923C}" dt="2026-02-04T04:17:48.366" v="51277" actId="108"/>
          <ac:spMkLst>
            <pc:docMk/>
            <pc:sldMk cId="312839163" sldId="267"/>
            <ac:spMk id="347" creationId="{0D52B200-A402-EB9C-53DA-2441E27BA42F}"/>
          </ac:spMkLst>
        </pc:spChg>
        <pc:spChg chg="mod">
          <ac:chgData name="Freda Shi" userId="e3bafef1-15f2-4eeb-acbe-fa674bab7991" providerId="ADAL" clId="{9555FC65-5A8C-4EE8-9D5B-8283D7A0923C}" dt="2026-02-04T04:17:48.366" v="51278" actId="108"/>
          <ac:spMkLst>
            <pc:docMk/>
            <pc:sldMk cId="312839163" sldId="267"/>
            <ac:spMk id="348" creationId="{71346E19-8C61-9875-0C3B-9508A0BE634F}"/>
          </ac:spMkLst>
        </pc:spChg>
        <pc:spChg chg="mod">
          <ac:chgData name="Freda Shi" userId="e3bafef1-15f2-4eeb-acbe-fa674bab7991" providerId="ADAL" clId="{9555FC65-5A8C-4EE8-9D5B-8283D7A0923C}" dt="2026-02-04T04:17:48.366" v="51279" actId="108"/>
          <ac:spMkLst>
            <pc:docMk/>
            <pc:sldMk cId="312839163" sldId="267"/>
            <ac:spMk id="349" creationId="{C9B341D7-0267-4C38-F196-81C479E64CE9}"/>
          </ac:spMkLst>
        </pc:spChg>
        <pc:spChg chg="mod">
          <ac:chgData name="Freda Shi" userId="e3bafef1-15f2-4eeb-acbe-fa674bab7991" providerId="ADAL" clId="{9555FC65-5A8C-4EE8-9D5B-8283D7A0923C}" dt="2026-02-04T04:17:48.366" v="51280" actId="108"/>
          <ac:spMkLst>
            <pc:docMk/>
            <pc:sldMk cId="312839163" sldId="267"/>
            <ac:spMk id="350" creationId="{248293A7-9999-A938-31EC-C1B0443318A9}"/>
          </ac:spMkLst>
        </pc:spChg>
        <pc:spChg chg="mod">
          <ac:chgData name="Freda Shi" userId="e3bafef1-15f2-4eeb-acbe-fa674bab7991" providerId="ADAL" clId="{9555FC65-5A8C-4EE8-9D5B-8283D7A0923C}" dt="2026-02-04T04:17:48.366" v="51281" actId="108"/>
          <ac:spMkLst>
            <pc:docMk/>
            <pc:sldMk cId="312839163" sldId="267"/>
            <ac:spMk id="351" creationId="{2E2C7725-B7BD-2091-6656-5978EA71B024}"/>
          </ac:spMkLst>
        </pc:spChg>
        <pc:spChg chg="mod">
          <ac:chgData name="Freda Shi" userId="e3bafef1-15f2-4eeb-acbe-fa674bab7991" providerId="ADAL" clId="{9555FC65-5A8C-4EE8-9D5B-8283D7A0923C}" dt="2026-02-04T04:17:48.366" v="51282" actId="108"/>
          <ac:spMkLst>
            <pc:docMk/>
            <pc:sldMk cId="312839163" sldId="267"/>
            <ac:spMk id="352" creationId="{73388D17-6547-D6A0-9714-2AAF35A19082}"/>
          </ac:spMkLst>
        </pc:spChg>
        <pc:spChg chg="mod">
          <ac:chgData name="Freda Shi" userId="e3bafef1-15f2-4eeb-acbe-fa674bab7991" providerId="ADAL" clId="{9555FC65-5A8C-4EE8-9D5B-8283D7A0923C}" dt="2026-02-04T04:17:48.366" v="51283" actId="108"/>
          <ac:spMkLst>
            <pc:docMk/>
            <pc:sldMk cId="312839163" sldId="267"/>
            <ac:spMk id="353" creationId="{619E33C6-FEF0-7DB8-EFF5-FE210D2DD248}"/>
          </ac:spMkLst>
        </pc:spChg>
        <pc:spChg chg="mod">
          <ac:chgData name="Freda Shi" userId="e3bafef1-15f2-4eeb-acbe-fa674bab7991" providerId="ADAL" clId="{9555FC65-5A8C-4EE8-9D5B-8283D7A0923C}" dt="2026-02-04T04:17:48.366" v="51284" actId="108"/>
          <ac:spMkLst>
            <pc:docMk/>
            <pc:sldMk cId="312839163" sldId="267"/>
            <ac:spMk id="354" creationId="{F0E6F9EF-2567-2423-44A4-2BA73DEA0308}"/>
          </ac:spMkLst>
        </pc:spChg>
        <pc:spChg chg="mod">
          <ac:chgData name="Freda Shi" userId="e3bafef1-15f2-4eeb-acbe-fa674bab7991" providerId="ADAL" clId="{9555FC65-5A8C-4EE8-9D5B-8283D7A0923C}" dt="2026-02-04T04:17:48.366" v="51285" actId="108"/>
          <ac:spMkLst>
            <pc:docMk/>
            <pc:sldMk cId="312839163" sldId="267"/>
            <ac:spMk id="355" creationId="{CF845377-13E9-9103-A053-A21E01F73B70}"/>
          </ac:spMkLst>
        </pc:spChg>
        <pc:spChg chg="mod">
          <ac:chgData name="Freda Shi" userId="e3bafef1-15f2-4eeb-acbe-fa674bab7991" providerId="ADAL" clId="{9555FC65-5A8C-4EE8-9D5B-8283D7A0923C}" dt="2026-02-04T04:17:48.366" v="51286" actId="108"/>
          <ac:spMkLst>
            <pc:docMk/>
            <pc:sldMk cId="312839163" sldId="267"/>
            <ac:spMk id="356" creationId="{2BD5FB8A-96A3-9CCA-D74A-727DCAFC27FC}"/>
          </ac:spMkLst>
        </pc:spChg>
        <pc:spChg chg="mod">
          <ac:chgData name="Freda Shi" userId="e3bafef1-15f2-4eeb-acbe-fa674bab7991" providerId="ADAL" clId="{9555FC65-5A8C-4EE8-9D5B-8283D7A0923C}" dt="2026-02-04T04:17:48.366" v="51287" actId="108"/>
          <ac:spMkLst>
            <pc:docMk/>
            <pc:sldMk cId="312839163" sldId="267"/>
            <ac:spMk id="357" creationId="{05D90E75-25C8-279E-D3E1-9D5AC84369D8}"/>
          </ac:spMkLst>
        </pc:spChg>
        <pc:spChg chg="mod">
          <ac:chgData name="Freda Shi" userId="e3bafef1-15f2-4eeb-acbe-fa674bab7991" providerId="ADAL" clId="{9555FC65-5A8C-4EE8-9D5B-8283D7A0923C}" dt="2026-02-04T04:17:48.366" v="51288" actId="108"/>
          <ac:spMkLst>
            <pc:docMk/>
            <pc:sldMk cId="312839163" sldId="267"/>
            <ac:spMk id="358" creationId="{F045F115-29A4-C67D-F279-D12CC4357CC6}"/>
          </ac:spMkLst>
        </pc:spChg>
        <pc:spChg chg="mod">
          <ac:chgData name="Freda Shi" userId="e3bafef1-15f2-4eeb-acbe-fa674bab7991" providerId="ADAL" clId="{9555FC65-5A8C-4EE8-9D5B-8283D7A0923C}" dt="2026-02-04T04:17:48.366" v="51289" actId="108"/>
          <ac:spMkLst>
            <pc:docMk/>
            <pc:sldMk cId="312839163" sldId="267"/>
            <ac:spMk id="359" creationId="{2834F36F-8ACA-7A03-35F9-C5DA5D5C5A4C}"/>
          </ac:spMkLst>
        </pc:spChg>
        <pc:spChg chg="mod">
          <ac:chgData name="Freda Shi" userId="e3bafef1-15f2-4eeb-acbe-fa674bab7991" providerId="ADAL" clId="{9555FC65-5A8C-4EE8-9D5B-8283D7A0923C}" dt="2026-02-04T04:17:48.366" v="51290" actId="108"/>
          <ac:spMkLst>
            <pc:docMk/>
            <pc:sldMk cId="312839163" sldId="267"/>
            <ac:spMk id="360" creationId="{0D7A1C06-8F93-454C-3A12-F9B7AC4826C3}"/>
          </ac:spMkLst>
        </pc:spChg>
        <pc:spChg chg="mod">
          <ac:chgData name="Freda Shi" userId="e3bafef1-15f2-4eeb-acbe-fa674bab7991" providerId="ADAL" clId="{9555FC65-5A8C-4EE8-9D5B-8283D7A0923C}" dt="2026-02-04T04:17:48.366" v="51291" actId="108"/>
          <ac:spMkLst>
            <pc:docMk/>
            <pc:sldMk cId="312839163" sldId="267"/>
            <ac:spMk id="361" creationId="{43AC142A-4A81-7F8A-9062-744967565A30}"/>
          </ac:spMkLst>
        </pc:spChg>
        <pc:spChg chg="mod">
          <ac:chgData name="Freda Shi" userId="e3bafef1-15f2-4eeb-acbe-fa674bab7991" providerId="ADAL" clId="{9555FC65-5A8C-4EE8-9D5B-8283D7A0923C}" dt="2026-02-04T04:17:48.366" v="51292" actId="108"/>
          <ac:spMkLst>
            <pc:docMk/>
            <pc:sldMk cId="312839163" sldId="267"/>
            <ac:spMk id="362" creationId="{2E38F96A-17A1-609E-B31E-98F34F3DA454}"/>
          </ac:spMkLst>
        </pc:spChg>
        <pc:spChg chg="mod">
          <ac:chgData name="Freda Shi" userId="e3bafef1-15f2-4eeb-acbe-fa674bab7991" providerId="ADAL" clId="{9555FC65-5A8C-4EE8-9D5B-8283D7A0923C}" dt="2026-02-04T04:17:48.366" v="51293" actId="108"/>
          <ac:spMkLst>
            <pc:docMk/>
            <pc:sldMk cId="312839163" sldId="267"/>
            <ac:spMk id="363" creationId="{85A23EB2-B03F-060C-86CA-A544D0D00B17}"/>
          </ac:spMkLst>
        </pc:spChg>
        <pc:spChg chg="mod">
          <ac:chgData name="Freda Shi" userId="e3bafef1-15f2-4eeb-acbe-fa674bab7991" providerId="ADAL" clId="{9555FC65-5A8C-4EE8-9D5B-8283D7A0923C}" dt="2026-02-04T04:17:48.366" v="51294" actId="108"/>
          <ac:spMkLst>
            <pc:docMk/>
            <pc:sldMk cId="312839163" sldId="267"/>
            <ac:spMk id="364" creationId="{78BD8FFE-5DD6-DED1-30C5-E8B7E38F29E9}"/>
          </ac:spMkLst>
        </pc:spChg>
        <pc:spChg chg="mod">
          <ac:chgData name="Freda Shi" userId="e3bafef1-15f2-4eeb-acbe-fa674bab7991" providerId="ADAL" clId="{9555FC65-5A8C-4EE8-9D5B-8283D7A0923C}" dt="2026-02-04T04:17:48.366" v="51295" actId="108"/>
          <ac:spMkLst>
            <pc:docMk/>
            <pc:sldMk cId="312839163" sldId="267"/>
            <ac:spMk id="365" creationId="{3FA0BD68-39B1-7054-575E-4AFC1C3B7281}"/>
          </ac:spMkLst>
        </pc:spChg>
        <pc:spChg chg="mod">
          <ac:chgData name="Freda Shi" userId="e3bafef1-15f2-4eeb-acbe-fa674bab7991" providerId="ADAL" clId="{9555FC65-5A8C-4EE8-9D5B-8283D7A0923C}" dt="2026-02-04T04:17:48.366" v="51296" actId="108"/>
          <ac:spMkLst>
            <pc:docMk/>
            <pc:sldMk cId="312839163" sldId="267"/>
            <ac:spMk id="366" creationId="{EC6E1633-927A-F69D-A56A-DE213ED7DE00}"/>
          </ac:spMkLst>
        </pc:spChg>
        <pc:spChg chg="mod">
          <ac:chgData name="Freda Shi" userId="e3bafef1-15f2-4eeb-acbe-fa674bab7991" providerId="ADAL" clId="{9555FC65-5A8C-4EE8-9D5B-8283D7A0923C}" dt="2026-02-04T04:17:48.366" v="51297" actId="108"/>
          <ac:spMkLst>
            <pc:docMk/>
            <pc:sldMk cId="312839163" sldId="267"/>
            <ac:spMk id="367" creationId="{9571A2DF-8B98-EA93-EE6C-0C370755F6A8}"/>
          </ac:spMkLst>
        </pc:spChg>
        <pc:spChg chg="mod">
          <ac:chgData name="Freda Shi" userId="e3bafef1-15f2-4eeb-acbe-fa674bab7991" providerId="ADAL" clId="{9555FC65-5A8C-4EE8-9D5B-8283D7A0923C}" dt="2026-02-04T04:17:48.366" v="51298" actId="108"/>
          <ac:spMkLst>
            <pc:docMk/>
            <pc:sldMk cId="312839163" sldId="267"/>
            <ac:spMk id="368" creationId="{051F3BB8-2430-64FE-3B7F-4BEB1B8E896F}"/>
          </ac:spMkLst>
        </pc:spChg>
        <pc:spChg chg="mod">
          <ac:chgData name="Freda Shi" userId="e3bafef1-15f2-4eeb-acbe-fa674bab7991" providerId="ADAL" clId="{9555FC65-5A8C-4EE8-9D5B-8283D7A0923C}" dt="2026-02-04T04:17:48.366" v="51299" actId="108"/>
          <ac:spMkLst>
            <pc:docMk/>
            <pc:sldMk cId="312839163" sldId="267"/>
            <ac:spMk id="369" creationId="{9B913881-9A5D-F9D1-CD1A-5E7C4C471503}"/>
          </ac:spMkLst>
        </pc:spChg>
        <pc:spChg chg="mod">
          <ac:chgData name="Freda Shi" userId="e3bafef1-15f2-4eeb-acbe-fa674bab7991" providerId="ADAL" clId="{9555FC65-5A8C-4EE8-9D5B-8283D7A0923C}" dt="2026-02-04T04:17:48.366" v="51300" actId="108"/>
          <ac:spMkLst>
            <pc:docMk/>
            <pc:sldMk cId="312839163" sldId="267"/>
            <ac:spMk id="370" creationId="{9BE24613-F4E1-9BB8-2554-9E637ADDF502}"/>
          </ac:spMkLst>
        </pc:spChg>
        <pc:spChg chg="mod">
          <ac:chgData name="Freda Shi" userId="e3bafef1-15f2-4eeb-acbe-fa674bab7991" providerId="ADAL" clId="{9555FC65-5A8C-4EE8-9D5B-8283D7A0923C}" dt="2026-02-04T04:17:48.366" v="51301" actId="108"/>
          <ac:spMkLst>
            <pc:docMk/>
            <pc:sldMk cId="312839163" sldId="267"/>
            <ac:spMk id="371" creationId="{2DD2AFE5-7CAD-A812-9B7B-94990EE8DB81}"/>
          </ac:spMkLst>
        </pc:spChg>
        <pc:spChg chg="mod">
          <ac:chgData name="Freda Shi" userId="e3bafef1-15f2-4eeb-acbe-fa674bab7991" providerId="ADAL" clId="{9555FC65-5A8C-4EE8-9D5B-8283D7A0923C}" dt="2026-02-04T04:17:48.366" v="51302" actId="108"/>
          <ac:spMkLst>
            <pc:docMk/>
            <pc:sldMk cId="312839163" sldId="267"/>
            <ac:spMk id="372" creationId="{F01BDC8A-521A-F17B-CDCE-9DCB5346D755}"/>
          </ac:spMkLst>
        </pc:spChg>
        <pc:spChg chg="mod">
          <ac:chgData name="Freda Shi" userId="e3bafef1-15f2-4eeb-acbe-fa674bab7991" providerId="ADAL" clId="{9555FC65-5A8C-4EE8-9D5B-8283D7A0923C}" dt="2026-02-04T04:17:48.366" v="51303" actId="108"/>
          <ac:spMkLst>
            <pc:docMk/>
            <pc:sldMk cId="312839163" sldId="267"/>
            <ac:spMk id="373" creationId="{BAA9D449-5814-01B5-3BE3-FF5C465BD42B}"/>
          </ac:spMkLst>
        </pc:spChg>
        <pc:spChg chg="mod">
          <ac:chgData name="Freda Shi" userId="e3bafef1-15f2-4eeb-acbe-fa674bab7991" providerId="ADAL" clId="{9555FC65-5A8C-4EE8-9D5B-8283D7A0923C}" dt="2026-02-04T04:17:48.366" v="51304" actId="108"/>
          <ac:spMkLst>
            <pc:docMk/>
            <pc:sldMk cId="312839163" sldId="267"/>
            <ac:spMk id="374" creationId="{64B452B1-FF11-CAFE-55B5-E45359B84091}"/>
          </ac:spMkLst>
        </pc:spChg>
        <pc:spChg chg="mod">
          <ac:chgData name="Freda Shi" userId="e3bafef1-15f2-4eeb-acbe-fa674bab7991" providerId="ADAL" clId="{9555FC65-5A8C-4EE8-9D5B-8283D7A0923C}" dt="2026-02-04T04:17:48.366" v="51305" actId="108"/>
          <ac:spMkLst>
            <pc:docMk/>
            <pc:sldMk cId="312839163" sldId="267"/>
            <ac:spMk id="375" creationId="{68801D59-43E6-6164-F7D3-E82302355189}"/>
          </ac:spMkLst>
        </pc:spChg>
        <pc:grpChg chg="del mod">
          <ac:chgData name="Freda Shi" userId="e3bafef1-15f2-4eeb-acbe-fa674bab7991" providerId="ADAL" clId="{9555FC65-5A8C-4EE8-9D5B-8283D7A0923C}" dt="2026-02-04T04:02:24.458" v="51023" actId="478"/>
          <ac:grpSpMkLst>
            <pc:docMk/>
            <pc:sldMk cId="312839163" sldId="267"/>
            <ac:grpSpMk id="62" creationId="{F26DD114-3DA4-78E1-3FF9-DDD003D5E394}"/>
          </ac:grpSpMkLst>
        </pc:grpChg>
        <pc:grpChg chg="mod">
          <ac:chgData name="Freda Shi" userId="e3bafef1-15f2-4eeb-acbe-fa674bab7991" providerId="ADAL" clId="{9555FC65-5A8C-4EE8-9D5B-8283D7A0923C}" dt="2026-02-04T04:01:45.593" v="50973" actId="1035"/>
          <ac:grpSpMkLst>
            <pc:docMk/>
            <pc:sldMk cId="312839163" sldId="267"/>
            <ac:grpSpMk id="108" creationId="{96409787-8F01-DA93-F621-180F09D402F1}"/>
          </ac:grpSpMkLst>
        </pc:grpChg>
        <pc:grpChg chg="del mod ord">
          <ac:chgData name="Freda Shi" userId="e3bafef1-15f2-4eeb-acbe-fa674bab7991" providerId="ADAL" clId="{9555FC65-5A8C-4EE8-9D5B-8283D7A0923C}" dt="2026-02-04T04:02:32.116" v="51109" actId="478"/>
          <ac:grpSpMkLst>
            <pc:docMk/>
            <pc:sldMk cId="312839163" sldId="267"/>
            <ac:grpSpMk id="148" creationId="{DCF7235E-6597-EBBE-180D-63BE17C8A41A}"/>
          </ac:grpSpMkLst>
        </pc:grpChg>
        <pc:grpChg chg="del">
          <ac:chgData name="Freda Shi" userId="e3bafef1-15f2-4eeb-acbe-fa674bab7991" providerId="ADAL" clId="{9555FC65-5A8C-4EE8-9D5B-8283D7A0923C}" dt="2026-02-04T04:02:24.485" v="51061" actId="478"/>
          <ac:grpSpMkLst>
            <pc:docMk/>
            <pc:sldMk cId="312839163" sldId="267"/>
            <ac:grpSpMk id="149" creationId="{59A2309E-5750-6284-6C64-177CCDE32C01}"/>
          </ac:grpSpMkLst>
        </pc:grpChg>
        <pc:grpChg chg="del mod ord">
          <ac:chgData name="Freda Shi" userId="e3bafef1-15f2-4eeb-acbe-fa674bab7991" providerId="ADAL" clId="{9555FC65-5A8C-4EE8-9D5B-8283D7A0923C}" dt="2026-02-04T04:17:48.350" v="51267" actId="478"/>
          <ac:grpSpMkLst>
            <pc:docMk/>
            <pc:sldMk cId="312839163" sldId="267"/>
            <ac:grpSpMk id="214" creationId="{B3B44AFA-1F21-F527-6C90-A18F9471007F}"/>
          </ac:grpSpMkLst>
        </pc:grpChg>
        <pc:grpChg chg="del">
          <ac:chgData name="Freda Shi" userId="e3bafef1-15f2-4eeb-acbe-fa674bab7991" providerId="ADAL" clId="{9555FC65-5A8C-4EE8-9D5B-8283D7A0923C}" dt="2026-02-04T04:02:32.132" v="51147" actId="478"/>
          <ac:grpSpMkLst>
            <pc:docMk/>
            <pc:sldMk cId="312839163" sldId="267"/>
            <ac:grpSpMk id="215" creationId="{FA2942E6-EBA1-ED5E-2980-D2774ED7E298}"/>
          </ac:grpSpMkLst>
        </pc:grpChg>
        <pc:grpChg chg="del mod">
          <ac:chgData name="Freda Shi" userId="e3bafef1-15f2-4eeb-acbe-fa674bab7991" providerId="ADAL" clId="{9555FC65-5A8C-4EE8-9D5B-8283D7A0923C}" dt="2026-02-04T04:17:09.024" v="51194" actId="478"/>
          <ac:grpSpMkLst>
            <pc:docMk/>
            <pc:sldMk cId="312839163" sldId="267"/>
            <ac:grpSpMk id="281" creationId="{6B0FC24F-0628-1452-A8AC-5F1944FC64E2}"/>
          </ac:grpSpMkLst>
        </pc:grpChg>
        <pc:grpChg chg="mod ord">
          <ac:chgData name="Freda Shi" userId="e3bafef1-15f2-4eeb-acbe-fa674bab7991" providerId="ADAL" clId="{9555FC65-5A8C-4EE8-9D5B-8283D7A0923C}" dt="2026-02-04T04:17:09.040" v="51220" actId="962"/>
          <ac:grpSpMkLst>
            <pc:docMk/>
            <pc:sldMk cId="312839163" sldId="267"/>
            <ac:grpSpMk id="307" creationId="{4A4BC764-9DFA-2410-8DB5-B8D82D4882DF}"/>
          </ac:grpSpMkLst>
        </pc:grpChg>
        <pc:grpChg chg="del">
          <ac:chgData name="Freda Shi" userId="e3bafef1-15f2-4eeb-acbe-fa674bab7991" providerId="ADAL" clId="{9555FC65-5A8C-4EE8-9D5B-8283D7A0923C}" dt="2026-02-04T04:17:09.040" v="51218" actId="478"/>
          <ac:grpSpMkLst>
            <pc:docMk/>
            <pc:sldMk cId="312839163" sldId="267"/>
            <ac:grpSpMk id="308" creationId="{7E604D12-B778-FD28-38E7-0E04D1A883AF}"/>
          </ac:grpSpMkLst>
        </pc:grpChg>
        <pc:grpChg chg="mod ord">
          <ac:chgData name="Freda Shi" userId="e3bafef1-15f2-4eeb-acbe-fa674bab7991" providerId="ADAL" clId="{9555FC65-5A8C-4EE8-9D5B-8283D7A0923C}" dt="2026-02-04T04:17:48.366" v="51309" actId="962"/>
          <ac:grpSpMkLst>
            <pc:docMk/>
            <pc:sldMk cId="312839163" sldId="267"/>
            <ac:grpSpMk id="376" creationId="{09FA0706-E5BB-94F1-F841-ED3B9D137D72}"/>
          </ac:grpSpMkLst>
        </pc:grpChg>
        <pc:grpChg chg="del">
          <ac:chgData name="Freda Shi" userId="e3bafef1-15f2-4eeb-acbe-fa674bab7991" providerId="ADAL" clId="{9555FC65-5A8C-4EE8-9D5B-8283D7A0923C}" dt="2026-02-04T04:17:48.366" v="51307" actId="478"/>
          <ac:grpSpMkLst>
            <pc:docMk/>
            <pc:sldMk cId="312839163" sldId="267"/>
            <ac:grpSpMk id="377" creationId="{973A741B-602F-DED9-BB84-FCC204B9C5F9}"/>
          </ac:grpSpMkLst>
        </pc:grpChg>
        <pc:picChg chg="mod">
          <ac:chgData name="Freda Shi" userId="e3bafef1-15f2-4eeb-acbe-fa674bab7991" providerId="ADAL" clId="{9555FC65-5A8C-4EE8-9D5B-8283D7A0923C}" dt="2026-02-04T04:02:02.138" v="50974"/>
          <ac:picMkLst>
            <pc:docMk/>
            <pc:sldMk cId="312839163" sldId="267"/>
            <ac:picMk id="5" creationId="{F5C34FC0-4CA7-0677-9F58-CEF91589B434}"/>
          </ac:picMkLst>
        </pc:picChg>
        <pc:picChg chg="add mod topLvl">
          <ac:chgData name="Freda Shi" userId="e3bafef1-15f2-4eeb-acbe-fa674bab7991" providerId="ADAL" clId="{9555FC65-5A8C-4EE8-9D5B-8283D7A0923C}" dt="2026-02-04T04:02:02.143" v="50975"/>
          <ac:picMkLst>
            <pc:docMk/>
            <pc:sldMk cId="312839163" sldId="267"/>
            <ac:picMk id="6" creationId="{893D01B0-6F95-07F2-E32B-487BE03A90BF}"/>
          </ac:picMkLst>
        </pc:picChg>
        <pc:picChg chg="mod">
          <ac:chgData name="Freda Shi" userId="e3bafef1-15f2-4eeb-acbe-fa674bab7991" providerId="ADAL" clId="{9555FC65-5A8C-4EE8-9D5B-8283D7A0923C}" dt="2026-02-04T04:02:02.143" v="50976"/>
          <ac:picMkLst>
            <pc:docMk/>
            <pc:sldMk cId="312839163" sldId="267"/>
            <ac:picMk id="7" creationId="{454F97AA-E164-F0DB-E8FE-C233A6A0738B}"/>
          </ac:picMkLst>
        </pc:picChg>
        <pc:picChg chg="add mod topLvl">
          <ac:chgData name="Freda Shi" userId="e3bafef1-15f2-4eeb-acbe-fa674bab7991" providerId="ADAL" clId="{9555FC65-5A8C-4EE8-9D5B-8283D7A0923C}" dt="2026-02-04T04:02:02.143" v="50977"/>
          <ac:picMkLst>
            <pc:docMk/>
            <pc:sldMk cId="312839163" sldId="267"/>
            <ac:picMk id="8" creationId="{6080E631-883A-FAC2-1571-C6D182D896E2}"/>
          </ac:picMkLst>
        </pc:picChg>
        <pc:picChg chg="mod">
          <ac:chgData name="Freda Shi" userId="e3bafef1-15f2-4eeb-acbe-fa674bab7991" providerId="ADAL" clId="{9555FC65-5A8C-4EE8-9D5B-8283D7A0923C}" dt="2026-02-04T04:02:02.143" v="50978"/>
          <ac:picMkLst>
            <pc:docMk/>
            <pc:sldMk cId="312839163" sldId="267"/>
            <ac:picMk id="9" creationId="{77246B02-F011-9A2C-DA04-795C9E168A06}"/>
          </ac:picMkLst>
        </pc:picChg>
        <pc:picChg chg="add mod topLvl">
          <ac:chgData name="Freda Shi" userId="e3bafef1-15f2-4eeb-acbe-fa674bab7991" providerId="ADAL" clId="{9555FC65-5A8C-4EE8-9D5B-8283D7A0923C}" dt="2026-02-04T04:02:02.143" v="50979"/>
          <ac:picMkLst>
            <pc:docMk/>
            <pc:sldMk cId="312839163" sldId="267"/>
            <ac:picMk id="10" creationId="{DFB115BC-7387-F506-8D92-10F191A4DB11}"/>
          </ac:picMkLst>
        </pc:picChg>
        <pc:picChg chg="add mod topLvl">
          <ac:chgData name="Freda Shi" userId="e3bafef1-15f2-4eeb-acbe-fa674bab7991" providerId="ADAL" clId="{9555FC65-5A8C-4EE8-9D5B-8283D7A0923C}" dt="2026-02-04T04:02:02.143" v="50980"/>
          <ac:picMkLst>
            <pc:docMk/>
            <pc:sldMk cId="312839163" sldId="267"/>
            <ac:picMk id="11" creationId="{D095E2F8-4D85-9C16-BB16-975675BFB722}"/>
          </ac:picMkLst>
        </pc:picChg>
        <pc:picChg chg="mod">
          <ac:chgData name="Freda Shi" userId="e3bafef1-15f2-4eeb-acbe-fa674bab7991" providerId="ADAL" clId="{9555FC65-5A8C-4EE8-9D5B-8283D7A0923C}" dt="2026-02-04T04:02:02.143" v="50981"/>
          <ac:picMkLst>
            <pc:docMk/>
            <pc:sldMk cId="312839163" sldId="267"/>
            <ac:picMk id="12" creationId="{6C098A63-6F0A-DE08-B271-1BBE57A261C1}"/>
          </ac:picMkLst>
        </pc:picChg>
        <pc:picChg chg="add mod topLvl">
          <ac:chgData name="Freda Shi" userId="e3bafef1-15f2-4eeb-acbe-fa674bab7991" providerId="ADAL" clId="{9555FC65-5A8C-4EE8-9D5B-8283D7A0923C}" dt="2026-02-04T04:02:02.143" v="50982"/>
          <ac:picMkLst>
            <pc:docMk/>
            <pc:sldMk cId="312839163" sldId="267"/>
            <ac:picMk id="14" creationId="{553E18DD-3897-8DAA-2BB8-F944CFB35325}"/>
          </ac:picMkLst>
        </pc:picChg>
        <pc:picChg chg="add mod topLvl">
          <ac:chgData name="Freda Shi" userId="e3bafef1-15f2-4eeb-acbe-fa674bab7991" providerId="ADAL" clId="{9555FC65-5A8C-4EE8-9D5B-8283D7A0923C}" dt="2026-02-04T04:02:02.143" v="50983"/>
          <ac:picMkLst>
            <pc:docMk/>
            <pc:sldMk cId="312839163" sldId="267"/>
            <ac:picMk id="15" creationId="{9E8546B9-D6A0-C14B-C723-C734C1C00D4D}"/>
          </ac:picMkLst>
        </pc:picChg>
        <pc:picChg chg="add mod topLvl">
          <ac:chgData name="Freda Shi" userId="e3bafef1-15f2-4eeb-acbe-fa674bab7991" providerId="ADAL" clId="{9555FC65-5A8C-4EE8-9D5B-8283D7A0923C}" dt="2026-02-04T04:02:02.143" v="50984"/>
          <ac:picMkLst>
            <pc:docMk/>
            <pc:sldMk cId="312839163" sldId="267"/>
            <ac:picMk id="16" creationId="{8BABEC1B-3C2F-77CC-136B-745CAB3C4F0D}"/>
          </ac:picMkLst>
        </pc:picChg>
        <pc:picChg chg="del">
          <ac:chgData name="Freda Shi" userId="e3bafef1-15f2-4eeb-acbe-fa674bab7991" providerId="ADAL" clId="{9555FC65-5A8C-4EE8-9D5B-8283D7A0923C}" dt="2026-02-03T05:37:01.762" v="50745" actId="478"/>
          <ac:picMkLst>
            <pc:docMk/>
            <pc:sldMk cId="312839163" sldId="267"/>
            <ac:picMk id="17" creationId="{57EDDEEF-7CED-ED62-C0EC-9EA6515B48EA}"/>
          </ac:picMkLst>
        </pc:picChg>
        <pc:picChg chg="add mod topLvl">
          <ac:chgData name="Freda Shi" userId="e3bafef1-15f2-4eeb-acbe-fa674bab7991" providerId="ADAL" clId="{9555FC65-5A8C-4EE8-9D5B-8283D7A0923C}" dt="2026-02-04T04:02:02.143" v="50985"/>
          <ac:picMkLst>
            <pc:docMk/>
            <pc:sldMk cId="312839163" sldId="267"/>
            <ac:picMk id="18" creationId="{DF90C311-668C-7BA0-2CA6-7C7BF16A20EF}"/>
          </ac:picMkLst>
        </pc:picChg>
        <pc:picChg chg="del">
          <ac:chgData name="Freda Shi" userId="e3bafef1-15f2-4eeb-acbe-fa674bab7991" providerId="ADAL" clId="{9555FC65-5A8C-4EE8-9D5B-8283D7A0923C}" dt="2026-02-03T05:37:02.977" v="50746" actId="478"/>
          <ac:picMkLst>
            <pc:docMk/>
            <pc:sldMk cId="312839163" sldId="267"/>
            <ac:picMk id="19" creationId="{57A04566-0AC7-C7E2-D8B0-C43E0AE1A267}"/>
          </ac:picMkLst>
        </pc:picChg>
        <pc:picChg chg="add mod topLvl">
          <ac:chgData name="Freda Shi" userId="e3bafef1-15f2-4eeb-acbe-fa674bab7991" providerId="ADAL" clId="{9555FC65-5A8C-4EE8-9D5B-8283D7A0923C}" dt="2026-02-04T04:02:02.143" v="50986"/>
          <ac:picMkLst>
            <pc:docMk/>
            <pc:sldMk cId="312839163" sldId="267"/>
            <ac:picMk id="20" creationId="{5CA9C7C5-A270-C475-907B-24039E96C795}"/>
          </ac:picMkLst>
        </pc:picChg>
        <pc:picChg chg="add del mod topLvl">
          <ac:chgData name="Freda Shi" userId="e3bafef1-15f2-4eeb-acbe-fa674bab7991" providerId="ADAL" clId="{9555FC65-5A8C-4EE8-9D5B-8283D7A0923C}" dt="2026-02-03T05:37:03.663" v="50747" actId="478"/>
          <ac:picMkLst>
            <pc:docMk/>
            <pc:sldMk cId="312839163" sldId="267"/>
            <ac:picMk id="21" creationId="{BE263956-51A1-A0D6-6EB7-2E6706EB786A}"/>
          </ac:picMkLst>
        </pc:picChg>
        <pc:picChg chg="add mod">
          <ac:chgData name="Freda Shi" userId="e3bafef1-15f2-4eeb-acbe-fa674bab7991" providerId="ADAL" clId="{9555FC65-5A8C-4EE8-9D5B-8283D7A0923C}" dt="2026-02-04T03:58:45.120" v="50897"/>
          <ac:picMkLst>
            <pc:docMk/>
            <pc:sldMk cId="312839163" sldId="267"/>
            <ac:picMk id="33" creationId="{6D1B6ED3-0AB1-C588-598F-51AB4A5B6CA5}"/>
          </ac:picMkLst>
        </pc:picChg>
        <pc:picChg chg="mod">
          <ac:chgData name="Freda Shi" userId="e3bafef1-15f2-4eeb-acbe-fa674bab7991" providerId="ADAL" clId="{9555FC65-5A8C-4EE8-9D5B-8283D7A0923C}" dt="2026-02-04T03:59:23.966" v="50902" actId="14100"/>
          <ac:picMkLst>
            <pc:docMk/>
            <pc:sldMk cId="312839163" sldId="267"/>
            <ac:picMk id="35" creationId="{E1315E9E-2306-39AF-FC5E-BC55D907536D}"/>
          </ac:picMkLst>
        </pc:picChg>
        <pc:picChg chg="mod">
          <ac:chgData name="Freda Shi" userId="e3bafef1-15f2-4eeb-acbe-fa674bab7991" providerId="ADAL" clId="{9555FC65-5A8C-4EE8-9D5B-8283D7A0923C}" dt="2026-02-04T04:01:17.429" v="50951" actId="14100"/>
          <ac:picMkLst>
            <pc:docMk/>
            <pc:sldMk cId="312839163" sldId="267"/>
            <ac:picMk id="65" creationId="{A1D038BD-EB6D-62D9-AF00-DC96E59EEB51}"/>
          </ac:picMkLst>
        </pc:picChg>
        <pc:picChg chg="mod">
          <ac:chgData name="Freda Shi" userId="e3bafef1-15f2-4eeb-acbe-fa674bab7991" providerId="ADAL" clId="{9555FC65-5A8C-4EE8-9D5B-8283D7A0923C}" dt="2026-02-04T04:02:24.390" v="50992" actId="14100"/>
          <ac:picMkLst>
            <pc:docMk/>
            <pc:sldMk cId="312839163" sldId="267"/>
            <ac:picMk id="110" creationId="{8722DAB9-3717-5AA8-F7ED-83DEF6FA1363}"/>
          </ac:picMkLst>
        </pc:picChg>
        <pc:picChg chg="mod">
          <ac:chgData name="Freda Shi" userId="e3bafef1-15f2-4eeb-acbe-fa674bab7991" providerId="ADAL" clId="{9555FC65-5A8C-4EE8-9D5B-8283D7A0923C}" dt="2026-02-04T04:02:32.053" v="51067" actId="14100"/>
          <ac:picMkLst>
            <pc:docMk/>
            <pc:sldMk cId="312839163" sldId="267"/>
            <ac:picMk id="176" creationId="{9CEF9224-1DF8-83A5-CE45-43B05F2135C5}"/>
          </ac:picMkLst>
        </pc:picChg>
        <pc:picChg chg="mod">
          <ac:chgData name="Freda Shi" userId="e3bafef1-15f2-4eeb-acbe-fa674bab7991" providerId="ADAL" clId="{9555FC65-5A8C-4EE8-9D5B-8283D7A0923C}" dt="2026-02-04T04:03:12.959" v="51154" actId="14100"/>
          <ac:picMkLst>
            <pc:docMk/>
            <pc:sldMk cId="312839163" sldId="267"/>
            <ac:picMk id="253" creationId="{B51DC899-0005-5DF2-A519-B3B5D30BCD12}"/>
          </ac:picMkLst>
        </pc:picChg>
        <pc:picChg chg="mod">
          <ac:chgData name="Freda Shi" userId="e3bafef1-15f2-4eeb-acbe-fa674bab7991" providerId="ADAL" clId="{9555FC65-5A8C-4EE8-9D5B-8283D7A0923C}" dt="2026-02-04T04:17:08.977" v="51164" actId="14100"/>
          <ac:picMkLst>
            <pc:docMk/>
            <pc:sldMk cId="312839163" sldId="267"/>
            <ac:picMk id="283" creationId="{2D24A075-4A82-C678-B803-F3862978DDC1}"/>
          </ac:picMkLst>
        </pc:picChg>
        <pc:picChg chg="mod">
          <ac:chgData name="Freda Shi" userId="e3bafef1-15f2-4eeb-acbe-fa674bab7991" providerId="ADAL" clId="{9555FC65-5A8C-4EE8-9D5B-8283D7A0923C}" dt="2026-02-04T04:17:48.292" v="51224" actId="14100"/>
          <ac:picMkLst>
            <pc:docMk/>
            <pc:sldMk cId="312839163" sldId="267"/>
            <ac:picMk id="336" creationId="{85310621-D806-F70D-471C-E706316FD27D}"/>
          </ac:picMkLst>
        </pc:picChg>
      </pc:sldChg>
      <pc:sldChg chg="delSp modSp mod">
        <pc:chgData name="Freda Shi" userId="e3bafef1-15f2-4eeb-acbe-fa674bab7991" providerId="ADAL" clId="{9555FC65-5A8C-4EE8-9D5B-8283D7A0923C}" dt="2026-02-04T04:19:22.858" v="51552" actId="1076"/>
        <pc:sldMkLst>
          <pc:docMk/>
          <pc:sldMk cId="2841417586" sldId="268"/>
        </pc:sldMkLst>
        <pc:spChg chg="del mod topLvl">
          <ac:chgData name="Freda Shi" userId="e3bafef1-15f2-4eeb-acbe-fa674bab7991" providerId="ADAL" clId="{9555FC65-5A8C-4EE8-9D5B-8283D7A0923C}" dt="2026-02-04T04:19:12.552" v="51547" actId="478"/>
          <ac:spMkLst>
            <pc:docMk/>
            <pc:sldMk cId="2841417586" sldId="268"/>
            <ac:spMk id="9" creationId="{7285B5E9-05E9-BA34-63B1-E3E25CFA6A2E}"/>
          </ac:spMkLst>
        </pc:spChg>
        <pc:spChg chg="del mod topLvl">
          <ac:chgData name="Freda Shi" userId="e3bafef1-15f2-4eeb-acbe-fa674bab7991" providerId="ADAL" clId="{9555FC65-5A8C-4EE8-9D5B-8283D7A0923C}" dt="2026-02-04T04:19:12.521" v="51491" actId="478"/>
          <ac:spMkLst>
            <pc:docMk/>
            <pc:sldMk cId="2841417586" sldId="268"/>
            <ac:spMk id="10" creationId="{7B601441-4032-CA8A-08BE-548763A4CF2B}"/>
          </ac:spMkLst>
        </pc:spChg>
        <pc:spChg chg="del mod">
          <ac:chgData name="Freda Shi" userId="e3bafef1-15f2-4eeb-acbe-fa674bab7991" providerId="ADAL" clId="{9555FC65-5A8C-4EE8-9D5B-8283D7A0923C}" dt="2026-02-04T04:19:12.521" v="51490" actId="478"/>
          <ac:spMkLst>
            <pc:docMk/>
            <pc:sldMk cId="2841417586" sldId="268"/>
            <ac:spMk id="32" creationId="{C2E88A31-C6C8-B9FA-D5FE-C1D1EF8045CF}"/>
          </ac:spMkLst>
        </pc:spChg>
        <pc:spChg chg="del mod">
          <ac:chgData name="Freda Shi" userId="e3bafef1-15f2-4eeb-acbe-fa674bab7991" providerId="ADAL" clId="{9555FC65-5A8C-4EE8-9D5B-8283D7A0923C}" dt="2026-02-04T04:19:12.521" v="51489" actId="478"/>
          <ac:spMkLst>
            <pc:docMk/>
            <pc:sldMk cId="2841417586" sldId="268"/>
            <ac:spMk id="33" creationId="{B54A2965-1E61-E72C-D43D-9764FFAEDD2C}"/>
          </ac:spMkLst>
        </pc:spChg>
        <pc:spChg chg="del mod">
          <ac:chgData name="Freda Shi" userId="e3bafef1-15f2-4eeb-acbe-fa674bab7991" providerId="ADAL" clId="{9555FC65-5A8C-4EE8-9D5B-8283D7A0923C}" dt="2026-02-04T04:19:12.521" v="51488" actId="478"/>
          <ac:spMkLst>
            <pc:docMk/>
            <pc:sldMk cId="2841417586" sldId="268"/>
            <ac:spMk id="34" creationId="{D557E586-9044-703C-D701-E39B404C7AE3}"/>
          </ac:spMkLst>
        </pc:spChg>
        <pc:spChg chg="del mod">
          <ac:chgData name="Freda Shi" userId="e3bafef1-15f2-4eeb-acbe-fa674bab7991" providerId="ADAL" clId="{9555FC65-5A8C-4EE8-9D5B-8283D7A0923C}" dt="2026-02-04T04:19:12.521" v="51487" actId="478"/>
          <ac:spMkLst>
            <pc:docMk/>
            <pc:sldMk cId="2841417586" sldId="268"/>
            <ac:spMk id="35" creationId="{397D98F3-FAB5-A22D-44C0-6E7608E1707D}"/>
          </ac:spMkLst>
        </pc:spChg>
        <pc:spChg chg="del mod">
          <ac:chgData name="Freda Shi" userId="e3bafef1-15f2-4eeb-acbe-fa674bab7991" providerId="ADAL" clId="{9555FC65-5A8C-4EE8-9D5B-8283D7A0923C}" dt="2026-02-04T04:19:12.521" v="51486" actId="478"/>
          <ac:spMkLst>
            <pc:docMk/>
            <pc:sldMk cId="2841417586" sldId="268"/>
            <ac:spMk id="36" creationId="{2F9FBFD5-9DED-AA3A-602B-CF5A7A95E623}"/>
          </ac:spMkLst>
        </pc:spChg>
        <pc:spChg chg="del mod">
          <ac:chgData name="Freda Shi" userId="e3bafef1-15f2-4eeb-acbe-fa674bab7991" providerId="ADAL" clId="{9555FC65-5A8C-4EE8-9D5B-8283D7A0923C}" dt="2026-02-04T04:19:12.521" v="51485" actId="478"/>
          <ac:spMkLst>
            <pc:docMk/>
            <pc:sldMk cId="2841417586" sldId="268"/>
            <ac:spMk id="37" creationId="{B24A60EF-C9CA-8B44-09CD-78648BD5B5F7}"/>
          </ac:spMkLst>
        </pc:spChg>
        <pc:spChg chg="del mod">
          <ac:chgData name="Freda Shi" userId="e3bafef1-15f2-4eeb-acbe-fa674bab7991" providerId="ADAL" clId="{9555FC65-5A8C-4EE8-9D5B-8283D7A0923C}" dt="2026-02-04T04:19:12.521" v="51484" actId="478"/>
          <ac:spMkLst>
            <pc:docMk/>
            <pc:sldMk cId="2841417586" sldId="268"/>
            <ac:spMk id="38" creationId="{3C0DE90A-C574-1451-8E48-3F628247C741}"/>
          </ac:spMkLst>
        </pc:spChg>
        <pc:spChg chg="del mod">
          <ac:chgData name="Freda Shi" userId="e3bafef1-15f2-4eeb-acbe-fa674bab7991" providerId="ADAL" clId="{9555FC65-5A8C-4EE8-9D5B-8283D7A0923C}" dt="2026-02-04T04:19:12.521" v="51483" actId="478"/>
          <ac:spMkLst>
            <pc:docMk/>
            <pc:sldMk cId="2841417586" sldId="268"/>
            <ac:spMk id="39" creationId="{D6FCD80E-BF9C-0CC2-F897-41FFFF4C5E4A}"/>
          </ac:spMkLst>
        </pc:spChg>
        <pc:spChg chg="del mod">
          <ac:chgData name="Freda Shi" userId="e3bafef1-15f2-4eeb-acbe-fa674bab7991" providerId="ADAL" clId="{9555FC65-5A8C-4EE8-9D5B-8283D7A0923C}" dt="2026-02-04T04:19:12.521" v="51482" actId="478"/>
          <ac:spMkLst>
            <pc:docMk/>
            <pc:sldMk cId="2841417586" sldId="268"/>
            <ac:spMk id="40" creationId="{E071E07C-36B8-734B-70A4-11802111E0C1}"/>
          </ac:spMkLst>
        </pc:spChg>
        <pc:spChg chg="del mod">
          <ac:chgData name="Freda Shi" userId="e3bafef1-15f2-4eeb-acbe-fa674bab7991" providerId="ADAL" clId="{9555FC65-5A8C-4EE8-9D5B-8283D7A0923C}" dt="2026-02-04T04:19:12.521" v="51481" actId="478"/>
          <ac:spMkLst>
            <pc:docMk/>
            <pc:sldMk cId="2841417586" sldId="268"/>
            <ac:spMk id="41" creationId="{87C8D37B-21D1-3D5F-4507-226C30BC5022}"/>
          </ac:spMkLst>
        </pc:spChg>
        <pc:spChg chg="del mod">
          <ac:chgData name="Freda Shi" userId="e3bafef1-15f2-4eeb-acbe-fa674bab7991" providerId="ADAL" clId="{9555FC65-5A8C-4EE8-9D5B-8283D7A0923C}" dt="2026-02-04T04:19:12.521" v="51480" actId="478"/>
          <ac:spMkLst>
            <pc:docMk/>
            <pc:sldMk cId="2841417586" sldId="268"/>
            <ac:spMk id="42" creationId="{0A378373-BEA8-6ADE-7A2A-917C5AD21933}"/>
          </ac:spMkLst>
        </pc:spChg>
        <pc:spChg chg="del mod">
          <ac:chgData name="Freda Shi" userId="e3bafef1-15f2-4eeb-acbe-fa674bab7991" providerId="ADAL" clId="{9555FC65-5A8C-4EE8-9D5B-8283D7A0923C}" dt="2026-02-04T04:19:12.521" v="51479" actId="478"/>
          <ac:spMkLst>
            <pc:docMk/>
            <pc:sldMk cId="2841417586" sldId="268"/>
            <ac:spMk id="43" creationId="{79B80C1B-A0C6-187E-2ABA-46F48C462E1B}"/>
          </ac:spMkLst>
        </pc:spChg>
        <pc:spChg chg="del mod">
          <ac:chgData name="Freda Shi" userId="e3bafef1-15f2-4eeb-acbe-fa674bab7991" providerId="ADAL" clId="{9555FC65-5A8C-4EE8-9D5B-8283D7A0923C}" dt="2026-02-04T04:19:12.521" v="51478" actId="478"/>
          <ac:spMkLst>
            <pc:docMk/>
            <pc:sldMk cId="2841417586" sldId="268"/>
            <ac:spMk id="44" creationId="{4BA6F9E6-9EE7-35E0-007C-8042C9F81C8B}"/>
          </ac:spMkLst>
        </pc:spChg>
        <pc:spChg chg="del mod">
          <ac:chgData name="Freda Shi" userId="e3bafef1-15f2-4eeb-acbe-fa674bab7991" providerId="ADAL" clId="{9555FC65-5A8C-4EE8-9D5B-8283D7A0923C}" dt="2026-02-04T04:19:12.521" v="51477" actId="478"/>
          <ac:spMkLst>
            <pc:docMk/>
            <pc:sldMk cId="2841417586" sldId="268"/>
            <ac:spMk id="45" creationId="{697AD8CB-8491-9FB6-6B4E-AAD05123A4CB}"/>
          </ac:spMkLst>
        </pc:spChg>
        <pc:spChg chg="del mod">
          <ac:chgData name="Freda Shi" userId="e3bafef1-15f2-4eeb-acbe-fa674bab7991" providerId="ADAL" clId="{9555FC65-5A8C-4EE8-9D5B-8283D7A0923C}" dt="2026-02-04T04:19:12.521" v="51476" actId="478"/>
          <ac:spMkLst>
            <pc:docMk/>
            <pc:sldMk cId="2841417586" sldId="268"/>
            <ac:spMk id="46" creationId="{A5F20C46-7AB0-DFC3-5801-BD0BE2FDED0D}"/>
          </ac:spMkLst>
        </pc:spChg>
        <pc:spChg chg="del mod">
          <ac:chgData name="Freda Shi" userId="e3bafef1-15f2-4eeb-acbe-fa674bab7991" providerId="ADAL" clId="{9555FC65-5A8C-4EE8-9D5B-8283D7A0923C}" dt="2026-02-04T04:19:12.521" v="51475" actId="478"/>
          <ac:spMkLst>
            <pc:docMk/>
            <pc:sldMk cId="2841417586" sldId="268"/>
            <ac:spMk id="47" creationId="{D7F6113A-F1A6-B61A-BF9A-866EA16185FE}"/>
          </ac:spMkLst>
        </pc:spChg>
        <pc:spChg chg="del mod">
          <ac:chgData name="Freda Shi" userId="e3bafef1-15f2-4eeb-acbe-fa674bab7991" providerId="ADAL" clId="{9555FC65-5A8C-4EE8-9D5B-8283D7A0923C}" dt="2026-02-04T04:19:12.521" v="51474" actId="478"/>
          <ac:spMkLst>
            <pc:docMk/>
            <pc:sldMk cId="2841417586" sldId="268"/>
            <ac:spMk id="48" creationId="{5B25420D-323F-96EF-80C4-EED04D85207A}"/>
          </ac:spMkLst>
        </pc:spChg>
        <pc:spChg chg="del mod">
          <ac:chgData name="Freda Shi" userId="e3bafef1-15f2-4eeb-acbe-fa674bab7991" providerId="ADAL" clId="{9555FC65-5A8C-4EE8-9D5B-8283D7A0923C}" dt="2026-02-04T04:19:12.521" v="51473" actId="478"/>
          <ac:spMkLst>
            <pc:docMk/>
            <pc:sldMk cId="2841417586" sldId="268"/>
            <ac:spMk id="49" creationId="{E2C5F7C5-8003-1046-D3AF-6EB323C44E87}"/>
          </ac:spMkLst>
        </pc:spChg>
        <pc:spChg chg="del mod">
          <ac:chgData name="Freda Shi" userId="e3bafef1-15f2-4eeb-acbe-fa674bab7991" providerId="ADAL" clId="{9555FC65-5A8C-4EE8-9D5B-8283D7A0923C}" dt="2026-02-04T04:19:12.516" v="51472" actId="478"/>
          <ac:spMkLst>
            <pc:docMk/>
            <pc:sldMk cId="2841417586" sldId="268"/>
            <ac:spMk id="50" creationId="{356E686D-8A66-5161-5943-E0116590B5E4}"/>
          </ac:spMkLst>
        </pc:spChg>
        <pc:spChg chg="del mod">
          <ac:chgData name="Freda Shi" userId="e3bafef1-15f2-4eeb-acbe-fa674bab7991" providerId="ADAL" clId="{9555FC65-5A8C-4EE8-9D5B-8283D7A0923C}" dt="2026-02-04T04:19:12.516" v="51471" actId="478"/>
          <ac:spMkLst>
            <pc:docMk/>
            <pc:sldMk cId="2841417586" sldId="268"/>
            <ac:spMk id="51" creationId="{FD620CEE-F4B2-121F-AFDE-29940EE546AC}"/>
          </ac:spMkLst>
        </pc:spChg>
        <pc:spChg chg="del mod">
          <ac:chgData name="Freda Shi" userId="e3bafef1-15f2-4eeb-acbe-fa674bab7991" providerId="ADAL" clId="{9555FC65-5A8C-4EE8-9D5B-8283D7A0923C}" dt="2026-02-04T04:19:12.516" v="51470" actId="478"/>
          <ac:spMkLst>
            <pc:docMk/>
            <pc:sldMk cId="2841417586" sldId="268"/>
            <ac:spMk id="52" creationId="{1ECC2C5F-687B-442D-9E32-F8027705B555}"/>
          </ac:spMkLst>
        </pc:spChg>
        <pc:spChg chg="del mod">
          <ac:chgData name="Freda Shi" userId="e3bafef1-15f2-4eeb-acbe-fa674bab7991" providerId="ADAL" clId="{9555FC65-5A8C-4EE8-9D5B-8283D7A0923C}" dt="2026-02-04T04:19:12.516" v="51469" actId="478"/>
          <ac:spMkLst>
            <pc:docMk/>
            <pc:sldMk cId="2841417586" sldId="268"/>
            <ac:spMk id="53" creationId="{E187355A-3B99-5F07-E606-D3B6FDA601E3}"/>
          </ac:spMkLst>
        </pc:spChg>
        <pc:spChg chg="del mod">
          <ac:chgData name="Freda Shi" userId="e3bafef1-15f2-4eeb-acbe-fa674bab7991" providerId="ADAL" clId="{9555FC65-5A8C-4EE8-9D5B-8283D7A0923C}" dt="2026-02-04T04:19:12.516" v="51468" actId="478"/>
          <ac:spMkLst>
            <pc:docMk/>
            <pc:sldMk cId="2841417586" sldId="268"/>
            <ac:spMk id="54" creationId="{3D85B05A-225F-9C5F-C250-57B40246A7AF}"/>
          </ac:spMkLst>
        </pc:spChg>
        <pc:spChg chg="del mod">
          <ac:chgData name="Freda Shi" userId="e3bafef1-15f2-4eeb-acbe-fa674bab7991" providerId="ADAL" clId="{9555FC65-5A8C-4EE8-9D5B-8283D7A0923C}" dt="2026-02-04T04:19:12.516" v="51467" actId="478"/>
          <ac:spMkLst>
            <pc:docMk/>
            <pc:sldMk cId="2841417586" sldId="268"/>
            <ac:spMk id="55" creationId="{0B0B741D-5C4B-81D4-7EE5-53CF85112C3F}"/>
          </ac:spMkLst>
        </pc:spChg>
        <pc:spChg chg="del mod">
          <ac:chgData name="Freda Shi" userId="e3bafef1-15f2-4eeb-acbe-fa674bab7991" providerId="ADAL" clId="{9555FC65-5A8C-4EE8-9D5B-8283D7A0923C}" dt="2026-02-04T04:19:12.516" v="51466" actId="478"/>
          <ac:spMkLst>
            <pc:docMk/>
            <pc:sldMk cId="2841417586" sldId="268"/>
            <ac:spMk id="56" creationId="{3DA99FED-FA42-789D-EB78-FABFCB5A7B44}"/>
          </ac:spMkLst>
        </pc:spChg>
        <pc:spChg chg="del mod">
          <ac:chgData name="Freda Shi" userId="e3bafef1-15f2-4eeb-acbe-fa674bab7991" providerId="ADAL" clId="{9555FC65-5A8C-4EE8-9D5B-8283D7A0923C}" dt="2026-02-04T04:19:12.505" v="51465" actId="478"/>
          <ac:spMkLst>
            <pc:docMk/>
            <pc:sldMk cId="2841417586" sldId="268"/>
            <ac:spMk id="57" creationId="{85F45F60-A17A-2D91-4775-B009ED62711E}"/>
          </ac:spMkLst>
        </pc:spChg>
        <pc:spChg chg="del mod">
          <ac:chgData name="Freda Shi" userId="e3bafef1-15f2-4eeb-acbe-fa674bab7991" providerId="ADAL" clId="{9555FC65-5A8C-4EE8-9D5B-8283D7A0923C}" dt="2026-02-04T04:19:12.505" v="51464" actId="478"/>
          <ac:spMkLst>
            <pc:docMk/>
            <pc:sldMk cId="2841417586" sldId="268"/>
            <ac:spMk id="58" creationId="{055C42F7-A3EF-6E6D-CE31-6423C42C2B67}"/>
          </ac:spMkLst>
        </pc:spChg>
        <pc:spChg chg="del mod">
          <ac:chgData name="Freda Shi" userId="e3bafef1-15f2-4eeb-acbe-fa674bab7991" providerId="ADAL" clId="{9555FC65-5A8C-4EE8-9D5B-8283D7A0923C}" dt="2026-02-04T04:19:12.505" v="51463" actId="478"/>
          <ac:spMkLst>
            <pc:docMk/>
            <pc:sldMk cId="2841417586" sldId="268"/>
            <ac:spMk id="59" creationId="{61E10877-B7D6-F3C3-466D-B4B74BDD732F}"/>
          </ac:spMkLst>
        </pc:spChg>
        <pc:spChg chg="del mod">
          <ac:chgData name="Freda Shi" userId="e3bafef1-15f2-4eeb-acbe-fa674bab7991" providerId="ADAL" clId="{9555FC65-5A8C-4EE8-9D5B-8283D7A0923C}" dt="2026-02-04T04:19:12.505" v="51462" actId="478"/>
          <ac:spMkLst>
            <pc:docMk/>
            <pc:sldMk cId="2841417586" sldId="268"/>
            <ac:spMk id="60" creationId="{8DA95D92-3902-C3AB-FC9B-A63436815827}"/>
          </ac:spMkLst>
        </pc:spChg>
        <pc:spChg chg="del mod">
          <ac:chgData name="Freda Shi" userId="e3bafef1-15f2-4eeb-acbe-fa674bab7991" providerId="ADAL" clId="{9555FC65-5A8C-4EE8-9D5B-8283D7A0923C}" dt="2026-02-04T04:19:12.505" v="51461" actId="478"/>
          <ac:spMkLst>
            <pc:docMk/>
            <pc:sldMk cId="2841417586" sldId="268"/>
            <ac:spMk id="61" creationId="{58326E46-5AF1-B9DF-DD20-3E5C3E5FE253}"/>
          </ac:spMkLst>
        </pc:spChg>
        <pc:spChg chg="del mod">
          <ac:chgData name="Freda Shi" userId="e3bafef1-15f2-4eeb-acbe-fa674bab7991" providerId="ADAL" clId="{9555FC65-5A8C-4EE8-9D5B-8283D7A0923C}" dt="2026-02-04T04:19:12.505" v="51460" actId="478"/>
          <ac:spMkLst>
            <pc:docMk/>
            <pc:sldMk cId="2841417586" sldId="268"/>
            <ac:spMk id="62" creationId="{78D744E0-76F2-77C7-FBEE-FC499E800CA1}"/>
          </ac:spMkLst>
        </pc:spChg>
        <pc:spChg chg="del mod">
          <ac:chgData name="Freda Shi" userId="e3bafef1-15f2-4eeb-acbe-fa674bab7991" providerId="ADAL" clId="{9555FC65-5A8C-4EE8-9D5B-8283D7A0923C}" dt="2026-02-04T04:19:12.505" v="51459" actId="478"/>
          <ac:spMkLst>
            <pc:docMk/>
            <pc:sldMk cId="2841417586" sldId="268"/>
            <ac:spMk id="63" creationId="{69507EF6-2378-4300-CFD6-D73539D764A5}"/>
          </ac:spMkLst>
        </pc:spChg>
        <pc:spChg chg="del mod">
          <ac:chgData name="Freda Shi" userId="e3bafef1-15f2-4eeb-acbe-fa674bab7991" providerId="ADAL" clId="{9555FC65-5A8C-4EE8-9D5B-8283D7A0923C}" dt="2026-02-04T04:19:12.505" v="51458" actId="478"/>
          <ac:spMkLst>
            <pc:docMk/>
            <pc:sldMk cId="2841417586" sldId="268"/>
            <ac:spMk id="896" creationId="{9EF687E1-0664-D2FB-0E10-CB61D7FCBBC0}"/>
          </ac:spMkLst>
        </pc:spChg>
        <pc:spChg chg="del mod">
          <ac:chgData name="Freda Shi" userId="e3bafef1-15f2-4eeb-acbe-fa674bab7991" providerId="ADAL" clId="{9555FC65-5A8C-4EE8-9D5B-8283D7A0923C}" dt="2026-02-04T04:19:12.505" v="51457" actId="478"/>
          <ac:spMkLst>
            <pc:docMk/>
            <pc:sldMk cId="2841417586" sldId="268"/>
            <ac:spMk id="897" creationId="{5B2AB92A-5B19-4179-142A-18AAEADF0F5B}"/>
          </ac:spMkLst>
        </pc:spChg>
        <pc:spChg chg="del mod">
          <ac:chgData name="Freda Shi" userId="e3bafef1-15f2-4eeb-acbe-fa674bab7991" providerId="ADAL" clId="{9555FC65-5A8C-4EE8-9D5B-8283D7A0923C}" dt="2026-02-04T04:19:12.505" v="51456" actId="478"/>
          <ac:spMkLst>
            <pc:docMk/>
            <pc:sldMk cId="2841417586" sldId="268"/>
            <ac:spMk id="898" creationId="{C44398B6-E902-15D6-93CF-A12FE607E249}"/>
          </ac:spMkLst>
        </pc:spChg>
        <pc:spChg chg="del mod">
          <ac:chgData name="Freda Shi" userId="e3bafef1-15f2-4eeb-acbe-fa674bab7991" providerId="ADAL" clId="{9555FC65-5A8C-4EE8-9D5B-8283D7A0923C}" dt="2026-02-04T04:19:12.505" v="51455" actId="478"/>
          <ac:spMkLst>
            <pc:docMk/>
            <pc:sldMk cId="2841417586" sldId="268"/>
            <ac:spMk id="899" creationId="{0DCCEBF5-41A8-F87E-4898-60B82E460F69}"/>
          </ac:spMkLst>
        </pc:spChg>
        <pc:spChg chg="del mod">
          <ac:chgData name="Freda Shi" userId="e3bafef1-15f2-4eeb-acbe-fa674bab7991" providerId="ADAL" clId="{9555FC65-5A8C-4EE8-9D5B-8283D7A0923C}" dt="2026-02-04T04:19:12.505" v="51454" actId="478"/>
          <ac:spMkLst>
            <pc:docMk/>
            <pc:sldMk cId="2841417586" sldId="268"/>
            <ac:spMk id="900" creationId="{AAD151F1-C6AD-65DD-C11D-1A738A266AEF}"/>
          </ac:spMkLst>
        </pc:spChg>
        <pc:spChg chg="del mod">
          <ac:chgData name="Freda Shi" userId="e3bafef1-15f2-4eeb-acbe-fa674bab7991" providerId="ADAL" clId="{9555FC65-5A8C-4EE8-9D5B-8283D7A0923C}" dt="2026-02-04T04:19:12.505" v="51453" actId="478"/>
          <ac:spMkLst>
            <pc:docMk/>
            <pc:sldMk cId="2841417586" sldId="268"/>
            <ac:spMk id="901" creationId="{B8DC02B1-881A-6081-C1F7-FAB6F5849F6F}"/>
          </ac:spMkLst>
        </pc:spChg>
        <pc:spChg chg="del mod">
          <ac:chgData name="Freda Shi" userId="e3bafef1-15f2-4eeb-acbe-fa674bab7991" providerId="ADAL" clId="{9555FC65-5A8C-4EE8-9D5B-8283D7A0923C}" dt="2026-02-04T04:19:12.505" v="51452" actId="478"/>
          <ac:spMkLst>
            <pc:docMk/>
            <pc:sldMk cId="2841417586" sldId="268"/>
            <ac:spMk id="902" creationId="{9B623E89-DEEE-306A-C160-23551ABA706F}"/>
          </ac:spMkLst>
        </pc:spChg>
        <pc:spChg chg="del mod">
          <ac:chgData name="Freda Shi" userId="e3bafef1-15f2-4eeb-acbe-fa674bab7991" providerId="ADAL" clId="{9555FC65-5A8C-4EE8-9D5B-8283D7A0923C}" dt="2026-02-04T04:19:12.505" v="51451" actId="478"/>
          <ac:spMkLst>
            <pc:docMk/>
            <pc:sldMk cId="2841417586" sldId="268"/>
            <ac:spMk id="903" creationId="{5C7524A4-E6EA-B345-A06D-3F13BE953766}"/>
          </ac:spMkLst>
        </pc:spChg>
        <pc:spChg chg="del mod">
          <ac:chgData name="Freda Shi" userId="e3bafef1-15f2-4eeb-acbe-fa674bab7991" providerId="ADAL" clId="{9555FC65-5A8C-4EE8-9D5B-8283D7A0923C}" dt="2026-02-04T04:19:12.505" v="51450" actId="478"/>
          <ac:spMkLst>
            <pc:docMk/>
            <pc:sldMk cId="2841417586" sldId="268"/>
            <ac:spMk id="904" creationId="{DD82151C-D7E2-4387-84CA-6ECD1943D92B}"/>
          </ac:spMkLst>
        </pc:spChg>
        <pc:spChg chg="del mod">
          <ac:chgData name="Freda Shi" userId="e3bafef1-15f2-4eeb-acbe-fa674bab7991" providerId="ADAL" clId="{9555FC65-5A8C-4EE8-9D5B-8283D7A0923C}" dt="2026-02-04T04:19:12.489" v="51449" actId="478"/>
          <ac:spMkLst>
            <pc:docMk/>
            <pc:sldMk cId="2841417586" sldId="268"/>
            <ac:spMk id="905" creationId="{4615B206-EBC4-FEE8-1AB8-5F6D75A05A7D}"/>
          </ac:spMkLst>
        </pc:spChg>
        <pc:spChg chg="del mod">
          <ac:chgData name="Freda Shi" userId="e3bafef1-15f2-4eeb-acbe-fa674bab7991" providerId="ADAL" clId="{9555FC65-5A8C-4EE8-9D5B-8283D7A0923C}" dt="2026-02-04T04:19:12.489" v="51448" actId="478"/>
          <ac:spMkLst>
            <pc:docMk/>
            <pc:sldMk cId="2841417586" sldId="268"/>
            <ac:spMk id="906" creationId="{E15534E2-6CA2-9A8B-FBE7-6EC25C8FB896}"/>
          </ac:spMkLst>
        </pc:spChg>
        <pc:spChg chg="del mod">
          <ac:chgData name="Freda Shi" userId="e3bafef1-15f2-4eeb-acbe-fa674bab7991" providerId="ADAL" clId="{9555FC65-5A8C-4EE8-9D5B-8283D7A0923C}" dt="2026-02-04T04:19:12.489" v="51447" actId="478"/>
          <ac:spMkLst>
            <pc:docMk/>
            <pc:sldMk cId="2841417586" sldId="268"/>
            <ac:spMk id="907" creationId="{55C0A4D9-38EB-1959-9883-37FA51C2176E}"/>
          </ac:spMkLst>
        </pc:spChg>
        <pc:spChg chg="del mod">
          <ac:chgData name="Freda Shi" userId="e3bafef1-15f2-4eeb-acbe-fa674bab7991" providerId="ADAL" clId="{9555FC65-5A8C-4EE8-9D5B-8283D7A0923C}" dt="2026-02-04T04:19:12.489" v="51446" actId="478"/>
          <ac:spMkLst>
            <pc:docMk/>
            <pc:sldMk cId="2841417586" sldId="268"/>
            <ac:spMk id="908" creationId="{C5BC03BE-28AC-FAD7-5C6A-63C9A2165ABD}"/>
          </ac:spMkLst>
        </pc:spChg>
        <pc:spChg chg="del mod">
          <ac:chgData name="Freda Shi" userId="e3bafef1-15f2-4eeb-acbe-fa674bab7991" providerId="ADAL" clId="{9555FC65-5A8C-4EE8-9D5B-8283D7A0923C}" dt="2026-02-04T04:19:12.489" v="51445" actId="478"/>
          <ac:spMkLst>
            <pc:docMk/>
            <pc:sldMk cId="2841417586" sldId="268"/>
            <ac:spMk id="909" creationId="{75B66F28-586F-B895-C3F2-AEC9A5175E92}"/>
          </ac:spMkLst>
        </pc:spChg>
        <pc:spChg chg="del mod">
          <ac:chgData name="Freda Shi" userId="e3bafef1-15f2-4eeb-acbe-fa674bab7991" providerId="ADAL" clId="{9555FC65-5A8C-4EE8-9D5B-8283D7A0923C}" dt="2026-02-04T04:19:12.489" v="51444" actId="478"/>
          <ac:spMkLst>
            <pc:docMk/>
            <pc:sldMk cId="2841417586" sldId="268"/>
            <ac:spMk id="910" creationId="{01580C99-E9CA-7C64-FB2B-9EAEB0F7E8EE}"/>
          </ac:spMkLst>
        </pc:spChg>
        <pc:spChg chg="del mod">
          <ac:chgData name="Freda Shi" userId="e3bafef1-15f2-4eeb-acbe-fa674bab7991" providerId="ADAL" clId="{9555FC65-5A8C-4EE8-9D5B-8283D7A0923C}" dt="2026-02-04T04:19:12.489" v="51443" actId="478"/>
          <ac:spMkLst>
            <pc:docMk/>
            <pc:sldMk cId="2841417586" sldId="268"/>
            <ac:spMk id="911" creationId="{8596D421-289B-6E8D-1813-84E55978E6EF}"/>
          </ac:spMkLst>
        </pc:spChg>
        <pc:spChg chg="del mod">
          <ac:chgData name="Freda Shi" userId="e3bafef1-15f2-4eeb-acbe-fa674bab7991" providerId="ADAL" clId="{9555FC65-5A8C-4EE8-9D5B-8283D7A0923C}" dt="2026-02-04T04:19:12.489" v="51442" actId="478"/>
          <ac:spMkLst>
            <pc:docMk/>
            <pc:sldMk cId="2841417586" sldId="268"/>
            <ac:spMk id="912" creationId="{C4F85CE0-1D4D-910C-6F44-DBA858ABB943}"/>
          </ac:spMkLst>
        </pc:spChg>
        <pc:spChg chg="del mod">
          <ac:chgData name="Freda Shi" userId="e3bafef1-15f2-4eeb-acbe-fa674bab7991" providerId="ADAL" clId="{9555FC65-5A8C-4EE8-9D5B-8283D7A0923C}" dt="2026-02-04T04:19:12.489" v="51441" actId="478"/>
          <ac:spMkLst>
            <pc:docMk/>
            <pc:sldMk cId="2841417586" sldId="268"/>
            <ac:spMk id="913" creationId="{B46BCE75-6096-894A-A527-DDADCD5B8268}"/>
          </ac:spMkLst>
        </pc:spChg>
        <pc:spChg chg="del mod">
          <ac:chgData name="Freda Shi" userId="e3bafef1-15f2-4eeb-acbe-fa674bab7991" providerId="ADAL" clId="{9555FC65-5A8C-4EE8-9D5B-8283D7A0923C}" dt="2026-02-04T04:19:12.489" v="51440" actId="478"/>
          <ac:spMkLst>
            <pc:docMk/>
            <pc:sldMk cId="2841417586" sldId="268"/>
            <ac:spMk id="914" creationId="{4CF91282-ABCA-DA05-13FB-75F4879FC234}"/>
          </ac:spMkLst>
        </pc:spChg>
        <pc:spChg chg="del mod">
          <ac:chgData name="Freda Shi" userId="e3bafef1-15f2-4eeb-acbe-fa674bab7991" providerId="ADAL" clId="{9555FC65-5A8C-4EE8-9D5B-8283D7A0923C}" dt="2026-02-04T04:19:12.489" v="51439" actId="478"/>
          <ac:spMkLst>
            <pc:docMk/>
            <pc:sldMk cId="2841417586" sldId="268"/>
            <ac:spMk id="915" creationId="{D691FBDC-F435-A028-7C1E-B5283B5F6938}"/>
          </ac:spMkLst>
        </pc:spChg>
        <pc:spChg chg="del topLvl">
          <ac:chgData name="Freda Shi" userId="e3bafef1-15f2-4eeb-acbe-fa674bab7991" providerId="ADAL" clId="{9555FC65-5A8C-4EE8-9D5B-8283D7A0923C}" dt="2026-02-04T04:18:47.364" v="51423" actId="478"/>
          <ac:spMkLst>
            <pc:docMk/>
            <pc:sldMk cId="2841417586" sldId="268"/>
            <ac:spMk id="916" creationId="{C2FA9673-40BF-48DA-5114-A84EECF9D37A}"/>
          </ac:spMkLst>
        </pc:spChg>
        <pc:spChg chg="del topLvl">
          <ac:chgData name="Freda Shi" userId="e3bafef1-15f2-4eeb-acbe-fa674bab7991" providerId="ADAL" clId="{9555FC65-5A8C-4EE8-9D5B-8283D7A0923C}" dt="2026-02-04T04:18:47.333" v="51367" actId="478"/>
          <ac:spMkLst>
            <pc:docMk/>
            <pc:sldMk cId="2841417586" sldId="268"/>
            <ac:spMk id="917" creationId="{DDC181A0-A701-878B-DD1A-C1B022825359}"/>
          </ac:spMkLst>
        </pc:spChg>
        <pc:spChg chg="del">
          <ac:chgData name="Freda Shi" userId="e3bafef1-15f2-4eeb-acbe-fa674bab7991" providerId="ADAL" clId="{9555FC65-5A8C-4EE8-9D5B-8283D7A0923C}" dt="2026-02-04T04:18:47.333" v="51366" actId="478"/>
          <ac:spMkLst>
            <pc:docMk/>
            <pc:sldMk cId="2841417586" sldId="268"/>
            <ac:spMk id="918" creationId="{5E3AFCE2-EEE1-D613-4D9E-0CEB5C0C4E94}"/>
          </ac:spMkLst>
        </pc:spChg>
        <pc:spChg chg="del">
          <ac:chgData name="Freda Shi" userId="e3bafef1-15f2-4eeb-acbe-fa674bab7991" providerId="ADAL" clId="{9555FC65-5A8C-4EE8-9D5B-8283D7A0923C}" dt="2026-02-04T04:18:47.333" v="51365" actId="478"/>
          <ac:spMkLst>
            <pc:docMk/>
            <pc:sldMk cId="2841417586" sldId="268"/>
            <ac:spMk id="919" creationId="{648EC932-4A45-166D-262B-1CEC13F5107D}"/>
          </ac:spMkLst>
        </pc:spChg>
        <pc:spChg chg="del">
          <ac:chgData name="Freda Shi" userId="e3bafef1-15f2-4eeb-acbe-fa674bab7991" providerId="ADAL" clId="{9555FC65-5A8C-4EE8-9D5B-8283D7A0923C}" dt="2026-02-04T04:18:47.333" v="51364" actId="478"/>
          <ac:spMkLst>
            <pc:docMk/>
            <pc:sldMk cId="2841417586" sldId="268"/>
            <ac:spMk id="920" creationId="{AC92DD50-2041-6A07-C1BE-60A1EDE7B9BA}"/>
          </ac:spMkLst>
        </pc:spChg>
        <pc:spChg chg="del">
          <ac:chgData name="Freda Shi" userId="e3bafef1-15f2-4eeb-acbe-fa674bab7991" providerId="ADAL" clId="{9555FC65-5A8C-4EE8-9D5B-8283D7A0923C}" dt="2026-02-04T04:18:47.333" v="51363" actId="478"/>
          <ac:spMkLst>
            <pc:docMk/>
            <pc:sldMk cId="2841417586" sldId="268"/>
            <ac:spMk id="921" creationId="{C98F4EAC-DC56-CDE1-59DA-806FFC21E4C5}"/>
          </ac:spMkLst>
        </pc:spChg>
        <pc:spChg chg="del">
          <ac:chgData name="Freda Shi" userId="e3bafef1-15f2-4eeb-acbe-fa674bab7991" providerId="ADAL" clId="{9555FC65-5A8C-4EE8-9D5B-8283D7A0923C}" dt="2026-02-04T04:18:47.333" v="51362" actId="478"/>
          <ac:spMkLst>
            <pc:docMk/>
            <pc:sldMk cId="2841417586" sldId="268"/>
            <ac:spMk id="922" creationId="{3D8743E8-EA5D-0890-F605-757C9AE6DA64}"/>
          </ac:spMkLst>
        </pc:spChg>
        <pc:spChg chg="del">
          <ac:chgData name="Freda Shi" userId="e3bafef1-15f2-4eeb-acbe-fa674bab7991" providerId="ADAL" clId="{9555FC65-5A8C-4EE8-9D5B-8283D7A0923C}" dt="2026-02-04T04:18:47.333" v="51361" actId="478"/>
          <ac:spMkLst>
            <pc:docMk/>
            <pc:sldMk cId="2841417586" sldId="268"/>
            <ac:spMk id="923" creationId="{5D34B50C-5D43-E9D5-DEE9-96249259FFBD}"/>
          </ac:spMkLst>
        </pc:spChg>
        <pc:spChg chg="del">
          <ac:chgData name="Freda Shi" userId="e3bafef1-15f2-4eeb-acbe-fa674bab7991" providerId="ADAL" clId="{9555FC65-5A8C-4EE8-9D5B-8283D7A0923C}" dt="2026-02-04T04:18:47.333" v="51360" actId="478"/>
          <ac:spMkLst>
            <pc:docMk/>
            <pc:sldMk cId="2841417586" sldId="268"/>
            <ac:spMk id="924" creationId="{4ECA5FA3-62F9-6920-B6EE-D9C8B3965CDD}"/>
          </ac:spMkLst>
        </pc:spChg>
        <pc:spChg chg="del">
          <ac:chgData name="Freda Shi" userId="e3bafef1-15f2-4eeb-acbe-fa674bab7991" providerId="ADAL" clId="{9555FC65-5A8C-4EE8-9D5B-8283D7A0923C}" dt="2026-02-04T04:18:47.333" v="51359" actId="478"/>
          <ac:spMkLst>
            <pc:docMk/>
            <pc:sldMk cId="2841417586" sldId="268"/>
            <ac:spMk id="925" creationId="{13846656-E699-CBB1-7474-007AA90FB109}"/>
          </ac:spMkLst>
        </pc:spChg>
        <pc:spChg chg="del">
          <ac:chgData name="Freda Shi" userId="e3bafef1-15f2-4eeb-acbe-fa674bab7991" providerId="ADAL" clId="{9555FC65-5A8C-4EE8-9D5B-8283D7A0923C}" dt="2026-02-04T04:18:47.333" v="51358" actId="478"/>
          <ac:spMkLst>
            <pc:docMk/>
            <pc:sldMk cId="2841417586" sldId="268"/>
            <ac:spMk id="926" creationId="{5C6BCAF7-1CD5-BC99-94AE-9331DEEF02E7}"/>
          </ac:spMkLst>
        </pc:spChg>
        <pc:spChg chg="del">
          <ac:chgData name="Freda Shi" userId="e3bafef1-15f2-4eeb-acbe-fa674bab7991" providerId="ADAL" clId="{9555FC65-5A8C-4EE8-9D5B-8283D7A0923C}" dt="2026-02-04T04:18:47.333" v="51357" actId="478"/>
          <ac:spMkLst>
            <pc:docMk/>
            <pc:sldMk cId="2841417586" sldId="268"/>
            <ac:spMk id="927" creationId="{41220D6E-49EA-BA7E-4559-27A7808DCE57}"/>
          </ac:spMkLst>
        </pc:spChg>
        <pc:spChg chg="del">
          <ac:chgData name="Freda Shi" userId="e3bafef1-15f2-4eeb-acbe-fa674bab7991" providerId="ADAL" clId="{9555FC65-5A8C-4EE8-9D5B-8283D7A0923C}" dt="2026-02-04T04:18:47.333" v="51356" actId="478"/>
          <ac:spMkLst>
            <pc:docMk/>
            <pc:sldMk cId="2841417586" sldId="268"/>
            <ac:spMk id="928" creationId="{574AADD9-7566-5C81-7654-BE98E3755D02}"/>
          </ac:spMkLst>
        </pc:spChg>
        <pc:spChg chg="del">
          <ac:chgData name="Freda Shi" userId="e3bafef1-15f2-4eeb-acbe-fa674bab7991" providerId="ADAL" clId="{9555FC65-5A8C-4EE8-9D5B-8283D7A0923C}" dt="2026-02-04T04:18:47.333" v="51355" actId="478"/>
          <ac:spMkLst>
            <pc:docMk/>
            <pc:sldMk cId="2841417586" sldId="268"/>
            <ac:spMk id="929" creationId="{0499221D-289D-2732-AE2E-93B7879E1DA6}"/>
          </ac:spMkLst>
        </pc:spChg>
        <pc:spChg chg="del">
          <ac:chgData name="Freda Shi" userId="e3bafef1-15f2-4eeb-acbe-fa674bab7991" providerId="ADAL" clId="{9555FC65-5A8C-4EE8-9D5B-8283D7A0923C}" dt="2026-02-04T04:18:47.317" v="51354" actId="478"/>
          <ac:spMkLst>
            <pc:docMk/>
            <pc:sldMk cId="2841417586" sldId="268"/>
            <ac:spMk id="930" creationId="{E148A6D5-56CC-53C0-7F05-A3A9A1769021}"/>
          </ac:spMkLst>
        </pc:spChg>
        <pc:spChg chg="del">
          <ac:chgData name="Freda Shi" userId="e3bafef1-15f2-4eeb-acbe-fa674bab7991" providerId="ADAL" clId="{9555FC65-5A8C-4EE8-9D5B-8283D7A0923C}" dt="2026-02-04T04:18:47.317" v="51353" actId="478"/>
          <ac:spMkLst>
            <pc:docMk/>
            <pc:sldMk cId="2841417586" sldId="268"/>
            <ac:spMk id="931" creationId="{B28A94C0-28B4-6795-0E9F-184DD0089711}"/>
          </ac:spMkLst>
        </pc:spChg>
        <pc:spChg chg="del">
          <ac:chgData name="Freda Shi" userId="e3bafef1-15f2-4eeb-acbe-fa674bab7991" providerId="ADAL" clId="{9555FC65-5A8C-4EE8-9D5B-8283D7A0923C}" dt="2026-02-04T04:18:47.317" v="51352" actId="478"/>
          <ac:spMkLst>
            <pc:docMk/>
            <pc:sldMk cId="2841417586" sldId="268"/>
            <ac:spMk id="932" creationId="{A8487412-83EB-9CD6-8355-04E2E2798F3E}"/>
          </ac:spMkLst>
        </pc:spChg>
        <pc:spChg chg="del">
          <ac:chgData name="Freda Shi" userId="e3bafef1-15f2-4eeb-acbe-fa674bab7991" providerId="ADAL" clId="{9555FC65-5A8C-4EE8-9D5B-8283D7A0923C}" dt="2026-02-04T04:18:47.317" v="51351" actId="478"/>
          <ac:spMkLst>
            <pc:docMk/>
            <pc:sldMk cId="2841417586" sldId="268"/>
            <ac:spMk id="933" creationId="{4DCE9C8D-4B72-4798-1B51-0391E6BB040F}"/>
          </ac:spMkLst>
        </pc:spChg>
        <pc:spChg chg="del">
          <ac:chgData name="Freda Shi" userId="e3bafef1-15f2-4eeb-acbe-fa674bab7991" providerId="ADAL" clId="{9555FC65-5A8C-4EE8-9D5B-8283D7A0923C}" dt="2026-02-04T04:18:47.317" v="51350" actId="478"/>
          <ac:spMkLst>
            <pc:docMk/>
            <pc:sldMk cId="2841417586" sldId="268"/>
            <ac:spMk id="934" creationId="{BF3D8413-BDBE-5FB8-2858-253356B64641}"/>
          </ac:spMkLst>
        </pc:spChg>
        <pc:spChg chg="del">
          <ac:chgData name="Freda Shi" userId="e3bafef1-15f2-4eeb-acbe-fa674bab7991" providerId="ADAL" clId="{9555FC65-5A8C-4EE8-9D5B-8283D7A0923C}" dt="2026-02-04T04:18:47.317" v="51349" actId="478"/>
          <ac:spMkLst>
            <pc:docMk/>
            <pc:sldMk cId="2841417586" sldId="268"/>
            <ac:spMk id="935" creationId="{F1029F4D-1315-9895-95D1-84B1B083FAD6}"/>
          </ac:spMkLst>
        </pc:spChg>
        <pc:spChg chg="del">
          <ac:chgData name="Freda Shi" userId="e3bafef1-15f2-4eeb-acbe-fa674bab7991" providerId="ADAL" clId="{9555FC65-5A8C-4EE8-9D5B-8283D7A0923C}" dt="2026-02-04T04:18:47.317" v="51348" actId="478"/>
          <ac:spMkLst>
            <pc:docMk/>
            <pc:sldMk cId="2841417586" sldId="268"/>
            <ac:spMk id="936" creationId="{6B205693-EA71-46BD-50D6-DF3CAA29867A}"/>
          </ac:spMkLst>
        </pc:spChg>
        <pc:spChg chg="del">
          <ac:chgData name="Freda Shi" userId="e3bafef1-15f2-4eeb-acbe-fa674bab7991" providerId="ADAL" clId="{9555FC65-5A8C-4EE8-9D5B-8283D7A0923C}" dt="2026-02-04T04:18:47.317" v="51347" actId="478"/>
          <ac:spMkLst>
            <pc:docMk/>
            <pc:sldMk cId="2841417586" sldId="268"/>
            <ac:spMk id="937" creationId="{B0681F06-0014-C93C-C221-8BF05C3A4FDA}"/>
          </ac:spMkLst>
        </pc:spChg>
        <pc:spChg chg="del">
          <ac:chgData name="Freda Shi" userId="e3bafef1-15f2-4eeb-acbe-fa674bab7991" providerId="ADAL" clId="{9555FC65-5A8C-4EE8-9D5B-8283D7A0923C}" dt="2026-02-04T04:18:47.317" v="51346" actId="478"/>
          <ac:spMkLst>
            <pc:docMk/>
            <pc:sldMk cId="2841417586" sldId="268"/>
            <ac:spMk id="938" creationId="{973B3033-9532-92E6-4ACB-238038FA7416}"/>
          </ac:spMkLst>
        </pc:spChg>
        <pc:spChg chg="del">
          <ac:chgData name="Freda Shi" userId="e3bafef1-15f2-4eeb-acbe-fa674bab7991" providerId="ADAL" clId="{9555FC65-5A8C-4EE8-9D5B-8283D7A0923C}" dt="2026-02-04T04:18:47.317" v="51345" actId="478"/>
          <ac:spMkLst>
            <pc:docMk/>
            <pc:sldMk cId="2841417586" sldId="268"/>
            <ac:spMk id="939" creationId="{5938EA43-FEA1-0D65-C236-91C206897405}"/>
          </ac:spMkLst>
        </pc:spChg>
        <pc:spChg chg="del">
          <ac:chgData name="Freda Shi" userId="e3bafef1-15f2-4eeb-acbe-fa674bab7991" providerId="ADAL" clId="{9555FC65-5A8C-4EE8-9D5B-8283D7A0923C}" dt="2026-02-04T04:18:47.317" v="51344" actId="478"/>
          <ac:spMkLst>
            <pc:docMk/>
            <pc:sldMk cId="2841417586" sldId="268"/>
            <ac:spMk id="940" creationId="{90DFB318-4769-6A8F-3C96-F698FD6E29C3}"/>
          </ac:spMkLst>
        </pc:spChg>
        <pc:spChg chg="del">
          <ac:chgData name="Freda Shi" userId="e3bafef1-15f2-4eeb-acbe-fa674bab7991" providerId="ADAL" clId="{9555FC65-5A8C-4EE8-9D5B-8283D7A0923C}" dt="2026-02-04T04:18:47.317" v="51343" actId="478"/>
          <ac:spMkLst>
            <pc:docMk/>
            <pc:sldMk cId="2841417586" sldId="268"/>
            <ac:spMk id="941" creationId="{D18B98C6-81F4-FE96-6D39-418CF2A3ED26}"/>
          </ac:spMkLst>
        </pc:spChg>
        <pc:spChg chg="del">
          <ac:chgData name="Freda Shi" userId="e3bafef1-15f2-4eeb-acbe-fa674bab7991" providerId="ADAL" clId="{9555FC65-5A8C-4EE8-9D5B-8283D7A0923C}" dt="2026-02-04T04:18:47.317" v="51342" actId="478"/>
          <ac:spMkLst>
            <pc:docMk/>
            <pc:sldMk cId="2841417586" sldId="268"/>
            <ac:spMk id="942" creationId="{B142A8B0-0361-677B-CAEB-2B9870CDB4BB}"/>
          </ac:spMkLst>
        </pc:spChg>
        <pc:spChg chg="del">
          <ac:chgData name="Freda Shi" userId="e3bafef1-15f2-4eeb-acbe-fa674bab7991" providerId="ADAL" clId="{9555FC65-5A8C-4EE8-9D5B-8283D7A0923C}" dt="2026-02-04T04:18:47.317" v="51341" actId="478"/>
          <ac:spMkLst>
            <pc:docMk/>
            <pc:sldMk cId="2841417586" sldId="268"/>
            <ac:spMk id="943" creationId="{7EC4F606-6E2A-AF87-2C64-9B3D7426379B}"/>
          </ac:spMkLst>
        </pc:spChg>
        <pc:spChg chg="del">
          <ac:chgData name="Freda Shi" userId="e3bafef1-15f2-4eeb-acbe-fa674bab7991" providerId="ADAL" clId="{9555FC65-5A8C-4EE8-9D5B-8283D7A0923C}" dt="2026-02-04T04:18:47.317" v="51340" actId="478"/>
          <ac:spMkLst>
            <pc:docMk/>
            <pc:sldMk cId="2841417586" sldId="268"/>
            <ac:spMk id="944" creationId="{E867D509-B71A-10B8-377E-DEBADF9426F7}"/>
          </ac:spMkLst>
        </pc:spChg>
        <pc:spChg chg="del">
          <ac:chgData name="Freda Shi" userId="e3bafef1-15f2-4eeb-acbe-fa674bab7991" providerId="ADAL" clId="{9555FC65-5A8C-4EE8-9D5B-8283D7A0923C}" dt="2026-02-04T04:18:47.317" v="51339" actId="478"/>
          <ac:spMkLst>
            <pc:docMk/>
            <pc:sldMk cId="2841417586" sldId="268"/>
            <ac:spMk id="945" creationId="{AFCF49FD-AEDD-24B6-CCCE-C26569B9E0BB}"/>
          </ac:spMkLst>
        </pc:spChg>
        <pc:spChg chg="del">
          <ac:chgData name="Freda Shi" userId="e3bafef1-15f2-4eeb-acbe-fa674bab7991" providerId="ADAL" clId="{9555FC65-5A8C-4EE8-9D5B-8283D7A0923C}" dt="2026-02-04T04:18:47.317" v="51338" actId="478"/>
          <ac:spMkLst>
            <pc:docMk/>
            <pc:sldMk cId="2841417586" sldId="268"/>
            <ac:spMk id="946" creationId="{22102E04-1622-F7F1-E1D1-F6CF1AE0C5E5}"/>
          </ac:spMkLst>
        </pc:spChg>
        <pc:spChg chg="del">
          <ac:chgData name="Freda Shi" userId="e3bafef1-15f2-4eeb-acbe-fa674bab7991" providerId="ADAL" clId="{9555FC65-5A8C-4EE8-9D5B-8283D7A0923C}" dt="2026-02-04T04:18:47.317" v="51337" actId="478"/>
          <ac:spMkLst>
            <pc:docMk/>
            <pc:sldMk cId="2841417586" sldId="268"/>
            <ac:spMk id="947" creationId="{10C32B17-AE38-C2DF-3A14-C7E40A3C8171}"/>
          </ac:spMkLst>
        </pc:spChg>
        <pc:spChg chg="del">
          <ac:chgData name="Freda Shi" userId="e3bafef1-15f2-4eeb-acbe-fa674bab7991" providerId="ADAL" clId="{9555FC65-5A8C-4EE8-9D5B-8283D7A0923C}" dt="2026-02-04T04:18:47.317" v="51336" actId="478"/>
          <ac:spMkLst>
            <pc:docMk/>
            <pc:sldMk cId="2841417586" sldId="268"/>
            <ac:spMk id="948" creationId="{3E2DF053-3929-324D-E1FB-A85226500BC4}"/>
          </ac:spMkLst>
        </pc:spChg>
        <pc:spChg chg="del">
          <ac:chgData name="Freda Shi" userId="e3bafef1-15f2-4eeb-acbe-fa674bab7991" providerId="ADAL" clId="{9555FC65-5A8C-4EE8-9D5B-8283D7A0923C}" dt="2026-02-04T04:18:47.317" v="51335" actId="478"/>
          <ac:spMkLst>
            <pc:docMk/>
            <pc:sldMk cId="2841417586" sldId="268"/>
            <ac:spMk id="949" creationId="{0D364794-4DE1-13DB-0EE2-28A5629E3B20}"/>
          </ac:spMkLst>
        </pc:spChg>
        <pc:spChg chg="del">
          <ac:chgData name="Freda Shi" userId="e3bafef1-15f2-4eeb-acbe-fa674bab7991" providerId="ADAL" clId="{9555FC65-5A8C-4EE8-9D5B-8283D7A0923C}" dt="2026-02-04T04:18:47.317" v="51334" actId="478"/>
          <ac:spMkLst>
            <pc:docMk/>
            <pc:sldMk cId="2841417586" sldId="268"/>
            <ac:spMk id="950" creationId="{35E0DDBD-9298-0249-B5F6-312223FC8339}"/>
          </ac:spMkLst>
        </pc:spChg>
        <pc:spChg chg="del">
          <ac:chgData name="Freda Shi" userId="e3bafef1-15f2-4eeb-acbe-fa674bab7991" providerId="ADAL" clId="{9555FC65-5A8C-4EE8-9D5B-8283D7A0923C}" dt="2026-02-04T04:18:47.317" v="51333" actId="478"/>
          <ac:spMkLst>
            <pc:docMk/>
            <pc:sldMk cId="2841417586" sldId="268"/>
            <ac:spMk id="951" creationId="{4C076B8D-67AF-C916-DE73-8CA43383CFA5}"/>
          </ac:spMkLst>
        </pc:spChg>
        <pc:spChg chg="del">
          <ac:chgData name="Freda Shi" userId="e3bafef1-15f2-4eeb-acbe-fa674bab7991" providerId="ADAL" clId="{9555FC65-5A8C-4EE8-9D5B-8283D7A0923C}" dt="2026-02-04T04:18:47.317" v="51332" actId="478"/>
          <ac:spMkLst>
            <pc:docMk/>
            <pc:sldMk cId="2841417586" sldId="268"/>
            <ac:spMk id="952" creationId="{8E99FCCF-20D9-7445-E319-BF8FA6C45A3B}"/>
          </ac:spMkLst>
        </pc:spChg>
        <pc:spChg chg="del">
          <ac:chgData name="Freda Shi" userId="e3bafef1-15f2-4eeb-acbe-fa674bab7991" providerId="ADAL" clId="{9555FC65-5A8C-4EE8-9D5B-8283D7A0923C}" dt="2026-02-04T04:18:47.317" v="51331" actId="478"/>
          <ac:spMkLst>
            <pc:docMk/>
            <pc:sldMk cId="2841417586" sldId="268"/>
            <ac:spMk id="953" creationId="{0CFF996C-9AFA-4222-F74A-5D9E17326BB2}"/>
          </ac:spMkLst>
        </pc:spChg>
        <pc:spChg chg="del">
          <ac:chgData name="Freda Shi" userId="e3bafef1-15f2-4eeb-acbe-fa674bab7991" providerId="ADAL" clId="{9555FC65-5A8C-4EE8-9D5B-8283D7A0923C}" dt="2026-02-04T04:18:47.301" v="51330" actId="478"/>
          <ac:spMkLst>
            <pc:docMk/>
            <pc:sldMk cId="2841417586" sldId="268"/>
            <ac:spMk id="954" creationId="{A99BA546-35DE-E40E-6BAB-A7AC918AC1DB}"/>
          </ac:spMkLst>
        </pc:spChg>
        <pc:spChg chg="del">
          <ac:chgData name="Freda Shi" userId="e3bafef1-15f2-4eeb-acbe-fa674bab7991" providerId="ADAL" clId="{9555FC65-5A8C-4EE8-9D5B-8283D7A0923C}" dt="2026-02-04T04:18:47.301" v="51329" actId="478"/>
          <ac:spMkLst>
            <pc:docMk/>
            <pc:sldMk cId="2841417586" sldId="268"/>
            <ac:spMk id="955" creationId="{50BC212B-5215-D8F7-AD57-8A117A0E6897}"/>
          </ac:spMkLst>
        </pc:spChg>
        <pc:spChg chg="del">
          <ac:chgData name="Freda Shi" userId="e3bafef1-15f2-4eeb-acbe-fa674bab7991" providerId="ADAL" clId="{9555FC65-5A8C-4EE8-9D5B-8283D7A0923C}" dt="2026-02-04T04:18:47.301" v="51328" actId="478"/>
          <ac:spMkLst>
            <pc:docMk/>
            <pc:sldMk cId="2841417586" sldId="268"/>
            <ac:spMk id="956" creationId="{1BCC08EC-845B-86A1-00EB-BA16A16222DE}"/>
          </ac:spMkLst>
        </pc:spChg>
        <pc:spChg chg="del">
          <ac:chgData name="Freda Shi" userId="e3bafef1-15f2-4eeb-acbe-fa674bab7991" providerId="ADAL" clId="{9555FC65-5A8C-4EE8-9D5B-8283D7A0923C}" dt="2026-02-04T04:18:47.301" v="51327" actId="478"/>
          <ac:spMkLst>
            <pc:docMk/>
            <pc:sldMk cId="2841417586" sldId="268"/>
            <ac:spMk id="957" creationId="{5344216F-A742-7B93-640D-182ED3F0A9AB}"/>
          </ac:spMkLst>
        </pc:spChg>
        <pc:spChg chg="del">
          <ac:chgData name="Freda Shi" userId="e3bafef1-15f2-4eeb-acbe-fa674bab7991" providerId="ADAL" clId="{9555FC65-5A8C-4EE8-9D5B-8283D7A0923C}" dt="2026-02-04T04:18:47.301" v="51326" actId="478"/>
          <ac:spMkLst>
            <pc:docMk/>
            <pc:sldMk cId="2841417586" sldId="268"/>
            <ac:spMk id="958" creationId="{4F90ABC0-08E3-24FF-EEB6-31438BE1A7EA}"/>
          </ac:spMkLst>
        </pc:spChg>
        <pc:spChg chg="del">
          <ac:chgData name="Freda Shi" userId="e3bafef1-15f2-4eeb-acbe-fa674bab7991" providerId="ADAL" clId="{9555FC65-5A8C-4EE8-9D5B-8283D7A0923C}" dt="2026-02-04T04:18:47.301" v="51325" actId="478"/>
          <ac:spMkLst>
            <pc:docMk/>
            <pc:sldMk cId="2841417586" sldId="268"/>
            <ac:spMk id="959" creationId="{2E0ED3E0-CE24-7005-AED9-B5AF9ED6A1F1}"/>
          </ac:spMkLst>
        </pc:spChg>
        <pc:spChg chg="del">
          <ac:chgData name="Freda Shi" userId="e3bafef1-15f2-4eeb-acbe-fa674bab7991" providerId="ADAL" clId="{9555FC65-5A8C-4EE8-9D5B-8283D7A0923C}" dt="2026-02-04T04:18:47.301" v="51324" actId="478"/>
          <ac:spMkLst>
            <pc:docMk/>
            <pc:sldMk cId="2841417586" sldId="268"/>
            <ac:spMk id="960" creationId="{27C75046-5B58-8014-C6F6-362FA0B3CC95}"/>
          </ac:spMkLst>
        </pc:spChg>
        <pc:spChg chg="del">
          <ac:chgData name="Freda Shi" userId="e3bafef1-15f2-4eeb-acbe-fa674bab7991" providerId="ADAL" clId="{9555FC65-5A8C-4EE8-9D5B-8283D7A0923C}" dt="2026-02-04T04:18:47.301" v="51323" actId="478"/>
          <ac:spMkLst>
            <pc:docMk/>
            <pc:sldMk cId="2841417586" sldId="268"/>
            <ac:spMk id="961" creationId="{CF19BF09-2F59-0990-7D88-A862DAF2E7E8}"/>
          </ac:spMkLst>
        </pc:spChg>
        <pc:spChg chg="del">
          <ac:chgData name="Freda Shi" userId="e3bafef1-15f2-4eeb-acbe-fa674bab7991" providerId="ADAL" clId="{9555FC65-5A8C-4EE8-9D5B-8283D7A0923C}" dt="2026-02-04T04:18:47.301" v="51322" actId="478"/>
          <ac:spMkLst>
            <pc:docMk/>
            <pc:sldMk cId="2841417586" sldId="268"/>
            <ac:spMk id="962" creationId="{097F85B0-60C9-38CE-3A08-26593467C0CF}"/>
          </ac:spMkLst>
        </pc:spChg>
        <pc:spChg chg="del">
          <ac:chgData name="Freda Shi" userId="e3bafef1-15f2-4eeb-acbe-fa674bab7991" providerId="ADAL" clId="{9555FC65-5A8C-4EE8-9D5B-8283D7A0923C}" dt="2026-02-04T04:18:47.301" v="51321" actId="478"/>
          <ac:spMkLst>
            <pc:docMk/>
            <pc:sldMk cId="2841417586" sldId="268"/>
            <ac:spMk id="963" creationId="{AEAEAA45-E3F5-1BAF-44EE-5CB340A89D09}"/>
          </ac:spMkLst>
        </pc:spChg>
        <pc:spChg chg="del">
          <ac:chgData name="Freda Shi" userId="e3bafef1-15f2-4eeb-acbe-fa674bab7991" providerId="ADAL" clId="{9555FC65-5A8C-4EE8-9D5B-8283D7A0923C}" dt="2026-02-04T04:18:47.301" v="51320" actId="478"/>
          <ac:spMkLst>
            <pc:docMk/>
            <pc:sldMk cId="2841417586" sldId="268"/>
            <ac:spMk id="964" creationId="{49043903-774D-3397-42D9-5A055CD5BDF6}"/>
          </ac:spMkLst>
        </pc:spChg>
        <pc:spChg chg="del mod">
          <ac:chgData name="Freda Shi" userId="e3bafef1-15f2-4eeb-acbe-fa674bab7991" providerId="ADAL" clId="{9555FC65-5A8C-4EE8-9D5B-8283D7A0923C}" dt="2026-02-04T04:19:12.489" v="51438" actId="478"/>
          <ac:spMkLst>
            <pc:docMk/>
            <pc:sldMk cId="2841417586" sldId="268"/>
            <ac:spMk id="966" creationId="{547B7A82-08FD-67F6-8874-32027AAA1802}"/>
          </ac:spMkLst>
        </pc:spChg>
        <pc:spChg chg="mod">
          <ac:chgData name="Freda Shi" userId="e3bafef1-15f2-4eeb-acbe-fa674bab7991" providerId="ADAL" clId="{9555FC65-5A8C-4EE8-9D5B-8283D7A0923C}" dt="2026-02-04T04:19:12.521" v="51492" actId="108"/>
          <ac:spMkLst>
            <pc:docMk/>
            <pc:sldMk cId="2841417586" sldId="268"/>
            <ac:spMk id="1021" creationId="{8328291F-DEBE-67AA-EF5D-957C930B25FD}"/>
          </ac:spMkLst>
        </pc:spChg>
        <pc:spChg chg="mod">
          <ac:chgData name="Freda Shi" userId="e3bafef1-15f2-4eeb-acbe-fa674bab7991" providerId="ADAL" clId="{9555FC65-5A8C-4EE8-9D5B-8283D7A0923C}" dt="2026-02-04T04:19:12.521" v="51493" actId="108"/>
          <ac:spMkLst>
            <pc:docMk/>
            <pc:sldMk cId="2841417586" sldId="268"/>
            <ac:spMk id="1022" creationId="{B12E5EDE-6BFC-997E-F1A1-AA9BC91411A0}"/>
          </ac:spMkLst>
        </pc:spChg>
        <pc:spChg chg="mod">
          <ac:chgData name="Freda Shi" userId="e3bafef1-15f2-4eeb-acbe-fa674bab7991" providerId="ADAL" clId="{9555FC65-5A8C-4EE8-9D5B-8283D7A0923C}" dt="2026-02-04T04:19:12.521" v="51494" actId="108"/>
          <ac:spMkLst>
            <pc:docMk/>
            <pc:sldMk cId="2841417586" sldId="268"/>
            <ac:spMk id="1023" creationId="{DDC8A813-79AB-7324-358A-AC550CA69701}"/>
          </ac:spMkLst>
        </pc:spChg>
        <pc:spChg chg="mod">
          <ac:chgData name="Freda Shi" userId="e3bafef1-15f2-4eeb-acbe-fa674bab7991" providerId="ADAL" clId="{9555FC65-5A8C-4EE8-9D5B-8283D7A0923C}" dt="2026-02-04T04:19:12.521" v="51495" actId="108"/>
          <ac:spMkLst>
            <pc:docMk/>
            <pc:sldMk cId="2841417586" sldId="268"/>
            <ac:spMk id="1024" creationId="{F09D8EEA-00B9-AB6E-96AC-2AA77ED5EF04}"/>
          </ac:spMkLst>
        </pc:spChg>
        <pc:spChg chg="mod">
          <ac:chgData name="Freda Shi" userId="e3bafef1-15f2-4eeb-acbe-fa674bab7991" providerId="ADAL" clId="{9555FC65-5A8C-4EE8-9D5B-8283D7A0923C}" dt="2026-02-04T04:19:12.521" v="51496" actId="108"/>
          <ac:spMkLst>
            <pc:docMk/>
            <pc:sldMk cId="2841417586" sldId="268"/>
            <ac:spMk id="1025" creationId="{1DA888F3-48DF-3735-FC85-1509C97C9E58}"/>
          </ac:spMkLst>
        </pc:spChg>
        <pc:spChg chg="mod">
          <ac:chgData name="Freda Shi" userId="e3bafef1-15f2-4eeb-acbe-fa674bab7991" providerId="ADAL" clId="{9555FC65-5A8C-4EE8-9D5B-8283D7A0923C}" dt="2026-02-04T04:19:12.521" v="51497" actId="108"/>
          <ac:spMkLst>
            <pc:docMk/>
            <pc:sldMk cId="2841417586" sldId="268"/>
            <ac:spMk id="1026" creationId="{9B2A1E20-5D13-ED85-03F6-ACAE085DAF6C}"/>
          </ac:spMkLst>
        </pc:spChg>
        <pc:spChg chg="mod">
          <ac:chgData name="Freda Shi" userId="e3bafef1-15f2-4eeb-acbe-fa674bab7991" providerId="ADAL" clId="{9555FC65-5A8C-4EE8-9D5B-8283D7A0923C}" dt="2026-02-04T04:19:12.521" v="51498" actId="108"/>
          <ac:spMkLst>
            <pc:docMk/>
            <pc:sldMk cId="2841417586" sldId="268"/>
            <ac:spMk id="1027" creationId="{8C93C1E0-33F5-8752-5656-CCA76AE9DB93}"/>
          </ac:spMkLst>
        </pc:spChg>
        <pc:spChg chg="mod">
          <ac:chgData name="Freda Shi" userId="e3bafef1-15f2-4eeb-acbe-fa674bab7991" providerId="ADAL" clId="{9555FC65-5A8C-4EE8-9D5B-8283D7A0923C}" dt="2026-02-04T04:19:12.521" v="51499" actId="108"/>
          <ac:spMkLst>
            <pc:docMk/>
            <pc:sldMk cId="2841417586" sldId="268"/>
            <ac:spMk id="1028" creationId="{C4E2D9C7-65F2-EC84-F20C-7B2EA4A2BEC8}"/>
          </ac:spMkLst>
        </pc:spChg>
        <pc:spChg chg="mod">
          <ac:chgData name="Freda Shi" userId="e3bafef1-15f2-4eeb-acbe-fa674bab7991" providerId="ADAL" clId="{9555FC65-5A8C-4EE8-9D5B-8283D7A0923C}" dt="2026-02-04T04:19:12.521" v="51500" actId="108"/>
          <ac:spMkLst>
            <pc:docMk/>
            <pc:sldMk cId="2841417586" sldId="268"/>
            <ac:spMk id="1029" creationId="{49088A69-8DC0-703D-C356-870A0C656145}"/>
          </ac:spMkLst>
        </pc:spChg>
        <pc:spChg chg="mod">
          <ac:chgData name="Freda Shi" userId="e3bafef1-15f2-4eeb-acbe-fa674bab7991" providerId="ADAL" clId="{9555FC65-5A8C-4EE8-9D5B-8283D7A0923C}" dt="2026-02-04T04:19:12.521" v="51501" actId="108"/>
          <ac:spMkLst>
            <pc:docMk/>
            <pc:sldMk cId="2841417586" sldId="268"/>
            <ac:spMk id="1030" creationId="{AB03A934-759F-A663-DDE1-9EC2D37A6DE2}"/>
          </ac:spMkLst>
        </pc:spChg>
        <pc:spChg chg="mod">
          <ac:chgData name="Freda Shi" userId="e3bafef1-15f2-4eeb-acbe-fa674bab7991" providerId="ADAL" clId="{9555FC65-5A8C-4EE8-9D5B-8283D7A0923C}" dt="2026-02-04T04:19:12.521" v="51502" actId="108"/>
          <ac:spMkLst>
            <pc:docMk/>
            <pc:sldMk cId="2841417586" sldId="268"/>
            <ac:spMk id="1031" creationId="{2E132233-F121-42A3-9ABA-F2FBF0E0050A}"/>
          </ac:spMkLst>
        </pc:spChg>
        <pc:spChg chg="mod">
          <ac:chgData name="Freda Shi" userId="e3bafef1-15f2-4eeb-acbe-fa674bab7991" providerId="ADAL" clId="{9555FC65-5A8C-4EE8-9D5B-8283D7A0923C}" dt="2026-02-04T04:19:12.521" v="51503" actId="108"/>
          <ac:spMkLst>
            <pc:docMk/>
            <pc:sldMk cId="2841417586" sldId="268"/>
            <ac:spMk id="1032" creationId="{E64F7D3D-151C-B604-AC73-2982F5D83617}"/>
          </ac:spMkLst>
        </pc:spChg>
        <pc:spChg chg="mod">
          <ac:chgData name="Freda Shi" userId="e3bafef1-15f2-4eeb-acbe-fa674bab7991" providerId="ADAL" clId="{9555FC65-5A8C-4EE8-9D5B-8283D7A0923C}" dt="2026-02-04T04:19:12.537" v="51504" actId="108"/>
          <ac:spMkLst>
            <pc:docMk/>
            <pc:sldMk cId="2841417586" sldId="268"/>
            <ac:spMk id="1033" creationId="{AACAC7E5-23CB-2C58-4B0F-FD52108ACD2B}"/>
          </ac:spMkLst>
        </pc:spChg>
        <pc:spChg chg="mod">
          <ac:chgData name="Freda Shi" userId="e3bafef1-15f2-4eeb-acbe-fa674bab7991" providerId="ADAL" clId="{9555FC65-5A8C-4EE8-9D5B-8283D7A0923C}" dt="2026-02-04T04:19:12.537" v="51505" actId="108"/>
          <ac:spMkLst>
            <pc:docMk/>
            <pc:sldMk cId="2841417586" sldId="268"/>
            <ac:spMk id="1034" creationId="{692DA874-C44F-3474-6C5D-E764B151C4C5}"/>
          </ac:spMkLst>
        </pc:spChg>
        <pc:spChg chg="mod">
          <ac:chgData name="Freda Shi" userId="e3bafef1-15f2-4eeb-acbe-fa674bab7991" providerId="ADAL" clId="{9555FC65-5A8C-4EE8-9D5B-8283D7A0923C}" dt="2026-02-04T04:19:12.537" v="51506" actId="108"/>
          <ac:spMkLst>
            <pc:docMk/>
            <pc:sldMk cId="2841417586" sldId="268"/>
            <ac:spMk id="1035" creationId="{02285CDF-EA0A-3026-1FA8-3C89FA3431EE}"/>
          </ac:spMkLst>
        </pc:spChg>
        <pc:spChg chg="mod">
          <ac:chgData name="Freda Shi" userId="e3bafef1-15f2-4eeb-acbe-fa674bab7991" providerId="ADAL" clId="{9555FC65-5A8C-4EE8-9D5B-8283D7A0923C}" dt="2026-02-04T04:19:12.537" v="51507" actId="108"/>
          <ac:spMkLst>
            <pc:docMk/>
            <pc:sldMk cId="2841417586" sldId="268"/>
            <ac:spMk id="1036" creationId="{67838FDD-79AD-A4A9-E964-AFCE107181D2}"/>
          </ac:spMkLst>
        </pc:spChg>
        <pc:spChg chg="mod">
          <ac:chgData name="Freda Shi" userId="e3bafef1-15f2-4eeb-acbe-fa674bab7991" providerId="ADAL" clId="{9555FC65-5A8C-4EE8-9D5B-8283D7A0923C}" dt="2026-02-04T04:19:12.537" v="51508" actId="108"/>
          <ac:spMkLst>
            <pc:docMk/>
            <pc:sldMk cId="2841417586" sldId="268"/>
            <ac:spMk id="1037" creationId="{674F729F-412D-8F1A-42D7-4BBAADD719E2}"/>
          </ac:spMkLst>
        </pc:spChg>
        <pc:spChg chg="mod">
          <ac:chgData name="Freda Shi" userId="e3bafef1-15f2-4eeb-acbe-fa674bab7991" providerId="ADAL" clId="{9555FC65-5A8C-4EE8-9D5B-8283D7A0923C}" dt="2026-02-04T04:19:12.537" v="51509" actId="108"/>
          <ac:spMkLst>
            <pc:docMk/>
            <pc:sldMk cId="2841417586" sldId="268"/>
            <ac:spMk id="1038" creationId="{54C0A2C9-B7F6-5D77-51CD-B021B0627763}"/>
          </ac:spMkLst>
        </pc:spChg>
        <pc:spChg chg="mod">
          <ac:chgData name="Freda Shi" userId="e3bafef1-15f2-4eeb-acbe-fa674bab7991" providerId="ADAL" clId="{9555FC65-5A8C-4EE8-9D5B-8283D7A0923C}" dt="2026-02-04T04:19:12.537" v="51510" actId="108"/>
          <ac:spMkLst>
            <pc:docMk/>
            <pc:sldMk cId="2841417586" sldId="268"/>
            <ac:spMk id="1039" creationId="{3442AF4B-6B41-E041-909B-6BE988E62531}"/>
          </ac:spMkLst>
        </pc:spChg>
        <pc:spChg chg="mod">
          <ac:chgData name="Freda Shi" userId="e3bafef1-15f2-4eeb-acbe-fa674bab7991" providerId="ADAL" clId="{9555FC65-5A8C-4EE8-9D5B-8283D7A0923C}" dt="2026-02-04T04:19:12.537" v="51511" actId="108"/>
          <ac:spMkLst>
            <pc:docMk/>
            <pc:sldMk cId="2841417586" sldId="268"/>
            <ac:spMk id="1040" creationId="{5BCE8199-C1E5-2FBF-E19C-2374B3718F25}"/>
          </ac:spMkLst>
        </pc:spChg>
        <pc:spChg chg="mod">
          <ac:chgData name="Freda Shi" userId="e3bafef1-15f2-4eeb-acbe-fa674bab7991" providerId="ADAL" clId="{9555FC65-5A8C-4EE8-9D5B-8283D7A0923C}" dt="2026-02-04T04:19:12.537" v="51512" actId="108"/>
          <ac:spMkLst>
            <pc:docMk/>
            <pc:sldMk cId="2841417586" sldId="268"/>
            <ac:spMk id="1041" creationId="{769635DF-A9DC-1E14-E4C8-98DE10FA79E1}"/>
          </ac:spMkLst>
        </pc:spChg>
        <pc:spChg chg="mod">
          <ac:chgData name="Freda Shi" userId="e3bafef1-15f2-4eeb-acbe-fa674bab7991" providerId="ADAL" clId="{9555FC65-5A8C-4EE8-9D5B-8283D7A0923C}" dt="2026-02-04T04:19:12.537" v="51513" actId="108"/>
          <ac:spMkLst>
            <pc:docMk/>
            <pc:sldMk cId="2841417586" sldId="268"/>
            <ac:spMk id="1042" creationId="{FFE2B575-10E2-BDB3-FF01-0867CBBA1BDF}"/>
          </ac:spMkLst>
        </pc:spChg>
        <pc:spChg chg="mod">
          <ac:chgData name="Freda Shi" userId="e3bafef1-15f2-4eeb-acbe-fa674bab7991" providerId="ADAL" clId="{9555FC65-5A8C-4EE8-9D5B-8283D7A0923C}" dt="2026-02-04T04:19:12.537" v="51514" actId="108"/>
          <ac:spMkLst>
            <pc:docMk/>
            <pc:sldMk cId="2841417586" sldId="268"/>
            <ac:spMk id="1043" creationId="{3E2EC881-D461-70FA-A5EB-7943BE078D17}"/>
          </ac:spMkLst>
        </pc:spChg>
        <pc:spChg chg="mod">
          <ac:chgData name="Freda Shi" userId="e3bafef1-15f2-4eeb-acbe-fa674bab7991" providerId="ADAL" clId="{9555FC65-5A8C-4EE8-9D5B-8283D7A0923C}" dt="2026-02-04T04:19:12.537" v="51515" actId="108"/>
          <ac:spMkLst>
            <pc:docMk/>
            <pc:sldMk cId="2841417586" sldId="268"/>
            <ac:spMk id="1044" creationId="{D654CD1D-BAAF-CC0C-BD84-01CA8AD07CAB}"/>
          </ac:spMkLst>
        </pc:spChg>
        <pc:spChg chg="mod">
          <ac:chgData name="Freda Shi" userId="e3bafef1-15f2-4eeb-acbe-fa674bab7991" providerId="ADAL" clId="{9555FC65-5A8C-4EE8-9D5B-8283D7A0923C}" dt="2026-02-04T04:19:12.537" v="51516" actId="108"/>
          <ac:spMkLst>
            <pc:docMk/>
            <pc:sldMk cId="2841417586" sldId="268"/>
            <ac:spMk id="1045" creationId="{57FCF3B3-A00A-8AD2-857B-827200F077B4}"/>
          </ac:spMkLst>
        </pc:spChg>
        <pc:spChg chg="mod">
          <ac:chgData name="Freda Shi" userId="e3bafef1-15f2-4eeb-acbe-fa674bab7991" providerId="ADAL" clId="{9555FC65-5A8C-4EE8-9D5B-8283D7A0923C}" dt="2026-02-04T04:19:12.537" v="51517" actId="108"/>
          <ac:spMkLst>
            <pc:docMk/>
            <pc:sldMk cId="2841417586" sldId="268"/>
            <ac:spMk id="1046" creationId="{D2E9CAFA-C8E5-83BF-9F5E-525414FF7D90}"/>
          </ac:spMkLst>
        </pc:spChg>
        <pc:spChg chg="mod">
          <ac:chgData name="Freda Shi" userId="e3bafef1-15f2-4eeb-acbe-fa674bab7991" providerId="ADAL" clId="{9555FC65-5A8C-4EE8-9D5B-8283D7A0923C}" dt="2026-02-04T04:19:12.537" v="51518" actId="108"/>
          <ac:spMkLst>
            <pc:docMk/>
            <pc:sldMk cId="2841417586" sldId="268"/>
            <ac:spMk id="1047" creationId="{7372D601-A461-9B73-20CE-CA89C0DF3F22}"/>
          </ac:spMkLst>
        </pc:spChg>
        <pc:spChg chg="mod">
          <ac:chgData name="Freda Shi" userId="e3bafef1-15f2-4eeb-acbe-fa674bab7991" providerId="ADAL" clId="{9555FC65-5A8C-4EE8-9D5B-8283D7A0923C}" dt="2026-02-04T04:19:12.537" v="51519" actId="108"/>
          <ac:spMkLst>
            <pc:docMk/>
            <pc:sldMk cId="2841417586" sldId="268"/>
            <ac:spMk id="1048" creationId="{B3D87E15-21F5-56D0-6BB8-0D41EBDBA7E9}"/>
          </ac:spMkLst>
        </pc:spChg>
        <pc:spChg chg="mod">
          <ac:chgData name="Freda Shi" userId="e3bafef1-15f2-4eeb-acbe-fa674bab7991" providerId="ADAL" clId="{9555FC65-5A8C-4EE8-9D5B-8283D7A0923C}" dt="2026-02-04T04:19:12.537" v="51520" actId="108"/>
          <ac:spMkLst>
            <pc:docMk/>
            <pc:sldMk cId="2841417586" sldId="268"/>
            <ac:spMk id="1049" creationId="{29FC1C91-8326-6670-C408-E1934E8BCDD2}"/>
          </ac:spMkLst>
        </pc:spChg>
        <pc:spChg chg="mod">
          <ac:chgData name="Freda Shi" userId="e3bafef1-15f2-4eeb-acbe-fa674bab7991" providerId="ADAL" clId="{9555FC65-5A8C-4EE8-9D5B-8283D7A0923C}" dt="2026-02-04T04:19:12.537" v="51521" actId="108"/>
          <ac:spMkLst>
            <pc:docMk/>
            <pc:sldMk cId="2841417586" sldId="268"/>
            <ac:spMk id="1050" creationId="{7129ACAC-5915-1CDB-1DC7-C0350CE22314}"/>
          </ac:spMkLst>
        </pc:spChg>
        <pc:spChg chg="mod">
          <ac:chgData name="Freda Shi" userId="e3bafef1-15f2-4eeb-acbe-fa674bab7991" providerId="ADAL" clId="{9555FC65-5A8C-4EE8-9D5B-8283D7A0923C}" dt="2026-02-04T04:19:12.537" v="51522" actId="108"/>
          <ac:spMkLst>
            <pc:docMk/>
            <pc:sldMk cId="2841417586" sldId="268"/>
            <ac:spMk id="1051" creationId="{7F9C974C-6B78-FC68-3B0F-9BE9C73AA40F}"/>
          </ac:spMkLst>
        </pc:spChg>
        <pc:spChg chg="mod">
          <ac:chgData name="Freda Shi" userId="e3bafef1-15f2-4eeb-acbe-fa674bab7991" providerId="ADAL" clId="{9555FC65-5A8C-4EE8-9D5B-8283D7A0923C}" dt="2026-02-04T04:19:12.537" v="51523" actId="108"/>
          <ac:spMkLst>
            <pc:docMk/>
            <pc:sldMk cId="2841417586" sldId="268"/>
            <ac:spMk id="1052" creationId="{AF0BF527-DC6C-ADFF-60D6-BEA583D829E2}"/>
          </ac:spMkLst>
        </pc:spChg>
        <pc:spChg chg="mod">
          <ac:chgData name="Freda Shi" userId="e3bafef1-15f2-4eeb-acbe-fa674bab7991" providerId="ADAL" clId="{9555FC65-5A8C-4EE8-9D5B-8283D7A0923C}" dt="2026-02-04T04:19:12.537" v="51524" actId="108"/>
          <ac:spMkLst>
            <pc:docMk/>
            <pc:sldMk cId="2841417586" sldId="268"/>
            <ac:spMk id="1053" creationId="{683E9691-6462-DCDE-CB09-69B9EE1773AA}"/>
          </ac:spMkLst>
        </pc:spChg>
        <pc:spChg chg="mod">
          <ac:chgData name="Freda Shi" userId="e3bafef1-15f2-4eeb-acbe-fa674bab7991" providerId="ADAL" clId="{9555FC65-5A8C-4EE8-9D5B-8283D7A0923C}" dt="2026-02-04T04:19:12.537" v="51525" actId="108"/>
          <ac:spMkLst>
            <pc:docMk/>
            <pc:sldMk cId="2841417586" sldId="268"/>
            <ac:spMk id="1054" creationId="{523DEE02-5844-F8AA-BFC5-C6CE1E8DC4C5}"/>
          </ac:spMkLst>
        </pc:spChg>
        <pc:spChg chg="mod">
          <ac:chgData name="Freda Shi" userId="e3bafef1-15f2-4eeb-acbe-fa674bab7991" providerId="ADAL" clId="{9555FC65-5A8C-4EE8-9D5B-8283D7A0923C}" dt="2026-02-04T04:19:12.537" v="51526" actId="108"/>
          <ac:spMkLst>
            <pc:docMk/>
            <pc:sldMk cId="2841417586" sldId="268"/>
            <ac:spMk id="1055" creationId="{00F4D05D-E543-7F52-48F6-76921956FAB0}"/>
          </ac:spMkLst>
        </pc:spChg>
        <pc:spChg chg="mod">
          <ac:chgData name="Freda Shi" userId="e3bafef1-15f2-4eeb-acbe-fa674bab7991" providerId="ADAL" clId="{9555FC65-5A8C-4EE8-9D5B-8283D7A0923C}" dt="2026-02-04T04:19:12.537" v="51527" actId="108"/>
          <ac:spMkLst>
            <pc:docMk/>
            <pc:sldMk cId="2841417586" sldId="268"/>
            <ac:spMk id="1056" creationId="{AD49D91A-F548-E64C-0092-479CF320B1C5}"/>
          </ac:spMkLst>
        </pc:spChg>
        <pc:spChg chg="mod">
          <ac:chgData name="Freda Shi" userId="e3bafef1-15f2-4eeb-acbe-fa674bab7991" providerId="ADAL" clId="{9555FC65-5A8C-4EE8-9D5B-8283D7A0923C}" dt="2026-02-04T04:19:12.537" v="51528" actId="108"/>
          <ac:spMkLst>
            <pc:docMk/>
            <pc:sldMk cId="2841417586" sldId="268"/>
            <ac:spMk id="1057" creationId="{CE6F809D-F92C-9847-F2AA-3C55BADC5BAF}"/>
          </ac:spMkLst>
        </pc:spChg>
        <pc:spChg chg="mod">
          <ac:chgData name="Freda Shi" userId="e3bafef1-15f2-4eeb-acbe-fa674bab7991" providerId="ADAL" clId="{9555FC65-5A8C-4EE8-9D5B-8283D7A0923C}" dt="2026-02-04T04:19:12.537" v="51529" actId="108"/>
          <ac:spMkLst>
            <pc:docMk/>
            <pc:sldMk cId="2841417586" sldId="268"/>
            <ac:spMk id="1058" creationId="{E42B268E-B97C-F521-F493-A132590669B2}"/>
          </ac:spMkLst>
        </pc:spChg>
        <pc:spChg chg="mod">
          <ac:chgData name="Freda Shi" userId="e3bafef1-15f2-4eeb-acbe-fa674bab7991" providerId="ADAL" clId="{9555FC65-5A8C-4EE8-9D5B-8283D7A0923C}" dt="2026-02-04T04:19:12.537" v="51530" actId="108"/>
          <ac:spMkLst>
            <pc:docMk/>
            <pc:sldMk cId="2841417586" sldId="268"/>
            <ac:spMk id="1059" creationId="{6BBAC497-FF7E-C8F8-B654-1A0E1FAD6F08}"/>
          </ac:spMkLst>
        </pc:spChg>
        <pc:spChg chg="mod">
          <ac:chgData name="Freda Shi" userId="e3bafef1-15f2-4eeb-acbe-fa674bab7991" providerId="ADAL" clId="{9555FC65-5A8C-4EE8-9D5B-8283D7A0923C}" dt="2026-02-04T04:19:12.537" v="51531" actId="108"/>
          <ac:spMkLst>
            <pc:docMk/>
            <pc:sldMk cId="2841417586" sldId="268"/>
            <ac:spMk id="1060" creationId="{38AAC724-F71A-B822-78AA-9CD2BE7E175F}"/>
          </ac:spMkLst>
        </pc:spChg>
        <pc:spChg chg="mod">
          <ac:chgData name="Freda Shi" userId="e3bafef1-15f2-4eeb-acbe-fa674bab7991" providerId="ADAL" clId="{9555FC65-5A8C-4EE8-9D5B-8283D7A0923C}" dt="2026-02-04T04:19:12.537" v="51532" actId="108"/>
          <ac:spMkLst>
            <pc:docMk/>
            <pc:sldMk cId="2841417586" sldId="268"/>
            <ac:spMk id="1061" creationId="{1AC7634D-4B43-5C65-D5A4-07FB3A15FAB5}"/>
          </ac:spMkLst>
        </pc:spChg>
        <pc:spChg chg="mod">
          <ac:chgData name="Freda Shi" userId="e3bafef1-15f2-4eeb-acbe-fa674bab7991" providerId="ADAL" clId="{9555FC65-5A8C-4EE8-9D5B-8283D7A0923C}" dt="2026-02-04T04:19:12.537" v="51533" actId="108"/>
          <ac:spMkLst>
            <pc:docMk/>
            <pc:sldMk cId="2841417586" sldId="268"/>
            <ac:spMk id="1062" creationId="{A0F83288-5C96-365A-D810-0977A2027ECE}"/>
          </ac:spMkLst>
        </pc:spChg>
        <pc:spChg chg="mod">
          <ac:chgData name="Freda Shi" userId="e3bafef1-15f2-4eeb-acbe-fa674bab7991" providerId="ADAL" clId="{9555FC65-5A8C-4EE8-9D5B-8283D7A0923C}" dt="2026-02-04T04:19:12.537" v="51534" actId="108"/>
          <ac:spMkLst>
            <pc:docMk/>
            <pc:sldMk cId="2841417586" sldId="268"/>
            <ac:spMk id="1063" creationId="{0538BAE0-9858-F994-6895-64CCB88002EF}"/>
          </ac:spMkLst>
        </pc:spChg>
        <pc:spChg chg="mod">
          <ac:chgData name="Freda Shi" userId="e3bafef1-15f2-4eeb-acbe-fa674bab7991" providerId="ADAL" clId="{9555FC65-5A8C-4EE8-9D5B-8283D7A0923C}" dt="2026-02-04T04:19:12.537" v="51535" actId="108"/>
          <ac:spMkLst>
            <pc:docMk/>
            <pc:sldMk cId="2841417586" sldId="268"/>
            <ac:spMk id="1064" creationId="{1F8D7358-829C-1214-D8AF-B280C8F98352}"/>
          </ac:spMkLst>
        </pc:spChg>
        <pc:spChg chg="mod">
          <ac:chgData name="Freda Shi" userId="e3bafef1-15f2-4eeb-acbe-fa674bab7991" providerId="ADAL" clId="{9555FC65-5A8C-4EE8-9D5B-8283D7A0923C}" dt="2026-02-04T04:19:12.537" v="51536" actId="108"/>
          <ac:spMkLst>
            <pc:docMk/>
            <pc:sldMk cId="2841417586" sldId="268"/>
            <ac:spMk id="1065" creationId="{7D9BED4C-11A7-1B8D-9046-8544E9F64569}"/>
          </ac:spMkLst>
        </pc:spChg>
        <pc:spChg chg="mod">
          <ac:chgData name="Freda Shi" userId="e3bafef1-15f2-4eeb-acbe-fa674bab7991" providerId="ADAL" clId="{9555FC65-5A8C-4EE8-9D5B-8283D7A0923C}" dt="2026-02-04T04:19:12.537" v="51537" actId="108"/>
          <ac:spMkLst>
            <pc:docMk/>
            <pc:sldMk cId="2841417586" sldId="268"/>
            <ac:spMk id="1066" creationId="{F85F2D22-CAA7-1A64-CD61-D545289738BB}"/>
          </ac:spMkLst>
        </pc:spChg>
        <pc:spChg chg="mod">
          <ac:chgData name="Freda Shi" userId="e3bafef1-15f2-4eeb-acbe-fa674bab7991" providerId="ADAL" clId="{9555FC65-5A8C-4EE8-9D5B-8283D7A0923C}" dt="2026-02-04T04:19:12.537" v="51538" actId="108"/>
          <ac:spMkLst>
            <pc:docMk/>
            <pc:sldMk cId="2841417586" sldId="268"/>
            <ac:spMk id="1067" creationId="{146099DF-D5DE-8CEA-2AA0-DFB858D5F41A}"/>
          </ac:spMkLst>
        </pc:spChg>
        <pc:spChg chg="mod">
          <ac:chgData name="Freda Shi" userId="e3bafef1-15f2-4eeb-acbe-fa674bab7991" providerId="ADAL" clId="{9555FC65-5A8C-4EE8-9D5B-8283D7A0923C}" dt="2026-02-04T04:19:12.537" v="51539" actId="108"/>
          <ac:spMkLst>
            <pc:docMk/>
            <pc:sldMk cId="2841417586" sldId="268"/>
            <ac:spMk id="1068" creationId="{E908557C-DBC0-251F-1DDC-CAE2651A8868}"/>
          </ac:spMkLst>
        </pc:spChg>
        <pc:spChg chg="mod">
          <ac:chgData name="Freda Shi" userId="e3bafef1-15f2-4eeb-acbe-fa674bab7991" providerId="ADAL" clId="{9555FC65-5A8C-4EE8-9D5B-8283D7A0923C}" dt="2026-02-04T04:19:12.537" v="51540" actId="108"/>
          <ac:spMkLst>
            <pc:docMk/>
            <pc:sldMk cId="2841417586" sldId="268"/>
            <ac:spMk id="1069" creationId="{57BD0E67-76A6-3195-1521-ADECA1F9877C}"/>
          </ac:spMkLst>
        </pc:spChg>
        <pc:spChg chg="mod">
          <ac:chgData name="Freda Shi" userId="e3bafef1-15f2-4eeb-acbe-fa674bab7991" providerId="ADAL" clId="{9555FC65-5A8C-4EE8-9D5B-8283D7A0923C}" dt="2026-02-04T04:19:12.537" v="51541" actId="108"/>
          <ac:spMkLst>
            <pc:docMk/>
            <pc:sldMk cId="2841417586" sldId="268"/>
            <ac:spMk id="1070" creationId="{0F3DAC6D-CAF8-1087-237F-C7E8D28421E4}"/>
          </ac:spMkLst>
        </pc:spChg>
        <pc:spChg chg="mod">
          <ac:chgData name="Freda Shi" userId="e3bafef1-15f2-4eeb-acbe-fa674bab7991" providerId="ADAL" clId="{9555FC65-5A8C-4EE8-9D5B-8283D7A0923C}" dt="2026-02-04T04:19:12.537" v="51542" actId="108"/>
          <ac:spMkLst>
            <pc:docMk/>
            <pc:sldMk cId="2841417586" sldId="268"/>
            <ac:spMk id="1071" creationId="{3959709F-172F-9A4C-E2F9-1C1F01A83549}"/>
          </ac:spMkLst>
        </pc:spChg>
        <pc:spChg chg="mod">
          <ac:chgData name="Freda Shi" userId="e3bafef1-15f2-4eeb-acbe-fa674bab7991" providerId="ADAL" clId="{9555FC65-5A8C-4EE8-9D5B-8283D7A0923C}" dt="2026-02-04T04:19:12.537" v="51543" actId="108"/>
          <ac:spMkLst>
            <pc:docMk/>
            <pc:sldMk cId="2841417586" sldId="268"/>
            <ac:spMk id="1072" creationId="{B925EDC7-F6C7-7D4E-E70A-24F0B24D7BBC}"/>
          </ac:spMkLst>
        </pc:spChg>
        <pc:spChg chg="mod">
          <ac:chgData name="Freda Shi" userId="e3bafef1-15f2-4eeb-acbe-fa674bab7991" providerId="ADAL" clId="{9555FC65-5A8C-4EE8-9D5B-8283D7A0923C}" dt="2026-02-04T04:19:12.537" v="51544" actId="108"/>
          <ac:spMkLst>
            <pc:docMk/>
            <pc:sldMk cId="2841417586" sldId="268"/>
            <ac:spMk id="1073" creationId="{C558374C-F61F-5B69-624D-C6CEAFC9B93F}"/>
          </ac:spMkLst>
        </pc:spChg>
        <pc:spChg chg="mod">
          <ac:chgData name="Freda Shi" userId="e3bafef1-15f2-4eeb-acbe-fa674bab7991" providerId="ADAL" clId="{9555FC65-5A8C-4EE8-9D5B-8283D7A0923C}" dt="2026-02-04T04:19:12.537" v="51545" actId="108"/>
          <ac:spMkLst>
            <pc:docMk/>
            <pc:sldMk cId="2841417586" sldId="268"/>
            <ac:spMk id="1074" creationId="{B809583F-621E-3175-62F2-0CDB3D761775}"/>
          </ac:spMkLst>
        </pc:spChg>
        <pc:spChg chg="mod">
          <ac:chgData name="Freda Shi" userId="e3bafef1-15f2-4eeb-acbe-fa674bab7991" providerId="ADAL" clId="{9555FC65-5A8C-4EE8-9D5B-8283D7A0923C}" dt="2026-02-04T04:19:12.537" v="51546" actId="108"/>
          <ac:spMkLst>
            <pc:docMk/>
            <pc:sldMk cId="2841417586" sldId="268"/>
            <ac:spMk id="1132" creationId="{3A924A7E-AFCE-4099-6222-47785692EA95}"/>
          </ac:spMkLst>
        </pc:spChg>
        <pc:grpChg chg="del">
          <ac:chgData name="Freda Shi" userId="e3bafef1-15f2-4eeb-acbe-fa674bab7991" providerId="ADAL" clId="{9555FC65-5A8C-4EE8-9D5B-8283D7A0923C}" dt="2026-02-04T04:18:47.333" v="51367" actId="478"/>
          <ac:grpSpMkLst>
            <pc:docMk/>
            <pc:sldMk cId="2841417586" sldId="268"/>
            <ac:grpSpMk id="965" creationId="{0BACDD41-9419-6D59-E6BF-74EA4676CDEF}"/>
          </ac:grpSpMkLst>
        </pc:grpChg>
        <pc:grpChg chg="del mod ord">
          <ac:chgData name="Freda Shi" userId="e3bafef1-15f2-4eeb-acbe-fa674bab7991" providerId="ADAL" clId="{9555FC65-5A8C-4EE8-9D5B-8283D7A0923C}" dt="2026-02-04T04:19:12.521" v="51491" actId="478"/>
          <ac:grpSpMkLst>
            <pc:docMk/>
            <pc:sldMk cId="2841417586" sldId="268"/>
            <ac:grpSpMk id="967" creationId="{EE1630D5-2BB6-77E7-E712-928B7ED4A1E0}"/>
          </ac:grpSpMkLst>
        </pc:grpChg>
        <pc:grpChg chg="del">
          <ac:chgData name="Freda Shi" userId="e3bafef1-15f2-4eeb-acbe-fa674bab7991" providerId="ADAL" clId="{9555FC65-5A8C-4EE8-9D5B-8283D7A0923C}" dt="2026-02-04T04:18:47.364" v="51424" actId="478"/>
          <ac:grpSpMkLst>
            <pc:docMk/>
            <pc:sldMk cId="2841417586" sldId="268"/>
            <ac:grpSpMk id="968" creationId="{99611B73-FAB2-DC08-1D97-2101595108CA}"/>
          </ac:grpSpMkLst>
        </pc:grpChg>
        <pc:grpChg chg="mod ord">
          <ac:chgData name="Freda Shi" userId="e3bafef1-15f2-4eeb-acbe-fa674bab7991" providerId="ADAL" clId="{9555FC65-5A8C-4EE8-9D5B-8283D7A0923C}" dt="2026-02-04T04:19:22.858" v="51552" actId="1076"/>
          <ac:grpSpMkLst>
            <pc:docMk/>
            <pc:sldMk cId="2841417586" sldId="268"/>
            <ac:grpSpMk id="1133" creationId="{F3FE2E2B-C796-40ED-073C-5743806722B9}"/>
          </ac:grpSpMkLst>
        </pc:grpChg>
        <pc:grpChg chg="del">
          <ac:chgData name="Freda Shi" userId="e3bafef1-15f2-4eeb-acbe-fa674bab7991" providerId="ADAL" clId="{9555FC65-5A8C-4EE8-9D5B-8283D7A0923C}" dt="2026-02-04T04:19:12.553" v="51548" actId="478"/>
          <ac:grpSpMkLst>
            <pc:docMk/>
            <pc:sldMk cId="2841417586" sldId="268"/>
            <ac:grpSpMk id="1134" creationId="{C7D385B9-1EE1-55FD-FE52-93700131AACF}"/>
          </ac:grpSpMkLst>
        </pc:grpChg>
        <pc:picChg chg="mod">
          <ac:chgData name="Freda Shi" userId="e3bafef1-15f2-4eeb-acbe-fa674bab7991" providerId="ADAL" clId="{9555FC65-5A8C-4EE8-9D5B-8283D7A0923C}" dt="2026-02-04T04:18:47.221" v="51313" actId="14100"/>
          <ac:picMkLst>
            <pc:docMk/>
            <pc:sldMk cId="2841417586" sldId="268"/>
            <ac:picMk id="5" creationId="{A3ADE396-C6C2-8BC8-905C-1662EDB526BA}"/>
          </ac:picMkLst>
        </pc:picChg>
        <pc:picChg chg="mod">
          <ac:chgData name="Freda Shi" userId="e3bafef1-15f2-4eeb-acbe-fa674bab7991" providerId="ADAL" clId="{9555FC65-5A8C-4EE8-9D5B-8283D7A0923C}" dt="2026-02-04T04:19:12.416" v="51431" actId="14100"/>
          <ac:picMkLst>
            <pc:docMk/>
            <pc:sldMk cId="2841417586" sldId="268"/>
            <ac:picMk id="1019" creationId="{DBBE40EC-46BA-334F-AADD-060A34949EFE}"/>
          </ac:picMkLst>
        </pc:picChg>
      </pc:sldChg>
      <pc:sldChg chg="modSp new mod">
        <pc:chgData name="Freda Shi" userId="e3bafef1-15f2-4eeb-acbe-fa674bab7991" providerId="ADAL" clId="{9555FC65-5A8C-4EE8-9D5B-8283D7A0923C}" dt="2026-02-04T04:20:06.472" v="51582" actId="20577"/>
        <pc:sldMkLst>
          <pc:docMk/>
          <pc:sldMk cId="1809216342" sldId="269"/>
        </pc:sldMkLst>
        <pc:spChg chg="mod">
          <ac:chgData name="Freda Shi" userId="e3bafef1-15f2-4eeb-acbe-fa674bab7991" providerId="ADAL" clId="{9555FC65-5A8C-4EE8-9D5B-8283D7A0923C}" dt="2026-02-04T04:20:06.472" v="51582" actId="20577"/>
          <ac:spMkLst>
            <pc:docMk/>
            <pc:sldMk cId="1809216342" sldId="269"/>
            <ac:spMk id="2" creationId="{37594EDE-6A03-2EA1-CAB8-3F78123A9D42}"/>
          </ac:spMkLst>
        </pc:spChg>
      </pc:sldChg>
      <pc:sldMasterChg chg="delSldLayout modSldLayout">
        <pc:chgData name="Freda Shi" userId="e3bafef1-15f2-4eeb-acbe-fa674bab7991" providerId="ADAL" clId="{9555FC65-5A8C-4EE8-9D5B-8283D7A0923C}" dt="2026-01-14T04:07:22.491" v="30298" actId="47"/>
        <pc:sldMasterMkLst>
          <pc:docMk/>
          <pc:sldMasterMk cId="1118528081" sldId="2147483648"/>
        </pc:sldMasterMkLst>
      </pc:sldMasterChg>
    </pc:docChg>
  </pc:docChgLst>
  <pc:docChgLst>
    <pc:chgData name="Freda Shi" userId="e3bafef1-15f2-4eeb-acbe-fa674bab7991" providerId="ADAL" clId="{F7E09A7F-F1A3-4C6E-A9E7-CA601CD0AD84}"/>
    <pc:docChg chg="custSel addSld delSld modSld sldOrd modSection">
      <pc:chgData name="Freda Shi" userId="e3bafef1-15f2-4eeb-acbe-fa674bab7991" providerId="ADAL" clId="{F7E09A7F-F1A3-4C6E-A9E7-CA601CD0AD84}" dt="2026-02-03T19:17:10.048" v="719" actId="1076"/>
      <pc:docMkLst>
        <pc:docMk/>
      </pc:docMkLst>
      <pc:sldChg chg="modSp mod">
        <pc:chgData name="Freda Shi" userId="e3bafef1-15f2-4eeb-acbe-fa674bab7991" providerId="ADAL" clId="{F7E09A7F-F1A3-4C6E-A9E7-CA601CD0AD84}" dt="2026-01-07T22:24:14.642" v="48" actId="20577"/>
        <pc:sldMkLst>
          <pc:docMk/>
          <pc:sldMk cId="228913878" sldId="256"/>
        </pc:sldMkLst>
        <pc:spChg chg="mod">
          <ac:chgData name="Freda Shi" userId="e3bafef1-15f2-4eeb-acbe-fa674bab7991" providerId="ADAL" clId="{F7E09A7F-F1A3-4C6E-A9E7-CA601CD0AD84}" dt="2026-01-07T22:24:14.642" v="48" actId="20577"/>
          <ac:spMkLst>
            <pc:docMk/>
            <pc:sldMk cId="228913878" sldId="256"/>
            <ac:spMk id="4" creationId="{DA47CF05-BE52-90FA-5147-DA56FCE560BA}"/>
          </ac:spMkLst>
        </pc:spChg>
      </pc:sldChg>
      <pc:sldChg chg="modSp mod">
        <pc:chgData name="Freda Shi" userId="e3bafef1-15f2-4eeb-acbe-fa674bab7991" providerId="ADAL" clId="{F7E09A7F-F1A3-4C6E-A9E7-CA601CD0AD84}" dt="2026-02-02T18:21:41.330" v="574" actId="20577"/>
        <pc:sldMkLst>
          <pc:docMk/>
          <pc:sldMk cId="1605273323" sldId="258"/>
        </pc:sldMkLst>
        <pc:spChg chg="mod">
          <ac:chgData name="Freda Shi" userId="e3bafef1-15f2-4eeb-acbe-fa674bab7991" providerId="ADAL" clId="{F7E09A7F-F1A3-4C6E-A9E7-CA601CD0AD84}" dt="2026-02-02T18:21:30.615" v="534" actId="20577"/>
          <ac:spMkLst>
            <pc:docMk/>
            <pc:sldMk cId="1605273323" sldId="258"/>
            <ac:spMk id="2" creationId="{6378F86A-7F5C-B572-2836-52465C025A48}"/>
          </ac:spMkLst>
        </pc:spChg>
        <pc:spChg chg="mod">
          <ac:chgData name="Freda Shi" userId="e3bafef1-15f2-4eeb-acbe-fa674bab7991" providerId="ADAL" clId="{F7E09A7F-F1A3-4C6E-A9E7-CA601CD0AD84}" dt="2026-02-02T18:21:41.330" v="574" actId="20577"/>
          <ac:spMkLst>
            <pc:docMk/>
            <pc:sldMk cId="1605273323" sldId="258"/>
            <ac:spMk id="3" creationId="{640B6FCA-FB35-B10A-3BDA-10A39DB920EA}"/>
          </ac:spMkLst>
        </pc:spChg>
      </pc:sldChg>
      <pc:sldChg chg="modSp new mod">
        <pc:chgData name="Freda Shi" userId="e3bafef1-15f2-4eeb-acbe-fa674bab7991" providerId="ADAL" clId="{F7E09A7F-F1A3-4C6E-A9E7-CA601CD0AD84}" dt="2026-01-27T22:04:07.350" v="192" actId="20577"/>
        <pc:sldMkLst>
          <pc:docMk/>
          <pc:sldMk cId="1896540082" sldId="259"/>
        </pc:sldMkLst>
        <pc:spChg chg="mod">
          <ac:chgData name="Freda Shi" userId="e3bafef1-15f2-4eeb-acbe-fa674bab7991" providerId="ADAL" clId="{F7E09A7F-F1A3-4C6E-A9E7-CA601CD0AD84}" dt="2026-01-27T22:04:07.350" v="192" actId="20577"/>
          <ac:spMkLst>
            <pc:docMk/>
            <pc:sldMk cId="1896540082" sldId="259"/>
            <ac:spMk id="2" creationId="{E2C7B07E-A3D1-3C2B-B017-E96EB120E8C8}"/>
          </ac:spMkLst>
        </pc:spChg>
      </pc:sldChg>
      <pc:sldChg chg="delSp modSp mod delAnim">
        <pc:chgData name="Freda Shi" userId="e3bafef1-15f2-4eeb-acbe-fa674bab7991" providerId="ADAL" clId="{F7E09A7F-F1A3-4C6E-A9E7-CA601CD0AD84}" dt="2026-02-03T19:15:25.825" v="709" actId="20577"/>
        <pc:sldMkLst>
          <pc:docMk/>
          <pc:sldMk cId="2261952049" sldId="261"/>
        </pc:sldMkLst>
        <pc:spChg chg="mod">
          <ac:chgData name="Freda Shi" userId="e3bafef1-15f2-4eeb-acbe-fa674bab7991" providerId="ADAL" clId="{F7E09A7F-F1A3-4C6E-A9E7-CA601CD0AD84}" dt="2026-02-03T19:15:25.825" v="709" actId="20577"/>
          <ac:spMkLst>
            <pc:docMk/>
            <pc:sldMk cId="2261952049" sldId="261"/>
            <ac:spMk id="2" creationId="{FBBBDAF8-31B7-958B-F1F0-A469DAE29587}"/>
          </ac:spMkLst>
        </pc:spChg>
        <pc:spChg chg="mod">
          <ac:chgData name="Freda Shi" userId="e3bafef1-15f2-4eeb-acbe-fa674bab7991" providerId="ADAL" clId="{F7E09A7F-F1A3-4C6E-A9E7-CA601CD0AD84}" dt="2026-02-03T19:15:17.434" v="702" actId="1037"/>
          <ac:spMkLst>
            <pc:docMk/>
            <pc:sldMk cId="2261952049" sldId="261"/>
            <ac:spMk id="7" creationId="{F50AAFDD-1A94-337D-FF36-18B758AB14C5}"/>
          </ac:spMkLst>
        </pc:spChg>
        <pc:grpChg chg="del">
          <ac:chgData name="Freda Shi" userId="e3bafef1-15f2-4eeb-acbe-fa674bab7991" providerId="ADAL" clId="{F7E09A7F-F1A3-4C6E-A9E7-CA601CD0AD84}" dt="2026-02-03T19:15:06.267" v="605" actId="478"/>
          <ac:grpSpMkLst>
            <pc:docMk/>
            <pc:sldMk cId="2261952049" sldId="261"/>
            <ac:grpSpMk id="31" creationId="{3015FC8C-43C1-65F7-BD79-3AEED76CEE10}"/>
          </ac:grpSpMkLst>
        </pc:grpChg>
        <pc:grpChg chg="del">
          <ac:chgData name="Freda Shi" userId="e3bafef1-15f2-4eeb-acbe-fa674bab7991" providerId="ADAL" clId="{F7E09A7F-F1A3-4C6E-A9E7-CA601CD0AD84}" dt="2026-02-03T19:15:07.006" v="606" actId="478"/>
          <ac:grpSpMkLst>
            <pc:docMk/>
            <pc:sldMk cId="2261952049" sldId="261"/>
            <ac:grpSpMk id="965" creationId="{40A03812-96F9-4BE4-BBDA-4F6DDB9DD56F}"/>
          </ac:grpSpMkLst>
        </pc:grpChg>
        <pc:grpChg chg="del">
          <ac:chgData name="Freda Shi" userId="e3bafef1-15f2-4eeb-acbe-fa674bab7991" providerId="ADAL" clId="{F7E09A7F-F1A3-4C6E-A9E7-CA601CD0AD84}" dt="2026-02-03T19:15:06.267" v="605" actId="478"/>
          <ac:grpSpMkLst>
            <pc:docMk/>
            <pc:sldMk cId="2261952049" sldId="261"/>
            <ac:grpSpMk id="1131" creationId="{30C805AF-25FC-F8F6-1236-B731DF903AC1}"/>
          </ac:grpSpMkLst>
        </pc:grpChg>
        <pc:picChg chg="mod">
          <ac:chgData name="Freda Shi" userId="e3bafef1-15f2-4eeb-acbe-fa674bab7991" providerId="ADAL" clId="{F7E09A7F-F1A3-4C6E-A9E7-CA601CD0AD84}" dt="2026-02-03T19:15:17.434" v="702" actId="1037"/>
          <ac:picMkLst>
            <pc:docMk/>
            <pc:sldMk cId="2261952049" sldId="261"/>
            <ac:picMk id="6" creationId="{31C33E05-0E65-F465-74D8-3A1E737600B0}"/>
          </ac:picMkLst>
        </pc:picChg>
      </pc:sldChg>
      <pc:sldChg chg="delSp modSp mod">
        <pc:chgData name="Freda Shi" userId="e3bafef1-15f2-4eeb-acbe-fa674bab7991" providerId="ADAL" clId="{F7E09A7F-F1A3-4C6E-A9E7-CA601CD0AD84}" dt="2026-02-03T19:17:10.048" v="719" actId="1076"/>
        <pc:sldMkLst>
          <pc:docMk/>
          <pc:sldMk cId="2398741399" sldId="264"/>
        </pc:sldMkLst>
        <pc:grpChg chg="mod">
          <ac:chgData name="Freda Shi" userId="e3bafef1-15f2-4eeb-acbe-fa674bab7991" providerId="ADAL" clId="{F7E09A7F-F1A3-4C6E-A9E7-CA601CD0AD84}" dt="2026-02-03T19:17:10.048" v="719" actId="1076"/>
          <ac:grpSpMkLst>
            <pc:docMk/>
            <pc:sldMk cId="2398741399" sldId="264"/>
            <ac:grpSpMk id="73" creationId="{C21CBF8A-A2C2-21FB-54DE-681C5190774C}"/>
          </ac:grpSpMkLst>
        </pc:grpChg>
        <pc:picChg chg="mod">
          <ac:chgData name="Freda Shi" userId="e3bafef1-15f2-4eeb-acbe-fa674bab7991" providerId="ADAL" clId="{F7E09A7F-F1A3-4C6E-A9E7-CA601CD0AD84}" dt="2026-02-03T19:17:04.295" v="714" actId="14100"/>
          <ac:picMkLst>
            <pc:docMk/>
            <pc:sldMk cId="2398741399" sldId="264"/>
            <ac:picMk id="44" creationId="{A975F599-682D-9E97-E74E-AE9D2C00F317}"/>
          </ac:picMkLst>
        </pc:picChg>
        <pc:picChg chg="del">
          <ac:chgData name="Freda Shi" userId="e3bafef1-15f2-4eeb-acbe-fa674bab7991" providerId="ADAL" clId="{F7E09A7F-F1A3-4C6E-A9E7-CA601CD0AD84}" dt="2026-02-03T19:16:06.474" v="710" actId="478"/>
          <ac:picMkLst>
            <pc:docMk/>
            <pc:sldMk cId="2398741399" sldId="264"/>
            <ac:picMk id="132" creationId="{0B75F72C-D9EE-19F2-E028-138B004C3A7E}"/>
          </ac:picMkLst>
        </pc:picChg>
      </pc:sldChg>
      <pc:sldChg chg="modSp add mod">
        <pc:chgData name="Freda Shi" userId="e3bafef1-15f2-4eeb-acbe-fa674bab7991" providerId="ADAL" clId="{F7E09A7F-F1A3-4C6E-A9E7-CA601CD0AD84}" dt="2026-02-03T19:14:57.263" v="604" actId="20577"/>
        <pc:sldMkLst>
          <pc:docMk/>
          <pc:sldMk cId="2841417586" sldId="268"/>
        </pc:sldMkLst>
        <pc:spChg chg="mod">
          <ac:chgData name="Freda Shi" userId="e3bafef1-15f2-4eeb-acbe-fa674bab7991" providerId="ADAL" clId="{F7E09A7F-F1A3-4C6E-A9E7-CA601CD0AD84}" dt="2026-02-03T19:14:57.263" v="604" actId="20577"/>
          <ac:spMkLst>
            <pc:docMk/>
            <pc:sldMk cId="2841417586" sldId="268"/>
            <ac:spMk id="2" creationId="{2CFAC827-3256-9EFE-1216-C30ED0D0A7A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F14591-F67C-BB40-CBEA-594509238A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C0E14-87F2-B254-51B1-B8AC2F64E0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68D9A-29E5-4846-BB23-DBAC39FAAE65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B69ED-85D8-1CE2-FD53-9AC6B149BC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25E9E-8D74-A434-CC6A-221BA33515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8EB59-9011-4E29-9A14-88257365A9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369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8D97B-9B66-446E-9E81-F5FF4B6B06C9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8F659-E204-4DAB-9308-784DA0D833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83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370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0627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7393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7524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D81C-C0FB-D832-3BCF-FEA9913D6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B338F-1C9E-8F52-F9A4-E761E1084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8B4FD-FA43-ED01-B598-2DD3B4DD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7905-A51C-421C-8B94-09310336B0A2}" type="datetime1">
              <a:rPr lang="en-CA" smtClean="0"/>
              <a:t>2026-02-01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7A58B-BF2B-F261-F4BF-92803EEE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0CB0-E893-4FAE-C932-C15080A4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838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E1F2-4C84-385C-A58A-13FDFBF1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0"/>
            <a:ext cx="11382498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19F1E-8F25-C9E0-1195-1CD303EA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51" y="1325562"/>
            <a:ext cx="11382498" cy="5030787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Nunito" pitchFamily="2" charset="0"/>
              </a:defRPr>
            </a:lvl1pPr>
            <a:lvl2pPr>
              <a:lnSpc>
                <a:spcPct val="100000"/>
              </a:lnSpc>
              <a:defRPr>
                <a:latin typeface="Nunito" pitchFamily="2" charset="0"/>
              </a:defRPr>
            </a:lvl2pPr>
            <a:lvl3pPr>
              <a:lnSpc>
                <a:spcPct val="100000"/>
              </a:lnSpc>
              <a:defRPr>
                <a:latin typeface="Nunito" pitchFamily="2" charset="0"/>
              </a:defRPr>
            </a:lvl3pPr>
            <a:lvl4pPr>
              <a:lnSpc>
                <a:spcPct val="100000"/>
              </a:lnSpc>
              <a:defRPr>
                <a:latin typeface="Nunito" pitchFamily="2" charset="0"/>
              </a:defRPr>
            </a:lvl4pPr>
            <a:lvl5pPr>
              <a:lnSpc>
                <a:spcPct val="100000"/>
              </a:lnSpc>
              <a:defRPr>
                <a:latin typeface="Nunito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4D42-F908-5E01-B590-10E1A399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4751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83C35BBC-156D-41FD-9ADF-716B2914A275}" type="datetime1">
              <a:rPr lang="en-CA" smtClean="0"/>
              <a:t>2026-02-01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79C89-C314-DDEA-2C67-83BAC906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79454-EAA8-CA79-DF21-ACA6827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4049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6985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A206-0109-0A71-8D88-FDBEE733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78106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Nunito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0E311-A575-C976-8612-0AAE40A72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F3AF7-1AE8-C53C-A886-BCA359B9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FF283ED9-7CF3-4A16-AD68-CCED7B0C68A9}" type="datetime1">
              <a:rPr lang="en-CA" smtClean="0"/>
              <a:t>2026-02-01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96467-644E-846D-3020-E63D41BA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BBBB6-1087-2307-E934-62264519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665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A536-D24D-052D-890A-E0B5456B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0"/>
            <a:ext cx="11382498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21A84-A51B-FB50-9FE9-82902A231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4751" y="1325562"/>
            <a:ext cx="5615049" cy="5030787"/>
          </a:xfrm>
        </p:spPr>
        <p:txBody>
          <a:bodyPr/>
          <a:lstStyle>
            <a:lvl1pPr>
              <a:spcAft>
                <a:spcPts val="300"/>
              </a:spcAft>
              <a:defRPr>
                <a:latin typeface="Nunito" pitchFamily="2" charset="0"/>
              </a:defRPr>
            </a:lvl1pPr>
            <a:lvl2pPr>
              <a:spcAft>
                <a:spcPts val="300"/>
              </a:spcAft>
              <a:defRPr>
                <a:latin typeface="Nunito" pitchFamily="2" charset="0"/>
              </a:defRPr>
            </a:lvl2pPr>
            <a:lvl3pPr>
              <a:spcAft>
                <a:spcPts val="300"/>
              </a:spcAft>
              <a:defRPr>
                <a:latin typeface="Nunito" pitchFamily="2" charset="0"/>
              </a:defRPr>
            </a:lvl3pPr>
            <a:lvl4pPr>
              <a:spcAft>
                <a:spcPts val="300"/>
              </a:spcAft>
              <a:defRPr>
                <a:latin typeface="Nunito" pitchFamily="2" charset="0"/>
              </a:defRPr>
            </a:lvl4pPr>
            <a:lvl5pPr>
              <a:spcAft>
                <a:spcPts val="300"/>
              </a:spcAft>
              <a:defRPr>
                <a:latin typeface="Nunito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A5771-7497-4EA1-71BA-D8EF276E3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25563"/>
            <a:ext cx="5615048" cy="5030786"/>
          </a:xfrm>
        </p:spPr>
        <p:txBody>
          <a:bodyPr/>
          <a:lstStyle>
            <a:lvl1pPr>
              <a:spcAft>
                <a:spcPts val="300"/>
              </a:spcAft>
              <a:defRPr>
                <a:latin typeface="Nunito" pitchFamily="2" charset="0"/>
              </a:defRPr>
            </a:lvl1pPr>
            <a:lvl2pPr>
              <a:spcAft>
                <a:spcPts val="300"/>
              </a:spcAft>
              <a:defRPr>
                <a:latin typeface="Nunito" pitchFamily="2" charset="0"/>
              </a:defRPr>
            </a:lvl2pPr>
            <a:lvl3pPr>
              <a:spcAft>
                <a:spcPts val="300"/>
              </a:spcAft>
              <a:defRPr>
                <a:latin typeface="Nunito" pitchFamily="2" charset="0"/>
              </a:defRPr>
            </a:lvl3pPr>
            <a:lvl4pPr>
              <a:spcAft>
                <a:spcPts val="300"/>
              </a:spcAft>
              <a:defRPr>
                <a:latin typeface="Nunito" pitchFamily="2" charset="0"/>
              </a:defRPr>
            </a:lvl4pPr>
            <a:lvl5pPr>
              <a:spcAft>
                <a:spcPts val="300"/>
              </a:spcAft>
              <a:defRPr>
                <a:latin typeface="Nunito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996EB-B53E-50CA-0C2E-79F93FF5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4751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7A9C5AE8-81DF-43BD-B0FE-D622180FEED6}" type="datetime1">
              <a:rPr lang="en-CA" smtClean="0"/>
              <a:t>2026-02-01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BA3BA-3C8C-8414-D264-DFE2469B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EFE18-BED3-97F6-752B-D8CA6FB2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4048" y="6356349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990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4D164D-A971-FFAC-2B99-B33123B4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365125"/>
            <a:ext cx="113824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C787C-DEE0-2018-EEBF-D0C6CE217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751" y="1825625"/>
            <a:ext cx="1138249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BF790-F8A0-E94B-A547-FFA5EBD11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47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fld id="{6575A376-CF90-463F-B5BF-5AB20A7CAF2F}" type="datetime1">
              <a:rPr lang="en-CA" smtClean="0"/>
              <a:t>2026-02-01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B0501-175E-8C38-D79A-42B4B1ACD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81883-179C-670B-795E-1399264CA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404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852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Nunito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hs@uwaterloo.c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63" Type="http://schemas.openxmlformats.org/officeDocument/2006/relationships/tags" Target="../tags/tag63.xml"/><Relationship Id="rId68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1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80.xml"/><Relationship Id="rId18" Type="http://schemas.openxmlformats.org/officeDocument/2006/relationships/tags" Target="../tags/tag85.xml"/><Relationship Id="rId26" Type="http://schemas.openxmlformats.org/officeDocument/2006/relationships/tags" Target="../tags/tag93.xml"/><Relationship Id="rId3" Type="http://schemas.openxmlformats.org/officeDocument/2006/relationships/tags" Target="../tags/tag70.xml"/><Relationship Id="rId21" Type="http://schemas.openxmlformats.org/officeDocument/2006/relationships/tags" Target="../tags/tag88.xml"/><Relationship Id="rId34" Type="http://schemas.openxmlformats.org/officeDocument/2006/relationships/image" Target="../media/image7.emf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5" Type="http://schemas.openxmlformats.org/officeDocument/2006/relationships/tags" Target="../tags/tag92.xml"/><Relationship Id="rId33" Type="http://schemas.openxmlformats.org/officeDocument/2006/relationships/image" Target="../media/image6.emf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tags" Target="../tags/tag87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24" Type="http://schemas.openxmlformats.org/officeDocument/2006/relationships/tags" Target="../tags/tag91.xml"/><Relationship Id="rId32" Type="http://schemas.openxmlformats.org/officeDocument/2006/relationships/image" Target="../media/image5.emf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23" Type="http://schemas.openxmlformats.org/officeDocument/2006/relationships/tags" Target="../tags/tag90.xml"/><Relationship Id="rId28" Type="http://schemas.openxmlformats.org/officeDocument/2006/relationships/tags" Target="../tags/tag95.xml"/><Relationship Id="rId10" Type="http://schemas.openxmlformats.org/officeDocument/2006/relationships/tags" Target="../tags/tag77.xml"/><Relationship Id="rId19" Type="http://schemas.openxmlformats.org/officeDocument/2006/relationships/tags" Target="../tags/tag86.xml"/><Relationship Id="rId31" Type="http://schemas.openxmlformats.org/officeDocument/2006/relationships/image" Target="../media/image12.emf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Relationship Id="rId22" Type="http://schemas.openxmlformats.org/officeDocument/2006/relationships/tags" Target="../tags/tag89.xml"/><Relationship Id="rId27" Type="http://schemas.openxmlformats.org/officeDocument/2006/relationships/tags" Target="../tags/tag94.xml"/><Relationship Id="rId30" Type="http://schemas.openxmlformats.org/officeDocument/2006/relationships/image" Target="../media/image9.emf"/><Relationship Id="rId8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tags" Target="../tags/tag212.xml"/><Relationship Id="rId21" Type="http://schemas.openxmlformats.org/officeDocument/2006/relationships/tags" Target="../tags/tag116.xml"/><Relationship Id="rId42" Type="http://schemas.openxmlformats.org/officeDocument/2006/relationships/tags" Target="../tags/tag137.xml"/><Relationship Id="rId63" Type="http://schemas.openxmlformats.org/officeDocument/2006/relationships/tags" Target="../tags/tag158.xml"/><Relationship Id="rId84" Type="http://schemas.openxmlformats.org/officeDocument/2006/relationships/tags" Target="../tags/tag179.xml"/><Relationship Id="rId16" Type="http://schemas.openxmlformats.org/officeDocument/2006/relationships/tags" Target="../tags/tag111.xml"/><Relationship Id="rId107" Type="http://schemas.openxmlformats.org/officeDocument/2006/relationships/tags" Target="../tags/tag202.xml"/><Relationship Id="rId11" Type="http://schemas.openxmlformats.org/officeDocument/2006/relationships/tags" Target="../tags/tag106.xml"/><Relationship Id="rId32" Type="http://schemas.openxmlformats.org/officeDocument/2006/relationships/tags" Target="../tags/tag127.xml"/><Relationship Id="rId37" Type="http://schemas.openxmlformats.org/officeDocument/2006/relationships/tags" Target="../tags/tag132.xml"/><Relationship Id="rId53" Type="http://schemas.openxmlformats.org/officeDocument/2006/relationships/tags" Target="../tags/tag148.xml"/><Relationship Id="rId58" Type="http://schemas.openxmlformats.org/officeDocument/2006/relationships/tags" Target="../tags/tag153.xml"/><Relationship Id="rId74" Type="http://schemas.openxmlformats.org/officeDocument/2006/relationships/tags" Target="../tags/tag169.xml"/><Relationship Id="rId79" Type="http://schemas.openxmlformats.org/officeDocument/2006/relationships/tags" Target="../tags/tag174.xml"/><Relationship Id="rId102" Type="http://schemas.openxmlformats.org/officeDocument/2006/relationships/tags" Target="../tags/tag197.xml"/><Relationship Id="rId123" Type="http://schemas.openxmlformats.org/officeDocument/2006/relationships/tags" Target="../tags/tag218.xml"/><Relationship Id="rId128" Type="http://schemas.openxmlformats.org/officeDocument/2006/relationships/tags" Target="../tags/tag223.xml"/><Relationship Id="rId5" Type="http://schemas.openxmlformats.org/officeDocument/2006/relationships/tags" Target="../tags/tag100.xml"/><Relationship Id="rId90" Type="http://schemas.openxmlformats.org/officeDocument/2006/relationships/tags" Target="../tags/tag185.xml"/><Relationship Id="rId95" Type="http://schemas.openxmlformats.org/officeDocument/2006/relationships/tags" Target="../tags/tag190.xml"/><Relationship Id="rId22" Type="http://schemas.openxmlformats.org/officeDocument/2006/relationships/tags" Target="../tags/tag117.xml"/><Relationship Id="rId27" Type="http://schemas.openxmlformats.org/officeDocument/2006/relationships/tags" Target="../tags/tag122.xml"/><Relationship Id="rId43" Type="http://schemas.openxmlformats.org/officeDocument/2006/relationships/tags" Target="../tags/tag138.xml"/><Relationship Id="rId48" Type="http://schemas.openxmlformats.org/officeDocument/2006/relationships/tags" Target="../tags/tag143.xml"/><Relationship Id="rId64" Type="http://schemas.openxmlformats.org/officeDocument/2006/relationships/tags" Target="../tags/tag159.xml"/><Relationship Id="rId69" Type="http://schemas.openxmlformats.org/officeDocument/2006/relationships/tags" Target="../tags/tag164.xml"/><Relationship Id="rId113" Type="http://schemas.openxmlformats.org/officeDocument/2006/relationships/tags" Target="../tags/tag208.xml"/><Relationship Id="rId118" Type="http://schemas.openxmlformats.org/officeDocument/2006/relationships/tags" Target="../tags/tag213.xml"/><Relationship Id="rId134" Type="http://schemas.openxmlformats.org/officeDocument/2006/relationships/tags" Target="../tags/tag229.xml"/><Relationship Id="rId80" Type="http://schemas.openxmlformats.org/officeDocument/2006/relationships/tags" Target="../tags/tag175.xml"/><Relationship Id="rId85" Type="http://schemas.openxmlformats.org/officeDocument/2006/relationships/tags" Target="../tags/tag180.xml"/><Relationship Id="rId12" Type="http://schemas.openxmlformats.org/officeDocument/2006/relationships/tags" Target="../tags/tag107.xml"/><Relationship Id="rId17" Type="http://schemas.openxmlformats.org/officeDocument/2006/relationships/tags" Target="../tags/tag112.xml"/><Relationship Id="rId33" Type="http://schemas.openxmlformats.org/officeDocument/2006/relationships/tags" Target="../tags/tag128.xml"/><Relationship Id="rId38" Type="http://schemas.openxmlformats.org/officeDocument/2006/relationships/tags" Target="../tags/tag133.xml"/><Relationship Id="rId59" Type="http://schemas.openxmlformats.org/officeDocument/2006/relationships/tags" Target="../tags/tag154.xml"/><Relationship Id="rId103" Type="http://schemas.openxmlformats.org/officeDocument/2006/relationships/tags" Target="../tags/tag198.xml"/><Relationship Id="rId108" Type="http://schemas.openxmlformats.org/officeDocument/2006/relationships/tags" Target="../tags/tag203.xml"/><Relationship Id="rId124" Type="http://schemas.openxmlformats.org/officeDocument/2006/relationships/tags" Target="../tags/tag219.xml"/><Relationship Id="rId129" Type="http://schemas.openxmlformats.org/officeDocument/2006/relationships/tags" Target="../tags/tag224.xml"/><Relationship Id="rId54" Type="http://schemas.openxmlformats.org/officeDocument/2006/relationships/tags" Target="../tags/tag149.xml"/><Relationship Id="rId70" Type="http://schemas.openxmlformats.org/officeDocument/2006/relationships/tags" Target="../tags/tag165.xml"/><Relationship Id="rId75" Type="http://schemas.openxmlformats.org/officeDocument/2006/relationships/tags" Target="../tags/tag170.xml"/><Relationship Id="rId91" Type="http://schemas.openxmlformats.org/officeDocument/2006/relationships/tags" Target="../tags/tag186.xml"/><Relationship Id="rId96" Type="http://schemas.openxmlformats.org/officeDocument/2006/relationships/tags" Target="../tags/tag191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23" Type="http://schemas.openxmlformats.org/officeDocument/2006/relationships/tags" Target="../tags/tag118.xml"/><Relationship Id="rId28" Type="http://schemas.openxmlformats.org/officeDocument/2006/relationships/tags" Target="../tags/tag123.xml"/><Relationship Id="rId49" Type="http://schemas.openxmlformats.org/officeDocument/2006/relationships/tags" Target="../tags/tag144.xml"/><Relationship Id="rId114" Type="http://schemas.openxmlformats.org/officeDocument/2006/relationships/tags" Target="../tags/tag209.xml"/><Relationship Id="rId119" Type="http://schemas.openxmlformats.org/officeDocument/2006/relationships/tags" Target="../tags/tag214.xml"/><Relationship Id="rId44" Type="http://schemas.openxmlformats.org/officeDocument/2006/relationships/tags" Target="../tags/tag139.xml"/><Relationship Id="rId60" Type="http://schemas.openxmlformats.org/officeDocument/2006/relationships/tags" Target="../tags/tag155.xml"/><Relationship Id="rId65" Type="http://schemas.openxmlformats.org/officeDocument/2006/relationships/tags" Target="../tags/tag160.xml"/><Relationship Id="rId81" Type="http://schemas.openxmlformats.org/officeDocument/2006/relationships/tags" Target="../tags/tag176.xml"/><Relationship Id="rId86" Type="http://schemas.openxmlformats.org/officeDocument/2006/relationships/tags" Target="../tags/tag181.xml"/><Relationship Id="rId130" Type="http://schemas.openxmlformats.org/officeDocument/2006/relationships/tags" Target="../tags/tag225.xml"/><Relationship Id="rId135" Type="http://schemas.openxmlformats.org/officeDocument/2006/relationships/slideLayout" Target="../slideLayouts/slideLayout2.xml"/><Relationship Id="rId13" Type="http://schemas.openxmlformats.org/officeDocument/2006/relationships/tags" Target="../tags/tag108.xml"/><Relationship Id="rId18" Type="http://schemas.openxmlformats.org/officeDocument/2006/relationships/tags" Target="../tags/tag113.xml"/><Relationship Id="rId39" Type="http://schemas.openxmlformats.org/officeDocument/2006/relationships/tags" Target="../tags/tag134.xml"/><Relationship Id="rId109" Type="http://schemas.openxmlformats.org/officeDocument/2006/relationships/tags" Target="../tags/tag204.xml"/><Relationship Id="rId34" Type="http://schemas.openxmlformats.org/officeDocument/2006/relationships/tags" Target="../tags/tag129.xml"/><Relationship Id="rId50" Type="http://schemas.openxmlformats.org/officeDocument/2006/relationships/tags" Target="../tags/tag145.xml"/><Relationship Id="rId55" Type="http://schemas.openxmlformats.org/officeDocument/2006/relationships/tags" Target="../tags/tag150.xml"/><Relationship Id="rId76" Type="http://schemas.openxmlformats.org/officeDocument/2006/relationships/tags" Target="../tags/tag171.xml"/><Relationship Id="rId97" Type="http://schemas.openxmlformats.org/officeDocument/2006/relationships/tags" Target="../tags/tag192.xml"/><Relationship Id="rId104" Type="http://schemas.openxmlformats.org/officeDocument/2006/relationships/tags" Target="../tags/tag199.xml"/><Relationship Id="rId120" Type="http://schemas.openxmlformats.org/officeDocument/2006/relationships/tags" Target="../tags/tag215.xml"/><Relationship Id="rId125" Type="http://schemas.openxmlformats.org/officeDocument/2006/relationships/tags" Target="../tags/tag220.xml"/><Relationship Id="rId7" Type="http://schemas.openxmlformats.org/officeDocument/2006/relationships/tags" Target="../tags/tag102.xml"/><Relationship Id="rId71" Type="http://schemas.openxmlformats.org/officeDocument/2006/relationships/tags" Target="../tags/tag166.xml"/><Relationship Id="rId92" Type="http://schemas.openxmlformats.org/officeDocument/2006/relationships/tags" Target="../tags/tag187.xml"/><Relationship Id="rId2" Type="http://schemas.openxmlformats.org/officeDocument/2006/relationships/tags" Target="../tags/tag97.xml"/><Relationship Id="rId29" Type="http://schemas.openxmlformats.org/officeDocument/2006/relationships/tags" Target="../tags/tag124.xml"/><Relationship Id="rId24" Type="http://schemas.openxmlformats.org/officeDocument/2006/relationships/tags" Target="../tags/tag119.xml"/><Relationship Id="rId40" Type="http://schemas.openxmlformats.org/officeDocument/2006/relationships/tags" Target="../tags/tag135.xml"/><Relationship Id="rId45" Type="http://schemas.openxmlformats.org/officeDocument/2006/relationships/tags" Target="../tags/tag140.xml"/><Relationship Id="rId66" Type="http://schemas.openxmlformats.org/officeDocument/2006/relationships/tags" Target="../tags/tag161.xml"/><Relationship Id="rId87" Type="http://schemas.openxmlformats.org/officeDocument/2006/relationships/tags" Target="../tags/tag182.xml"/><Relationship Id="rId110" Type="http://schemas.openxmlformats.org/officeDocument/2006/relationships/tags" Target="../tags/tag205.xml"/><Relationship Id="rId115" Type="http://schemas.openxmlformats.org/officeDocument/2006/relationships/tags" Target="../tags/tag210.xml"/><Relationship Id="rId131" Type="http://schemas.openxmlformats.org/officeDocument/2006/relationships/tags" Target="../tags/tag226.xml"/><Relationship Id="rId136" Type="http://schemas.openxmlformats.org/officeDocument/2006/relationships/image" Target="../media/image2.png"/><Relationship Id="rId61" Type="http://schemas.openxmlformats.org/officeDocument/2006/relationships/tags" Target="../tags/tag156.xml"/><Relationship Id="rId82" Type="http://schemas.openxmlformats.org/officeDocument/2006/relationships/tags" Target="../tags/tag177.xml"/><Relationship Id="rId19" Type="http://schemas.openxmlformats.org/officeDocument/2006/relationships/tags" Target="../tags/tag114.xml"/><Relationship Id="rId14" Type="http://schemas.openxmlformats.org/officeDocument/2006/relationships/tags" Target="../tags/tag109.xml"/><Relationship Id="rId30" Type="http://schemas.openxmlformats.org/officeDocument/2006/relationships/tags" Target="../tags/tag125.xml"/><Relationship Id="rId35" Type="http://schemas.openxmlformats.org/officeDocument/2006/relationships/tags" Target="../tags/tag130.xml"/><Relationship Id="rId56" Type="http://schemas.openxmlformats.org/officeDocument/2006/relationships/tags" Target="../tags/tag151.xml"/><Relationship Id="rId77" Type="http://schemas.openxmlformats.org/officeDocument/2006/relationships/tags" Target="../tags/tag172.xml"/><Relationship Id="rId100" Type="http://schemas.openxmlformats.org/officeDocument/2006/relationships/tags" Target="../tags/tag195.xml"/><Relationship Id="rId105" Type="http://schemas.openxmlformats.org/officeDocument/2006/relationships/tags" Target="../tags/tag200.xml"/><Relationship Id="rId126" Type="http://schemas.openxmlformats.org/officeDocument/2006/relationships/tags" Target="../tags/tag221.xml"/><Relationship Id="rId8" Type="http://schemas.openxmlformats.org/officeDocument/2006/relationships/tags" Target="../tags/tag103.xml"/><Relationship Id="rId51" Type="http://schemas.openxmlformats.org/officeDocument/2006/relationships/tags" Target="../tags/tag146.xml"/><Relationship Id="rId72" Type="http://schemas.openxmlformats.org/officeDocument/2006/relationships/tags" Target="../tags/tag167.xml"/><Relationship Id="rId93" Type="http://schemas.openxmlformats.org/officeDocument/2006/relationships/tags" Target="../tags/tag188.xml"/><Relationship Id="rId98" Type="http://schemas.openxmlformats.org/officeDocument/2006/relationships/tags" Target="../tags/tag193.xml"/><Relationship Id="rId121" Type="http://schemas.openxmlformats.org/officeDocument/2006/relationships/tags" Target="../tags/tag216.xml"/><Relationship Id="rId3" Type="http://schemas.openxmlformats.org/officeDocument/2006/relationships/tags" Target="../tags/tag98.xml"/><Relationship Id="rId25" Type="http://schemas.openxmlformats.org/officeDocument/2006/relationships/tags" Target="../tags/tag120.xml"/><Relationship Id="rId46" Type="http://schemas.openxmlformats.org/officeDocument/2006/relationships/tags" Target="../tags/tag141.xml"/><Relationship Id="rId67" Type="http://schemas.openxmlformats.org/officeDocument/2006/relationships/tags" Target="../tags/tag162.xml"/><Relationship Id="rId116" Type="http://schemas.openxmlformats.org/officeDocument/2006/relationships/tags" Target="../tags/tag211.xml"/><Relationship Id="rId20" Type="http://schemas.openxmlformats.org/officeDocument/2006/relationships/tags" Target="../tags/tag115.xml"/><Relationship Id="rId41" Type="http://schemas.openxmlformats.org/officeDocument/2006/relationships/tags" Target="../tags/tag136.xml"/><Relationship Id="rId62" Type="http://schemas.openxmlformats.org/officeDocument/2006/relationships/tags" Target="../tags/tag157.xml"/><Relationship Id="rId83" Type="http://schemas.openxmlformats.org/officeDocument/2006/relationships/tags" Target="../tags/tag178.xml"/><Relationship Id="rId88" Type="http://schemas.openxmlformats.org/officeDocument/2006/relationships/tags" Target="../tags/tag183.xml"/><Relationship Id="rId111" Type="http://schemas.openxmlformats.org/officeDocument/2006/relationships/tags" Target="../tags/tag206.xml"/><Relationship Id="rId132" Type="http://schemas.openxmlformats.org/officeDocument/2006/relationships/tags" Target="../tags/tag227.xml"/><Relationship Id="rId15" Type="http://schemas.openxmlformats.org/officeDocument/2006/relationships/tags" Target="../tags/tag110.xml"/><Relationship Id="rId36" Type="http://schemas.openxmlformats.org/officeDocument/2006/relationships/tags" Target="../tags/tag131.xml"/><Relationship Id="rId57" Type="http://schemas.openxmlformats.org/officeDocument/2006/relationships/tags" Target="../tags/tag152.xml"/><Relationship Id="rId106" Type="http://schemas.openxmlformats.org/officeDocument/2006/relationships/tags" Target="../tags/tag201.xml"/><Relationship Id="rId127" Type="http://schemas.openxmlformats.org/officeDocument/2006/relationships/tags" Target="../tags/tag222.xml"/><Relationship Id="rId10" Type="http://schemas.openxmlformats.org/officeDocument/2006/relationships/tags" Target="../tags/tag105.xml"/><Relationship Id="rId31" Type="http://schemas.openxmlformats.org/officeDocument/2006/relationships/tags" Target="../tags/tag126.xml"/><Relationship Id="rId52" Type="http://schemas.openxmlformats.org/officeDocument/2006/relationships/tags" Target="../tags/tag147.xml"/><Relationship Id="rId73" Type="http://schemas.openxmlformats.org/officeDocument/2006/relationships/tags" Target="../tags/tag168.xml"/><Relationship Id="rId78" Type="http://schemas.openxmlformats.org/officeDocument/2006/relationships/tags" Target="../tags/tag173.xml"/><Relationship Id="rId94" Type="http://schemas.openxmlformats.org/officeDocument/2006/relationships/tags" Target="../tags/tag189.xml"/><Relationship Id="rId99" Type="http://schemas.openxmlformats.org/officeDocument/2006/relationships/tags" Target="../tags/tag194.xml"/><Relationship Id="rId101" Type="http://schemas.openxmlformats.org/officeDocument/2006/relationships/tags" Target="../tags/tag196.xml"/><Relationship Id="rId122" Type="http://schemas.openxmlformats.org/officeDocument/2006/relationships/tags" Target="../tags/tag217.xml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26" Type="http://schemas.openxmlformats.org/officeDocument/2006/relationships/tags" Target="../tags/tag121.xml"/><Relationship Id="rId47" Type="http://schemas.openxmlformats.org/officeDocument/2006/relationships/tags" Target="../tags/tag142.xml"/><Relationship Id="rId68" Type="http://schemas.openxmlformats.org/officeDocument/2006/relationships/tags" Target="../tags/tag163.xml"/><Relationship Id="rId89" Type="http://schemas.openxmlformats.org/officeDocument/2006/relationships/tags" Target="../tags/tag184.xml"/><Relationship Id="rId112" Type="http://schemas.openxmlformats.org/officeDocument/2006/relationships/tags" Target="../tags/tag207.xml"/><Relationship Id="rId133" Type="http://schemas.openxmlformats.org/officeDocument/2006/relationships/tags" Target="../tags/tag2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tags" Target="../tags/tag255.xml"/><Relationship Id="rId21" Type="http://schemas.openxmlformats.org/officeDocument/2006/relationships/tags" Target="../tags/tag250.xml"/><Relationship Id="rId42" Type="http://schemas.openxmlformats.org/officeDocument/2006/relationships/tags" Target="../tags/tag271.xml"/><Relationship Id="rId47" Type="http://schemas.openxmlformats.org/officeDocument/2006/relationships/tags" Target="../tags/tag276.xml"/><Relationship Id="rId63" Type="http://schemas.openxmlformats.org/officeDocument/2006/relationships/tags" Target="../tags/tag292.xml"/><Relationship Id="rId68" Type="http://schemas.openxmlformats.org/officeDocument/2006/relationships/tags" Target="../tags/tag297.xml"/><Relationship Id="rId84" Type="http://schemas.openxmlformats.org/officeDocument/2006/relationships/tags" Target="../tags/tag313.xml"/><Relationship Id="rId89" Type="http://schemas.openxmlformats.org/officeDocument/2006/relationships/tags" Target="../tags/tag318.xml"/><Relationship Id="rId112" Type="http://schemas.openxmlformats.org/officeDocument/2006/relationships/image" Target="../media/image23.png"/><Relationship Id="rId16" Type="http://schemas.openxmlformats.org/officeDocument/2006/relationships/tags" Target="../tags/tag245.xml"/><Relationship Id="rId107" Type="http://schemas.openxmlformats.org/officeDocument/2006/relationships/image" Target="../media/image17.png"/><Relationship Id="rId11" Type="http://schemas.openxmlformats.org/officeDocument/2006/relationships/tags" Target="../tags/tag240.xml"/><Relationship Id="rId32" Type="http://schemas.openxmlformats.org/officeDocument/2006/relationships/tags" Target="../tags/tag261.xml"/><Relationship Id="rId37" Type="http://schemas.openxmlformats.org/officeDocument/2006/relationships/tags" Target="../tags/tag266.xml"/><Relationship Id="rId53" Type="http://schemas.openxmlformats.org/officeDocument/2006/relationships/tags" Target="../tags/tag282.xml"/><Relationship Id="rId58" Type="http://schemas.openxmlformats.org/officeDocument/2006/relationships/tags" Target="../tags/tag287.xml"/><Relationship Id="rId74" Type="http://schemas.openxmlformats.org/officeDocument/2006/relationships/tags" Target="../tags/tag303.xml"/><Relationship Id="rId79" Type="http://schemas.openxmlformats.org/officeDocument/2006/relationships/tags" Target="../tags/tag308.xml"/><Relationship Id="rId102" Type="http://schemas.openxmlformats.org/officeDocument/2006/relationships/tags" Target="../tags/tag331.xml"/><Relationship Id="rId5" Type="http://schemas.openxmlformats.org/officeDocument/2006/relationships/tags" Target="../tags/tag234.xml"/><Relationship Id="rId90" Type="http://schemas.openxmlformats.org/officeDocument/2006/relationships/tags" Target="../tags/tag319.xml"/><Relationship Id="rId95" Type="http://schemas.openxmlformats.org/officeDocument/2006/relationships/tags" Target="../tags/tag324.xml"/><Relationship Id="rId22" Type="http://schemas.openxmlformats.org/officeDocument/2006/relationships/tags" Target="../tags/tag251.xml"/><Relationship Id="rId27" Type="http://schemas.openxmlformats.org/officeDocument/2006/relationships/tags" Target="../tags/tag256.xml"/><Relationship Id="rId43" Type="http://schemas.openxmlformats.org/officeDocument/2006/relationships/tags" Target="../tags/tag272.xml"/><Relationship Id="rId48" Type="http://schemas.openxmlformats.org/officeDocument/2006/relationships/tags" Target="../tags/tag277.xml"/><Relationship Id="rId64" Type="http://schemas.openxmlformats.org/officeDocument/2006/relationships/tags" Target="../tags/tag293.xml"/><Relationship Id="rId69" Type="http://schemas.openxmlformats.org/officeDocument/2006/relationships/tags" Target="../tags/tag298.xml"/><Relationship Id="rId113" Type="http://schemas.openxmlformats.org/officeDocument/2006/relationships/image" Target="../media/image24.png"/><Relationship Id="rId80" Type="http://schemas.openxmlformats.org/officeDocument/2006/relationships/tags" Target="../tags/tag309.xml"/><Relationship Id="rId85" Type="http://schemas.openxmlformats.org/officeDocument/2006/relationships/tags" Target="../tags/tag314.xml"/><Relationship Id="rId12" Type="http://schemas.openxmlformats.org/officeDocument/2006/relationships/tags" Target="../tags/tag241.xml"/><Relationship Id="rId17" Type="http://schemas.openxmlformats.org/officeDocument/2006/relationships/tags" Target="../tags/tag246.xml"/><Relationship Id="rId33" Type="http://schemas.openxmlformats.org/officeDocument/2006/relationships/tags" Target="../tags/tag262.xml"/><Relationship Id="rId38" Type="http://schemas.openxmlformats.org/officeDocument/2006/relationships/tags" Target="../tags/tag267.xml"/><Relationship Id="rId59" Type="http://schemas.openxmlformats.org/officeDocument/2006/relationships/tags" Target="../tags/tag288.xml"/><Relationship Id="rId103" Type="http://schemas.openxmlformats.org/officeDocument/2006/relationships/tags" Target="../tags/tag332.xml"/><Relationship Id="rId108" Type="http://schemas.openxmlformats.org/officeDocument/2006/relationships/image" Target="../media/image18.png"/><Relationship Id="rId54" Type="http://schemas.openxmlformats.org/officeDocument/2006/relationships/tags" Target="../tags/tag283.xml"/><Relationship Id="rId70" Type="http://schemas.openxmlformats.org/officeDocument/2006/relationships/tags" Target="../tags/tag299.xml"/><Relationship Id="rId75" Type="http://schemas.openxmlformats.org/officeDocument/2006/relationships/tags" Target="../tags/tag304.xml"/><Relationship Id="rId91" Type="http://schemas.openxmlformats.org/officeDocument/2006/relationships/tags" Target="../tags/tag320.xml"/><Relationship Id="rId96" Type="http://schemas.openxmlformats.org/officeDocument/2006/relationships/tags" Target="../tags/tag325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5" Type="http://schemas.openxmlformats.org/officeDocument/2006/relationships/tags" Target="../tags/tag244.xml"/><Relationship Id="rId23" Type="http://schemas.openxmlformats.org/officeDocument/2006/relationships/tags" Target="../tags/tag252.xml"/><Relationship Id="rId28" Type="http://schemas.openxmlformats.org/officeDocument/2006/relationships/tags" Target="../tags/tag257.xml"/><Relationship Id="rId36" Type="http://schemas.openxmlformats.org/officeDocument/2006/relationships/tags" Target="../tags/tag265.xml"/><Relationship Id="rId49" Type="http://schemas.openxmlformats.org/officeDocument/2006/relationships/tags" Target="../tags/tag278.xml"/><Relationship Id="rId57" Type="http://schemas.openxmlformats.org/officeDocument/2006/relationships/tags" Target="../tags/tag286.xml"/><Relationship Id="rId106" Type="http://schemas.openxmlformats.org/officeDocument/2006/relationships/image" Target="../media/image13.png"/><Relationship Id="rId10" Type="http://schemas.openxmlformats.org/officeDocument/2006/relationships/tags" Target="../tags/tag239.xml"/><Relationship Id="rId31" Type="http://schemas.openxmlformats.org/officeDocument/2006/relationships/tags" Target="../tags/tag260.xml"/><Relationship Id="rId44" Type="http://schemas.openxmlformats.org/officeDocument/2006/relationships/tags" Target="../tags/tag273.xml"/><Relationship Id="rId52" Type="http://schemas.openxmlformats.org/officeDocument/2006/relationships/tags" Target="../tags/tag281.xml"/><Relationship Id="rId60" Type="http://schemas.openxmlformats.org/officeDocument/2006/relationships/tags" Target="../tags/tag289.xml"/><Relationship Id="rId65" Type="http://schemas.openxmlformats.org/officeDocument/2006/relationships/tags" Target="../tags/tag294.xml"/><Relationship Id="rId73" Type="http://schemas.openxmlformats.org/officeDocument/2006/relationships/tags" Target="../tags/tag302.xml"/><Relationship Id="rId78" Type="http://schemas.openxmlformats.org/officeDocument/2006/relationships/tags" Target="../tags/tag307.xml"/><Relationship Id="rId81" Type="http://schemas.openxmlformats.org/officeDocument/2006/relationships/tags" Target="../tags/tag310.xml"/><Relationship Id="rId86" Type="http://schemas.openxmlformats.org/officeDocument/2006/relationships/tags" Target="../tags/tag315.xml"/><Relationship Id="rId94" Type="http://schemas.openxmlformats.org/officeDocument/2006/relationships/tags" Target="../tags/tag323.xml"/><Relationship Id="rId99" Type="http://schemas.openxmlformats.org/officeDocument/2006/relationships/tags" Target="../tags/tag328.xml"/><Relationship Id="rId101" Type="http://schemas.openxmlformats.org/officeDocument/2006/relationships/tags" Target="../tags/tag330.xml"/><Relationship Id="rId4" Type="http://schemas.openxmlformats.org/officeDocument/2006/relationships/tags" Target="../tags/tag233.xml"/><Relationship Id="rId9" Type="http://schemas.openxmlformats.org/officeDocument/2006/relationships/tags" Target="../tags/tag238.xml"/><Relationship Id="rId13" Type="http://schemas.openxmlformats.org/officeDocument/2006/relationships/tags" Target="../tags/tag242.xml"/><Relationship Id="rId18" Type="http://schemas.openxmlformats.org/officeDocument/2006/relationships/tags" Target="../tags/tag247.xml"/><Relationship Id="rId39" Type="http://schemas.openxmlformats.org/officeDocument/2006/relationships/tags" Target="../tags/tag268.xml"/><Relationship Id="rId109" Type="http://schemas.openxmlformats.org/officeDocument/2006/relationships/image" Target="../media/image20.png"/><Relationship Id="rId34" Type="http://schemas.openxmlformats.org/officeDocument/2006/relationships/tags" Target="../tags/tag263.xml"/><Relationship Id="rId50" Type="http://schemas.openxmlformats.org/officeDocument/2006/relationships/tags" Target="../tags/tag279.xml"/><Relationship Id="rId55" Type="http://schemas.openxmlformats.org/officeDocument/2006/relationships/tags" Target="../tags/tag284.xml"/><Relationship Id="rId76" Type="http://schemas.openxmlformats.org/officeDocument/2006/relationships/tags" Target="../tags/tag305.xml"/><Relationship Id="rId97" Type="http://schemas.openxmlformats.org/officeDocument/2006/relationships/tags" Target="../tags/tag326.xml"/><Relationship Id="rId104" Type="http://schemas.openxmlformats.org/officeDocument/2006/relationships/tags" Target="../tags/tag333.xml"/><Relationship Id="rId7" Type="http://schemas.openxmlformats.org/officeDocument/2006/relationships/tags" Target="../tags/tag236.xml"/><Relationship Id="rId71" Type="http://schemas.openxmlformats.org/officeDocument/2006/relationships/tags" Target="../tags/tag300.xml"/><Relationship Id="rId92" Type="http://schemas.openxmlformats.org/officeDocument/2006/relationships/tags" Target="../tags/tag321.xml"/><Relationship Id="rId2" Type="http://schemas.openxmlformats.org/officeDocument/2006/relationships/tags" Target="../tags/tag231.xml"/><Relationship Id="rId29" Type="http://schemas.openxmlformats.org/officeDocument/2006/relationships/tags" Target="../tags/tag258.xml"/><Relationship Id="rId24" Type="http://schemas.openxmlformats.org/officeDocument/2006/relationships/tags" Target="../tags/tag253.xml"/><Relationship Id="rId40" Type="http://schemas.openxmlformats.org/officeDocument/2006/relationships/tags" Target="../tags/tag269.xml"/><Relationship Id="rId45" Type="http://schemas.openxmlformats.org/officeDocument/2006/relationships/tags" Target="../tags/tag274.xml"/><Relationship Id="rId66" Type="http://schemas.openxmlformats.org/officeDocument/2006/relationships/tags" Target="../tags/tag295.xml"/><Relationship Id="rId87" Type="http://schemas.openxmlformats.org/officeDocument/2006/relationships/tags" Target="../tags/tag316.xml"/><Relationship Id="rId110" Type="http://schemas.openxmlformats.org/officeDocument/2006/relationships/image" Target="../media/image21.png"/><Relationship Id="rId61" Type="http://schemas.openxmlformats.org/officeDocument/2006/relationships/tags" Target="../tags/tag290.xml"/><Relationship Id="rId82" Type="http://schemas.openxmlformats.org/officeDocument/2006/relationships/tags" Target="../tags/tag311.xml"/><Relationship Id="rId19" Type="http://schemas.openxmlformats.org/officeDocument/2006/relationships/tags" Target="../tags/tag248.xml"/><Relationship Id="rId14" Type="http://schemas.openxmlformats.org/officeDocument/2006/relationships/tags" Target="../tags/tag243.xml"/><Relationship Id="rId30" Type="http://schemas.openxmlformats.org/officeDocument/2006/relationships/tags" Target="../tags/tag259.xml"/><Relationship Id="rId35" Type="http://schemas.openxmlformats.org/officeDocument/2006/relationships/tags" Target="../tags/tag264.xml"/><Relationship Id="rId56" Type="http://schemas.openxmlformats.org/officeDocument/2006/relationships/tags" Target="../tags/tag285.xml"/><Relationship Id="rId77" Type="http://schemas.openxmlformats.org/officeDocument/2006/relationships/tags" Target="../tags/tag306.xml"/><Relationship Id="rId100" Type="http://schemas.openxmlformats.org/officeDocument/2006/relationships/tags" Target="../tags/tag329.xml"/><Relationship Id="rId105" Type="http://schemas.openxmlformats.org/officeDocument/2006/relationships/slideLayout" Target="../slideLayouts/slideLayout2.xml"/><Relationship Id="rId8" Type="http://schemas.openxmlformats.org/officeDocument/2006/relationships/tags" Target="../tags/tag237.xml"/><Relationship Id="rId51" Type="http://schemas.openxmlformats.org/officeDocument/2006/relationships/tags" Target="../tags/tag280.xml"/><Relationship Id="rId72" Type="http://schemas.openxmlformats.org/officeDocument/2006/relationships/tags" Target="../tags/tag301.xml"/><Relationship Id="rId93" Type="http://schemas.openxmlformats.org/officeDocument/2006/relationships/tags" Target="../tags/tag322.xml"/><Relationship Id="rId98" Type="http://schemas.openxmlformats.org/officeDocument/2006/relationships/tags" Target="../tags/tag327.xml"/><Relationship Id="rId3" Type="http://schemas.openxmlformats.org/officeDocument/2006/relationships/tags" Target="../tags/tag232.xml"/><Relationship Id="rId25" Type="http://schemas.openxmlformats.org/officeDocument/2006/relationships/tags" Target="../tags/tag254.xml"/><Relationship Id="rId46" Type="http://schemas.openxmlformats.org/officeDocument/2006/relationships/tags" Target="../tags/tag275.xml"/><Relationship Id="rId67" Type="http://schemas.openxmlformats.org/officeDocument/2006/relationships/tags" Target="../tags/tag296.xml"/><Relationship Id="rId20" Type="http://schemas.openxmlformats.org/officeDocument/2006/relationships/tags" Target="../tags/tag249.xml"/><Relationship Id="rId41" Type="http://schemas.openxmlformats.org/officeDocument/2006/relationships/tags" Target="../tags/tag270.xml"/><Relationship Id="rId62" Type="http://schemas.openxmlformats.org/officeDocument/2006/relationships/tags" Target="../tags/tag291.xml"/><Relationship Id="rId83" Type="http://schemas.openxmlformats.org/officeDocument/2006/relationships/tags" Target="../tags/tag312.xml"/><Relationship Id="rId88" Type="http://schemas.openxmlformats.org/officeDocument/2006/relationships/tags" Target="../tags/tag317.xml"/><Relationship Id="rId11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A47CF05-BE52-90FA-5147-DA56FCE56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615" y="852285"/>
            <a:ext cx="11356770" cy="257671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latin typeface="Nunito" pitchFamily="2" charset="0"/>
              </a:rPr>
              <a:t>CS 489/698</a:t>
            </a:r>
            <a:r>
              <a:rPr lang="en-CA" sz="3200" dirty="0"/>
              <a:t>:</a:t>
            </a:r>
            <a:r>
              <a:rPr lang="zh-CN" altLang="en-US" sz="3200" dirty="0"/>
              <a:t> </a:t>
            </a:r>
            <a:r>
              <a:rPr lang="en-CA" altLang="zh-CN" sz="3200" dirty="0"/>
              <a:t>Introduction</a:t>
            </a:r>
            <a:r>
              <a:rPr lang="zh-CN" altLang="en-US" sz="3200" dirty="0"/>
              <a:t> </a:t>
            </a:r>
            <a:r>
              <a:rPr lang="en-CA" altLang="zh-CN" sz="3200" dirty="0"/>
              <a:t>to</a:t>
            </a:r>
            <a:r>
              <a:rPr lang="zh-CN" altLang="en-US" sz="3200" dirty="0"/>
              <a:t> </a:t>
            </a:r>
            <a:r>
              <a:rPr lang="en-CA" altLang="zh-CN" sz="3200" dirty="0"/>
              <a:t>Natural</a:t>
            </a:r>
            <a:r>
              <a:rPr lang="zh-CN" altLang="en-US" sz="3200" dirty="0"/>
              <a:t> </a:t>
            </a:r>
            <a:r>
              <a:rPr lang="en-CA" altLang="zh-CN" sz="3200" dirty="0"/>
              <a:t>Language</a:t>
            </a:r>
            <a:r>
              <a:rPr lang="zh-CN" altLang="en-US" sz="3200" dirty="0"/>
              <a:t> </a:t>
            </a:r>
            <a:r>
              <a:rPr lang="en-CA" altLang="zh-CN" sz="3200" dirty="0"/>
              <a:t>Processing</a:t>
            </a:r>
            <a:br>
              <a:rPr lang="en-CA" altLang="zh-CN" sz="3200" dirty="0"/>
            </a:br>
            <a:br>
              <a:rPr lang="en-CA" altLang="zh-CN" sz="3200" dirty="0"/>
            </a:br>
            <a:r>
              <a:rPr lang="en-CA" altLang="zh-CN" sz="3200" dirty="0"/>
              <a:t>Lecture </a:t>
            </a:r>
            <a:r>
              <a:rPr lang="en-US" altLang="zh-CN" sz="3200" dirty="0"/>
              <a:t>6.2: Language Modeling II</a:t>
            </a:r>
            <a:endParaRPr kumimoji="1" lang="zh-CN" altLang="en-US" sz="3200" dirty="0">
              <a:solidFill>
                <a:srgbClr val="5F86A3"/>
              </a:solidFill>
              <a:latin typeface="Nunito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B5EE4A-907F-5295-FED3-0CC20CF8B67E}"/>
              </a:ext>
            </a:extLst>
          </p:cNvPr>
          <p:cNvSpPr txBox="1">
            <a:spLocks/>
          </p:cNvSpPr>
          <p:nvPr/>
        </p:nvSpPr>
        <p:spPr>
          <a:xfrm>
            <a:off x="417615" y="4014439"/>
            <a:ext cx="11356770" cy="2304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71463">
              <a:lnSpc>
                <a:spcPct val="110000"/>
              </a:lnSpc>
            </a:pPr>
            <a:r>
              <a:rPr lang="en-US" altLang="zh-CN" dirty="0">
                <a:latin typeface="Nunito" pitchFamily="2" charset="0"/>
              </a:rPr>
              <a:t>Instructor: </a:t>
            </a:r>
            <a:r>
              <a:rPr lang="en-CA" dirty="0">
                <a:latin typeface="Nunito" pitchFamily="2" charset="0"/>
              </a:rPr>
              <a:t>Freda Shi</a:t>
            </a:r>
          </a:p>
          <a:p>
            <a:pPr defTabSz="271463">
              <a:lnSpc>
                <a:spcPct val="110000"/>
              </a:lnSpc>
            </a:pPr>
            <a:r>
              <a:rPr lang="en-CA" sz="2000" i="1" dirty="0">
                <a:latin typeface="Nunito" pitchFamily="2" charset="0"/>
                <a:hlinkClick r:id="rId3"/>
              </a:rPr>
              <a:t>fhs@uwaterloo.ca</a:t>
            </a:r>
            <a:endParaRPr lang="en-CA" sz="2000" i="1" dirty="0">
              <a:latin typeface="Nunito" pitchFamily="2" charset="0"/>
            </a:endParaRPr>
          </a:p>
          <a:p>
            <a:pPr defTabSz="271463">
              <a:lnSpc>
                <a:spcPct val="110000"/>
              </a:lnSpc>
            </a:pPr>
            <a:r>
              <a:rPr lang="en-US" altLang="zh-CN" sz="2000" i="1" dirty="0">
                <a:latin typeface="Nunito" pitchFamily="2" charset="0"/>
              </a:rPr>
              <a:t>February 4</a:t>
            </a:r>
            <a:r>
              <a:rPr lang="en-US" altLang="zh-CN" sz="2000" i="1" baseline="30000" dirty="0">
                <a:latin typeface="Nunito" pitchFamily="2" charset="0"/>
              </a:rPr>
              <a:t>th</a:t>
            </a:r>
            <a:r>
              <a:rPr lang="en-CA" sz="2000" i="1" dirty="0">
                <a:latin typeface="Nunito" pitchFamily="2" charset="0"/>
              </a:rPr>
              <a:t>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D75A6F-5017-1386-DB7C-FF6230794E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59" b="5871"/>
          <a:stretch>
            <a:fillRect/>
          </a:stretch>
        </p:blipFill>
        <p:spPr>
          <a:xfrm>
            <a:off x="9053559" y="6128089"/>
            <a:ext cx="3019497" cy="67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F86A-7F5C-B572-2836-52465C02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Outline: Neural Language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B6FCA-FB35-B10A-3BDA-10A39DB9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Neural language modeling</a:t>
            </a:r>
          </a:p>
          <a:p>
            <a:r>
              <a:rPr lang="en-CA" dirty="0"/>
              <a:t>Probing neural language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B2E49-5D55-9BB8-FCDD-0CF1BF65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527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17E99-481F-1F02-81CE-BA821891F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Recap: Language Modeling as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414A7-24A2-C343-0659-2AABADD62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51" y="2412778"/>
            <a:ext cx="11382498" cy="394357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just a probabilistic classification problem!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US" dirty="0"/>
              <a:t>We can use any tools from the previous lectures: linear model with features, neural networks,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53324-52B3-6C4A-088D-82E28FF1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</a:t>
            </a:fld>
            <a:endParaRPr lang="en-CA"/>
          </a:p>
        </p:txBody>
      </p:sp>
      <p:grpSp>
        <p:nvGrpSpPr>
          <p:cNvPr id="74" name="Group 73" descr="\documentclass{article}&#10;\usepackage{nunito}&#10;\usepackage[linguistics]{forest}&#10;\usepackage{amsmath,amssymb}&#10;\pagestyle{empty}&#10;\begin{document}&#10;&#10;\begin{align*}&#10;P(\mathbf{x}_{1:n}) = P(x_1, x_2, \ldots, x_n) = P(\texttt{&lt;/s&gt;}\mid x_1, \ldots, x_n)\prod_{i=1}^n P(x_i\mid x_1,x_2, \ldots, x_{i-1})&#10;\end{align*}&#10;&#10;&#10;\end{document}" title="IguanaTex Shape Display">
            <a:extLst>
              <a:ext uri="{FF2B5EF4-FFF2-40B4-BE49-F238E27FC236}">
                <a16:creationId xmlns:a16="http://schemas.microsoft.com/office/drawing/2014/main" id="{72EA89F0-1588-8CC0-E831-D838AABE881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90142" y="1364348"/>
            <a:ext cx="10211717" cy="833722"/>
            <a:chOff x="4540630" y="4815239"/>
            <a:chExt cx="10211717" cy="8337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F74AEA9-0111-5945-23B3-BA13EC1CD06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540630" y="5081156"/>
              <a:ext cx="216653" cy="207400"/>
            </a:xfrm>
            <a:custGeom>
              <a:avLst/>
              <a:gdLst>
                <a:gd name="csX0" fmla="*/ 79869 w 216653"/>
                <a:gd name="csY0" fmla="*/ 111534 h 207400"/>
                <a:gd name="csX1" fmla="*/ 131453 w 216653"/>
                <a:gd name="csY1" fmla="*/ 111534 h 207400"/>
                <a:gd name="csX2" fmla="*/ 216719 w 216653"/>
                <a:gd name="csY2" fmla="*/ 45943 h 207400"/>
                <a:gd name="csX3" fmla="*/ 156942 w 216653"/>
                <a:gd name="csY3" fmla="*/ 90 h 207400"/>
                <a:gd name="csX4" fmla="*/ 58628 w 216653"/>
                <a:gd name="csY4" fmla="*/ 90 h 207400"/>
                <a:gd name="csX5" fmla="*/ 49525 w 216653"/>
                <a:gd name="csY5" fmla="*/ 5860 h 207400"/>
                <a:gd name="csX6" fmla="*/ 58325 w 216653"/>
                <a:gd name="csY6" fmla="*/ 9504 h 207400"/>
                <a:gd name="csX7" fmla="*/ 71373 w 216653"/>
                <a:gd name="csY7" fmla="*/ 10111 h 207400"/>
                <a:gd name="csX8" fmla="*/ 78048 w 216653"/>
                <a:gd name="csY8" fmla="*/ 14970 h 207400"/>
                <a:gd name="csX9" fmla="*/ 76835 w 216653"/>
                <a:gd name="csY9" fmla="*/ 20739 h 207400"/>
                <a:gd name="csX10" fmla="*/ 36174 w 216653"/>
                <a:gd name="csY10" fmla="*/ 183805 h 207400"/>
                <a:gd name="csX11" fmla="*/ 8561 w 216653"/>
                <a:gd name="csY11" fmla="*/ 198077 h 207400"/>
                <a:gd name="csX12" fmla="*/ 65 w 216653"/>
                <a:gd name="csY12" fmla="*/ 203847 h 207400"/>
                <a:gd name="csX13" fmla="*/ 4617 w 216653"/>
                <a:gd name="csY13" fmla="*/ 207491 h 207400"/>
                <a:gd name="csX14" fmla="*/ 43153 w 216653"/>
                <a:gd name="csY14" fmla="*/ 206580 h 207400"/>
                <a:gd name="csX15" fmla="*/ 62573 w 216653"/>
                <a:gd name="csY15" fmla="*/ 206884 h 207400"/>
                <a:gd name="csX16" fmla="*/ 82296 w 216653"/>
                <a:gd name="csY16" fmla="*/ 207491 h 207400"/>
                <a:gd name="csX17" fmla="*/ 88365 w 216653"/>
                <a:gd name="csY17" fmla="*/ 201418 h 207400"/>
                <a:gd name="csX18" fmla="*/ 79869 w 216653"/>
                <a:gd name="csY18" fmla="*/ 198077 h 207400"/>
                <a:gd name="csX19" fmla="*/ 60146 w 216653"/>
                <a:gd name="csY19" fmla="*/ 192611 h 207400"/>
                <a:gd name="csX20" fmla="*/ 61056 w 216653"/>
                <a:gd name="csY20" fmla="*/ 187449 h 207400"/>
                <a:gd name="csX21" fmla="*/ 79869 w 216653"/>
                <a:gd name="csY21" fmla="*/ 111534 h 207400"/>
                <a:gd name="csX22" fmla="*/ 101716 w 216653"/>
                <a:gd name="csY22" fmla="*/ 21043 h 207400"/>
                <a:gd name="csX23" fmla="*/ 118102 w 216653"/>
                <a:gd name="csY23" fmla="*/ 9504 h 207400"/>
                <a:gd name="csX24" fmla="*/ 147232 w 216653"/>
                <a:gd name="csY24" fmla="*/ 9504 h 207400"/>
                <a:gd name="csX25" fmla="*/ 188499 w 216653"/>
                <a:gd name="csY25" fmla="*/ 38655 h 207400"/>
                <a:gd name="csX26" fmla="*/ 170596 w 216653"/>
                <a:gd name="csY26" fmla="*/ 87545 h 207400"/>
                <a:gd name="csX27" fmla="*/ 123867 w 216653"/>
                <a:gd name="csY27" fmla="*/ 103639 h 207400"/>
                <a:gd name="csX28" fmla="*/ 81083 w 216653"/>
                <a:gd name="csY28" fmla="*/ 103639 h 207400"/>
                <a:gd name="csX29" fmla="*/ 101716 w 216653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53" h="207400">
                  <a:moveTo>
                    <a:pt x="79869" y="111534"/>
                  </a:moveTo>
                  <a:lnTo>
                    <a:pt x="131453" y="111534"/>
                  </a:lnTo>
                  <a:cubicBezTo>
                    <a:pt x="174541" y="111534"/>
                    <a:pt x="216719" y="79953"/>
                    <a:pt x="216719" y="45943"/>
                  </a:cubicBezTo>
                  <a:cubicBezTo>
                    <a:pt x="216719" y="22561"/>
                    <a:pt x="196692" y="90"/>
                    <a:pt x="156942" y="90"/>
                  </a:cubicBezTo>
                  <a:lnTo>
                    <a:pt x="58628" y="90"/>
                  </a:lnTo>
                  <a:cubicBezTo>
                    <a:pt x="52863" y="90"/>
                    <a:pt x="49525" y="90"/>
                    <a:pt x="49525" y="5860"/>
                  </a:cubicBezTo>
                  <a:cubicBezTo>
                    <a:pt x="49525" y="9504"/>
                    <a:pt x="52256" y="9504"/>
                    <a:pt x="58325" y="9504"/>
                  </a:cubicBezTo>
                  <a:cubicBezTo>
                    <a:pt x="62270" y="9504"/>
                    <a:pt x="67731" y="9807"/>
                    <a:pt x="71373" y="10111"/>
                  </a:cubicBezTo>
                  <a:cubicBezTo>
                    <a:pt x="76228" y="10718"/>
                    <a:pt x="78048" y="11629"/>
                    <a:pt x="78048" y="14970"/>
                  </a:cubicBezTo>
                  <a:cubicBezTo>
                    <a:pt x="78048" y="16184"/>
                    <a:pt x="77745" y="17095"/>
                    <a:pt x="76835" y="20739"/>
                  </a:cubicBezTo>
                  <a:lnTo>
                    <a:pt x="36174" y="183805"/>
                  </a:lnTo>
                  <a:cubicBezTo>
                    <a:pt x="33140" y="195648"/>
                    <a:pt x="32533" y="198077"/>
                    <a:pt x="8561" y="198077"/>
                  </a:cubicBezTo>
                  <a:cubicBezTo>
                    <a:pt x="3403" y="198077"/>
                    <a:pt x="65" y="198077"/>
                    <a:pt x="65" y="203847"/>
                  </a:cubicBezTo>
                  <a:cubicBezTo>
                    <a:pt x="65" y="207491"/>
                    <a:pt x="3706" y="207491"/>
                    <a:pt x="4617" y="207491"/>
                  </a:cubicBezTo>
                  <a:cubicBezTo>
                    <a:pt x="13113" y="207491"/>
                    <a:pt x="34657" y="206580"/>
                    <a:pt x="43153" y="206580"/>
                  </a:cubicBezTo>
                  <a:cubicBezTo>
                    <a:pt x="49525" y="206580"/>
                    <a:pt x="56201" y="206884"/>
                    <a:pt x="62573" y="206884"/>
                  </a:cubicBezTo>
                  <a:cubicBezTo>
                    <a:pt x="69249" y="206884"/>
                    <a:pt x="75924" y="207491"/>
                    <a:pt x="82296" y="207491"/>
                  </a:cubicBezTo>
                  <a:cubicBezTo>
                    <a:pt x="84420" y="207491"/>
                    <a:pt x="88365" y="207491"/>
                    <a:pt x="88365" y="201418"/>
                  </a:cubicBezTo>
                  <a:cubicBezTo>
                    <a:pt x="88365" y="198077"/>
                    <a:pt x="85634" y="198077"/>
                    <a:pt x="79869" y="198077"/>
                  </a:cubicBezTo>
                  <a:cubicBezTo>
                    <a:pt x="68642" y="198077"/>
                    <a:pt x="60146" y="198077"/>
                    <a:pt x="60146" y="192611"/>
                  </a:cubicBezTo>
                  <a:cubicBezTo>
                    <a:pt x="60146" y="190789"/>
                    <a:pt x="60752" y="189271"/>
                    <a:pt x="61056" y="187449"/>
                  </a:cubicBezTo>
                  <a:lnTo>
                    <a:pt x="79869" y="111534"/>
                  </a:lnTo>
                  <a:close/>
                  <a:moveTo>
                    <a:pt x="101716" y="21043"/>
                  </a:moveTo>
                  <a:cubicBezTo>
                    <a:pt x="104447" y="10415"/>
                    <a:pt x="105054" y="9504"/>
                    <a:pt x="118102" y="9504"/>
                  </a:cubicBezTo>
                  <a:lnTo>
                    <a:pt x="147232" y="9504"/>
                  </a:lnTo>
                  <a:cubicBezTo>
                    <a:pt x="172417" y="9504"/>
                    <a:pt x="188499" y="17703"/>
                    <a:pt x="188499" y="38655"/>
                  </a:cubicBezTo>
                  <a:cubicBezTo>
                    <a:pt x="188499" y="50498"/>
                    <a:pt x="182430" y="76613"/>
                    <a:pt x="170596" y="87545"/>
                  </a:cubicBezTo>
                  <a:cubicBezTo>
                    <a:pt x="155424" y="101209"/>
                    <a:pt x="137218" y="103639"/>
                    <a:pt x="123867" y="103639"/>
                  </a:cubicBezTo>
                  <a:lnTo>
                    <a:pt x="81083" y="103639"/>
                  </a:lnTo>
                  <a:lnTo>
                    <a:pt x="101716" y="2104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EA6E1D4-8875-3AD4-6528-C1DE14508F2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795487" y="5060811"/>
              <a:ext cx="70397" cy="303661"/>
            </a:xfrm>
            <a:custGeom>
              <a:avLst/>
              <a:gdLst>
                <a:gd name="csX0" fmla="*/ 70470 w 70397"/>
                <a:gd name="csY0" fmla="*/ 300715 h 303661"/>
                <a:gd name="csX1" fmla="*/ 65312 w 70397"/>
                <a:gd name="csY1" fmla="*/ 294034 h 303661"/>
                <a:gd name="csX2" fmla="*/ 17672 w 70397"/>
                <a:gd name="csY2" fmla="*/ 151921 h 303661"/>
                <a:gd name="csX3" fmla="*/ 66526 w 70397"/>
                <a:gd name="csY3" fmla="*/ 8289 h 303661"/>
                <a:gd name="csX4" fmla="*/ 70470 w 70397"/>
                <a:gd name="csY4" fmla="*/ 3127 h 303661"/>
                <a:gd name="csX5" fmla="*/ 67436 w 70397"/>
                <a:gd name="csY5" fmla="*/ 90 h 303661"/>
                <a:gd name="csX6" fmla="*/ 19190 w 70397"/>
                <a:gd name="csY6" fmla="*/ 59304 h 303661"/>
                <a:gd name="csX7" fmla="*/ 73 w 70397"/>
                <a:gd name="csY7" fmla="*/ 151921 h 303661"/>
                <a:gd name="csX8" fmla="*/ 20100 w 70397"/>
                <a:gd name="csY8" fmla="*/ 246663 h 303661"/>
                <a:gd name="csX9" fmla="*/ 67436 w 70397"/>
                <a:gd name="csY9" fmla="*/ 303751 h 303661"/>
                <a:gd name="csX10" fmla="*/ 70470 w 70397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97" h="303661">
                  <a:moveTo>
                    <a:pt x="70470" y="300715"/>
                  </a:moveTo>
                  <a:cubicBezTo>
                    <a:pt x="70470" y="299804"/>
                    <a:pt x="70470" y="299197"/>
                    <a:pt x="65312" y="294034"/>
                  </a:cubicBezTo>
                  <a:cubicBezTo>
                    <a:pt x="27382" y="255773"/>
                    <a:pt x="17672" y="198381"/>
                    <a:pt x="17672" y="151921"/>
                  </a:cubicBezTo>
                  <a:cubicBezTo>
                    <a:pt x="17672" y="99084"/>
                    <a:pt x="29203" y="46247"/>
                    <a:pt x="66526" y="8289"/>
                  </a:cubicBezTo>
                  <a:cubicBezTo>
                    <a:pt x="70470" y="4645"/>
                    <a:pt x="70470" y="4038"/>
                    <a:pt x="70470" y="3127"/>
                  </a:cubicBezTo>
                  <a:cubicBezTo>
                    <a:pt x="70470" y="1001"/>
                    <a:pt x="69256" y="90"/>
                    <a:pt x="67436" y="90"/>
                  </a:cubicBezTo>
                  <a:cubicBezTo>
                    <a:pt x="64402" y="90"/>
                    <a:pt x="37092" y="20739"/>
                    <a:pt x="19190" y="59304"/>
                  </a:cubicBezTo>
                  <a:cubicBezTo>
                    <a:pt x="3714" y="92707"/>
                    <a:pt x="73" y="126413"/>
                    <a:pt x="73" y="151921"/>
                  </a:cubicBezTo>
                  <a:cubicBezTo>
                    <a:pt x="73" y="175606"/>
                    <a:pt x="3411" y="212349"/>
                    <a:pt x="20100" y="246663"/>
                  </a:cubicBezTo>
                  <a:cubicBezTo>
                    <a:pt x="38306" y="284013"/>
                    <a:pt x="64402" y="303751"/>
                    <a:pt x="67436" y="303751"/>
                  </a:cubicBezTo>
                  <a:cubicBezTo>
                    <a:pt x="69256" y="303751"/>
                    <a:pt x="70470" y="302840"/>
                    <a:pt x="70470" y="30071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2D51DD7-C15A-AA1E-E5B0-2A61ABABED6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890126" y="5153731"/>
              <a:ext cx="170834" cy="134825"/>
            </a:xfrm>
            <a:custGeom>
              <a:avLst/>
              <a:gdLst>
                <a:gd name="csX0" fmla="*/ 98390 w 170834"/>
                <a:gd name="csY0" fmla="*/ 60215 h 134825"/>
                <a:gd name="csX1" fmla="*/ 133892 w 170834"/>
                <a:gd name="csY1" fmla="*/ 20739 h 134825"/>
                <a:gd name="csX2" fmla="*/ 164843 w 170834"/>
                <a:gd name="csY2" fmla="*/ 14362 h 134825"/>
                <a:gd name="csX3" fmla="*/ 164843 w 170834"/>
                <a:gd name="csY3" fmla="*/ 90 h 134825"/>
                <a:gd name="csX4" fmla="*/ 136927 w 170834"/>
                <a:gd name="csY4" fmla="*/ 1001 h 134825"/>
                <a:gd name="csX5" fmla="*/ 105673 w 170834"/>
                <a:gd name="csY5" fmla="*/ 90 h 134825"/>
                <a:gd name="csX6" fmla="*/ 105673 w 170834"/>
                <a:gd name="csY6" fmla="*/ 14362 h 134825"/>
                <a:gd name="csX7" fmla="*/ 117203 w 170834"/>
                <a:gd name="csY7" fmla="*/ 17095 h 134825"/>
                <a:gd name="csX8" fmla="*/ 114776 w 170834"/>
                <a:gd name="csY8" fmla="*/ 20739 h 134825"/>
                <a:gd name="csX9" fmla="*/ 89287 w 170834"/>
                <a:gd name="csY9" fmla="*/ 49283 h 134825"/>
                <a:gd name="csX10" fmla="*/ 59550 w 170834"/>
                <a:gd name="csY10" fmla="*/ 14362 h 134825"/>
                <a:gd name="csX11" fmla="*/ 71688 w 170834"/>
                <a:gd name="csY11" fmla="*/ 14362 h 134825"/>
                <a:gd name="csX12" fmla="*/ 71688 w 170834"/>
                <a:gd name="csY12" fmla="*/ 90 h 134825"/>
                <a:gd name="csX13" fmla="*/ 34972 w 170834"/>
                <a:gd name="csY13" fmla="*/ 1001 h 134825"/>
                <a:gd name="csX14" fmla="*/ 1594 w 170834"/>
                <a:gd name="csY14" fmla="*/ 90 h 134825"/>
                <a:gd name="csX15" fmla="*/ 1594 w 170834"/>
                <a:gd name="csY15" fmla="*/ 14362 h 134825"/>
                <a:gd name="csX16" fmla="*/ 23138 w 170834"/>
                <a:gd name="csY16" fmla="*/ 14362 h 134825"/>
                <a:gd name="csX17" fmla="*/ 70474 w 170834"/>
                <a:gd name="csY17" fmla="*/ 70236 h 134825"/>
                <a:gd name="csX18" fmla="*/ 30724 w 170834"/>
                <a:gd name="csY18" fmla="*/ 114874 h 134825"/>
                <a:gd name="csX19" fmla="*/ 77 w 170834"/>
                <a:gd name="csY19" fmla="*/ 120644 h 134825"/>
                <a:gd name="csX20" fmla="*/ 77 w 170834"/>
                <a:gd name="csY20" fmla="*/ 134916 h 134825"/>
                <a:gd name="csX21" fmla="*/ 27993 w 170834"/>
                <a:gd name="csY21" fmla="*/ 134005 h 134825"/>
                <a:gd name="csX22" fmla="*/ 59247 w 170834"/>
                <a:gd name="csY22" fmla="*/ 134916 h 134825"/>
                <a:gd name="csX23" fmla="*/ 59247 w 170834"/>
                <a:gd name="csY23" fmla="*/ 120644 h 134825"/>
                <a:gd name="csX24" fmla="*/ 48020 w 170834"/>
                <a:gd name="csY24" fmla="*/ 117303 h 134825"/>
                <a:gd name="csX25" fmla="*/ 50144 w 170834"/>
                <a:gd name="csY25" fmla="*/ 114267 h 134825"/>
                <a:gd name="csX26" fmla="*/ 79577 w 170834"/>
                <a:gd name="csY26" fmla="*/ 81168 h 134825"/>
                <a:gd name="csX27" fmla="*/ 112955 w 170834"/>
                <a:gd name="csY27" fmla="*/ 120644 h 134825"/>
                <a:gd name="csX28" fmla="*/ 101121 w 170834"/>
                <a:gd name="csY28" fmla="*/ 120644 h 134825"/>
                <a:gd name="csX29" fmla="*/ 101121 w 170834"/>
                <a:gd name="csY29" fmla="*/ 134916 h 134825"/>
                <a:gd name="csX30" fmla="*/ 137533 w 170834"/>
                <a:gd name="csY30" fmla="*/ 134005 h 134825"/>
                <a:gd name="csX31" fmla="*/ 170911 w 170834"/>
                <a:gd name="csY31" fmla="*/ 134916 h 134825"/>
                <a:gd name="csX32" fmla="*/ 170911 w 170834"/>
                <a:gd name="csY32" fmla="*/ 120644 h 134825"/>
                <a:gd name="csX33" fmla="*/ 149367 w 170834"/>
                <a:gd name="csY33" fmla="*/ 120644 h 134825"/>
                <a:gd name="csX34" fmla="*/ 98390 w 170834"/>
                <a:gd name="csY34" fmla="*/ 60215 h 134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834" h="134825">
                  <a:moveTo>
                    <a:pt x="98390" y="60215"/>
                  </a:moveTo>
                  <a:lnTo>
                    <a:pt x="133892" y="20739"/>
                  </a:lnTo>
                  <a:cubicBezTo>
                    <a:pt x="137837" y="16488"/>
                    <a:pt x="139658" y="14362"/>
                    <a:pt x="164843" y="14362"/>
                  </a:cubicBezTo>
                  <a:lnTo>
                    <a:pt x="164843" y="90"/>
                  </a:lnTo>
                  <a:cubicBezTo>
                    <a:pt x="154222" y="697"/>
                    <a:pt x="138444" y="1001"/>
                    <a:pt x="136927" y="1001"/>
                  </a:cubicBezTo>
                  <a:cubicBezTo>
                    <a:pt x="129341" y="1001"/>
                    <a:pt x="114169" y="394"/>
                    <a:pt x="105673" y="90"/>
                  </a:cubicBezTo>
                  <a:lnTo>
                    <a:pt x="105673" y="14362"/>
                  </a:lnTo>
                  <a:cubicBezTo>
                    <a:pt x="109921" y="14362"/>
                    <a:pt x="113562" y="14970"/>
                    <a:pt x="117203" y="17095"/>
                  </a:cubicBezTo>
                  <a:cubicBezTo>
                    <a:pt x="115990" y="18917"/>
                    <a:pt x="115990" y="19524"/>
                    <a:pt x="114776" y="20739"/>
                  </a:cubicBezTo>
                  <a:lnTo>
                    <a:pt x="89287" y="49283"/>
                  </a:lnTo>
                  <a:lnTo>
                    <a:pt x="59550" y="14362"/>
                  </a:lnTo>
                  <a:lnTo>
                    <a:pt x="71688" y="14362"/>
                  </a:lnTo>
                  <a:lnTo>
                    <a:pt x="71688" y="90"/>
                  </a:lnTo>
                  <a:cubicBezTo>
                    <a:pt x="63799" y="394"/>
                    <a:pt x="44682" y="1001"/>
                    <a:pt x="34972" y="1001"/>
                  </a:cubicBezTo>
                  <a:cubicBezTo>
                    <a:pt x="25262" y="1001"/>
                    <a:pt x="11608" y="394"/>
                    <a:pt x="1594" y="90"/>
                  </a:cubicBezTo>
                  <a:lnTo>
                    <a:pt x="1594" y="14362"/>
                  </a:lnTo>
                  <a:lnTo>
                    <a:pt x="23138" y="14362"/>
                  </a:lnTo>
                  <a:lnTo>
                    <a:pt x="70474" y="70236"/>
                  </a:lnTo>
                  <a:lnTo>
                    <a:pt x="30724" y="114874"/>
                  </a:lnTo>
                  <a:cubicBezTo>
                    <a:pt x="25566" y="120644"/>
                    <a:pt x="14642" y="120644"/>
                    <a:pt x="77" y="120644"/>
                  </a:cubicBezTo>
                  <a:lnTo>
                    <a:pt x="77" y="134916"/>
                  </a:lnTo>
                  <a:cubicBezTo>
                    <a:pt x="10697" y="134308"/>
                    <a:pt x="26476" y="134005"/>
                    <a:pt x="27993" y="134005"/>
                  </a:cubicBezTo>
                  <a:cubicBezTo>
                    <a:pt x="35579" y="134005"/>
                    <a:pt x="53178" y="134612"/>
                    <a:pt x="59247" y="134916"/>
                  </a:cubicBezTo>
                  <a:lnTo>
                    <a:pt x="59247" y="120644"/>
                  </a:lnTo>
                  <a:cubicBezTo>
                    <a:pt x="53785" y="120644"/>
                    <a:pt x="48020" y="119125"/>
                    <a:pt x="48020" y="117303"/>
                  </a:cubicBezTo>
                  <a:cubicBezTo>
                    <a:pt x="48020" y="117000"/>
                    <a:pt x="48020" y="116696"/>
                    <a:pt x="50144" y="114267"/>
                  </a:cubicBezTo>
                  <a:lnTo>
                    <a:pt x="79577" y="81168"/>
                  </a:lnTo>
                  <a:lnTo>
                    <a:pt x="112955" y="120644"/>
                  </a:lnTo>
                  <a:lnTo>
                    <a:pt x="101121" y="120644"/>
                  </a:lnTo>
                  <a:lnTo>
                    <a:pt x="101121" y="134916"/>
                  </a:lnTo>
                  <a:cubicBezTo>
                    <a:pt x="109010" y="134612"/>
                    <a:pt x="127520" y="134005"/>
                    <a:pt x="137533" y="134005"/>
                  </a:cubicBezTo>
                  <a:cubicBezTo>
                    <a:pt x="147243" y="134005"/>
                    <a:pt x="160898" y="134612"/>
                    <a:pt x="170911" y="134916"/>
                  </a:cubicBezTo>
                  <a:lnTo>
                    <a:pt x="170911" y="120644"/>
                  </a:lnTo>
                  <a:lnTo>
                    <a:pt x="149367" y="120644"/>
                  </a:lnTo>
                  <a:lnTo>
                    <a:pt x="98390" y="60215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1AC715A-0ABD-EA0C-049E-419A3BB298F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090770" y="5192964"/>
              <a:ext cx="77315" cy="141141"/>
            </a:xfrm>
            <a:custGeom>
              <a:avLst/>
              <a:gdLst>
                <a:gd name="csX0" fmla="*/ 48087 w 77315"/>
                <a:gd name="csY0" fmla="*/ 6043 h 141141"/>
                <a:gd name="csX1" fmla="*/ 41714 w 77315"/>
                <a:gd name="csY1" fmla="*/ 92 h 141141"/>
                <a:gd name="csX2" fmla="*/ 83 w 77315"/>
                <a:gd name="csY2" fmla="*/ 13696 h 141141"/>
                <a:gd name="csX3" fmla="*/ 83 w 77315"/>
                <a:gd name="csY3" fmla="*/ 21348 h 141141"/>
                <a:gd name="csX4" fmla="*/ 30882 w 77315"/>
                <a:gd name="csY4" fmla="*/ 15396 h 141141"/>
                <a:gd name="csX5" fmla="*/ 30882 w 77315"/>
                <a:gd name="csY5" fmla="*/ 123803 h 141141"/>
                <a:gd name="csX6" fmla="*/ 9641 w 77315"/>
                <a:gd name="csY6" fmla="*/ 133581 h 141141"/>
                <a:gd name="csX7" fmla="*/ 1570 w 77315"/>
                <a:gd name="csY7" fmla="*/ 133581 h 141141"/>
                <a:gd name="csX8" fmla="*/ 1570 w 77315"/>
                <a:gd name="csY8" fmla="*/ 141233 h 141141"/>
                <a:gd name="csX9" fmla="*/ 39378 w 77315"/>
                <a:gd name="csY9" fmla="*/ 140383 h 141141"/>
                <a:gd name="csX10" fmla="*/ 77398 w 77315"/>
                <a:gd name="csY10" fmla="*/ 141233 h 141141"/>
                <a:gd name="csX11" fmla="*/ 77398 w 77315"/>
                <a:gd name="csY11" fmla="*/ 133581 h 141141"/>
                <a:gd name="csX12" fmla="*/ 69327 w 77315"/>
                <a:gd name="csY12" fmla="*/ 133581 h 141141"/>
                <a:gd name="csX13" fmla="*/ 48087 w 77315"/>
                <a:gd name="csY13" fmla="*/ 123803 h 141141"/>
                <a:gd name="csX14" fmla="*/ 48087 w 77315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15" h="141141">
                  <a:moveTo>
                    <a:pt x="48087" y="6043"/>
                  </a:moveTo>
                  <a:cubicBezTo>
                    <a:pt x="48087" y="304"/>
                    <a:pt x="47662" y="92"/>
                    <a:pt x="41714" y="92"/>
                  </a:cubicBezTo>
                  <a:cubicBezTo>
                    <a:pt x="28120" y="13483"/>
                    <a:pt x="8792" y="13696"/>
                    <a:pt x="83" y="13696"/>
                  </a:cubicBezTo>
                  <a:lnTo>
                    <a:pt x="83" y="21348"/>
                  </a:lnTo>
                  <a:cubicBezTo>
                    <a:pt x="5181" y="21348"/>
                    <a:pt x="19199" y="21348"/>
                    <a:pt x="30882" y="15396"/>
                  </a:cubicBezTo>
                  <a:lnTo>
                    <a:pt x="30882" y="123803"/>
                  </a:lnTo>
                  <a:cubicBezTo>
                    <a:pt x="30882" y="130818"/>
                    <a:pt x="30882" y="133581"/>
                    <a:pt x="9641" y="133581"/>
                  </a:cubicBezTo>
                  <a:lnTo>
                    <a:pt x="1570" y="133581"/>
                  </a:lnTo>
                  <a:lnTo>
                    <a:pt x="1570" y="141233"/>
                  </a:lnTo>
                  <a:cubicBezTo>
                    <a:pt x="5393" y="141021"/>
                    <a:pt x="31519" y="140383"/>
                    <a:pt x="39378" y="140383"/>
                  </a:cubicBezTo>
                  <a:cubicBezTo>
                    <a:pt x="45963" y="140383"/>
                    <a:pt x="72726" y="141021"/>
                    <a:pt x="77398" y="141233"/>
                  </a:cubicBezTo>
                  <a:lnTo>
                    <a:pt x="77398" y="133581"/>
                  </a:lnTo>
                  <a:lnTo>
                    <a:pt x="69327" y="133581"/>
                  </a:lnTo>
                  <a:cubicBezTo>
                    <a:pt x="48087" y="133581"/>
                    <a:pt x="48087" y="130818"/>
                    <a:pt x="48087" y="123803"/>
                  </a:cubicBezTo>
                  <a:lnTo>
                    <a:pt x="48087" y="604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1367CEA-8178-155A-1358-45C2F52EB69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210662" y="5242491"/>
              <a:ext cx="24426" cy="91614"/>
            </a:xfrm>
            <a:custGeom>
              <a:avLst/>
              <a:gdLst>
                <a:gd name="csX0" fmla="*/ 24514 w 24426"/>
                <a:gd name="csY0" fmla="*/ 12420 h 91614"/>
                <a:gd name="csX1" fmla="*/ 12406 w 24426"/>
                <a:gd name="csY1" fmla="*/ 92 h 91614"/>
                <a:gd name="csX2" fmla="*/ 87 w 24426"/>
                <a:gd name="csY2" fmla="*/ 12208 h 91614"/>
                <a:gd name="csX3" fmla="*/ 12194 w 24426"/>
                <a:gd name="csY3" fmla="*/ 24536 h 91614"/>
                <a:gd name="csX4" fmla="*/ 24514 w 24426"/>
                <a:gd name="csY4" fmla="*/ 12420 h 91614"/>
                <a:gd name="csX5" fmla="*/ 24514 w 24426"/>
                <a:gd name="csY5" fmla="*/ 79590 h 91614"/>
                <a:gd name="csX6" fmla="*/ 12406 w 24426"/>
                <a:gd name="csY6" fmla="*/ 67262 h 91614"/>
                <a:gd name="csX7" fmla="*/ 87 w 24426"/>
                <a:gd name="csY7" fmla="*/ 79378 h 91614"/>
                <a:gd name="csX8" fmla="*/ 12194 w 24426"/>
                <a:gd name="csY8" fmla="*/ 91706 h 91614"/>
                <a:gd name="csX9" fmla="*/ 24514 w 24426"/>
                <a:gd name="csY9" fmla="*/ 79590 h 91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426" h="91614">
                  <a:moveTo>
                    <a:pt x="24514" y="12420"/>
                  </a:moveTo>
                  <a:cubicBezTo>
                    <a:pt x="24514" y="4981"/>
                    <a:pt x="18566" y="92"/>
                    <a:pt x="12406" y="92"/>
                  </a:cubicBezTo>
                  <a:cubicBezTo>
                    <a:pt x="4972" y="92"/>
                    <a:pt x="87" y="6043"/>
                    <a:pt x="87" y="12208"/>
                  </a:cubicBezTo>
                  <a:cubicBezTo>
                    <a:pt x="87" y="19647"/>
                    <a:pt x="6034" y="24536"/>
                    <a:pt x="12194" y="24536"/>
                  </a:cubicBezTo>
                  <a:cubicBezTo>
                    <a:pt x="19628" y="24536"/>
                    <a:pt x="24514" y="18585"/>
                    <a:pt x="24514" y="12420"/>
                  </a:cubicBezTo>
                  <a:close/>
                  <a:moveTo>
                    <a:pt x="24514" y="79590"/>
                  </a:moveTo>
                  <a:cubicBezTo>
                    <a:pt x="24514" y="72151"/>
                    <a:pt x="18566" y="67262"/>
                    <a:pt x="12406" y="67262"/>
                  </a:cubicBezTo>
                  <a:cubicBezTo>
                    <a:pt x="4972" y="67262"/>
                    <a:pt x="87" y="73213"/>
                    <a:pt x="87" y="79378"/>
                  </a:cubicBezTo>
                  <a:cubicBezTo>
                    <a:pt x="87" y="86817"/>
                    <a:pt x="6034" y="91706"/>
                    <a:pt x="12194" y="91706"/>
                  </a:cubicBezTo>
                  <a:cubicBezTo>
                    <a:pt x="19628" y="91706"/>
                    <a:pt x="24514" y="85755"/>
                    <a:pt x="24514" y="79590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4ABB63-A8D4-6A87-6200-1C66D88DB87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267250" y="5240366"/>
              <a:ext cx="129779" cy="95865"/>
            </a:xfrm>
            <a:custGeom>
              <a:avLst/>
              <a:gdLst>
                <a:gd name="csX0" fmla="*/ 16020 w 129779"/>
                <a:gd name="csY0" fmla="*/ 80440 h 95865"/>
                <a:gd name="csX1" fmla="*/ 13896 w 129779"/>
                <a:gd name="csY1" fmla="*/ 89156 h 95865"/>
                <a:gd name="csX2" fmla="*/ 21117 w 129779"/>
                <a:gd name="csY2" fmla="*/ 95958 h 95865"/>
                <a:gd name="csX3" fmla="*/ 29401 w 129779"/>
                <a:gd name="csY3" fmla="*/ 91281 h 95865"/>
                <a:gd name="csX4" fmla="*/ 33224 w 129779"/>
                <a:gd name="csY4" fmla="*/ 78102 h 95865"/>
                <a:gd name="csX5" fmla="*/ 37897 w 129779"/>
                <a:gd name="csY5" fmla="*/ 58972 h 95865"/>
                <a:gd name="csX6" fmla="*/ 41508 w 129779"/>
                <a:gd name="csY6" fmla="*/ 44730 h 95865"/>
                <a:gd name="csX7" fmla="*/ 50429 w 129779"/>
                <a:gd name="csY7" fmla="*/ 25599 h 95865"/>
                <a:gd name="csX8" fmla="*/ 82290 w 129779"/>
                <a:gd name="csY8" fmla="*/ 6043 h 95865"/>
                <a:gd name="csX9" fmla="*/ 94822 w 129779"/>
                <a:gd name="csY9" fmla="*/ 20923 h 95865"/>
                <a:gd name="csX10" fmla="*/ 82290 w 129779"/>
                <a:gd name="csY10" fmla="*/ 66199 h 95865"/>
                <a:gd name="csX11" fmla="*/ 79104 w 129779"/>
                <a:gd name="csY11" fmla="*/ 77677 h 95865"/>
                <a:gd name="csX12" fmla="*/ 99282 w 129779"/>
                <a:gd name="csY12" fmla="*/ 95958 h 95865"/>
                <a:gd name="csX13" fmla="*/ 129869 w 129779"/>
                <a:gd name="csY13" fmla="*/ 63435 h 95865"/>
                <a:gd name="csX14" fmla="*/ 126470 w 129779"/>
                <a:gd name="csY14" fmla="*/ 60672 h 95865"/>
                <a:gd name="csX15" fmla="*/ 122435 w 129779"/>
                <a:gd name="csY15" fmla="*/ 64286 h 95865"/>
                <a:gd name="csX16" fmla="*/ 99920 w 129779"/>
                <a:gd name="csY16" fmla="*/ 90006 h 95865"/>
                <a:gd name="csX17" fmla="*/ 94610 w 129779"/>
                <a:gd name="csY17" fmla="*/ 82566 h 95865"/>
                <a:gd name="csX18" fmla="*/ 99495 w 129779"/>
                <a:gd name="csY18" fmla="*/ 65348 h 95865"/>
                <a:gd name="csX19" fmla="*/ 110752 w 129779"/>
                <a:gd name="csY19" fmla="*/ 24324 h 95865"/>
                <a:gd name="csX20" fmla="*/ 83140 w 129779"/>
                <a:gd name="csY20" fmla="*/ 92 h 95865"/>
                <a:gd name="csX21" fmla="*/ 47243 w 129779"/>
                <a:gd name="csY21" fmla="*/ 19435 h 95865"/>
                <a:gd name="csX22" fmla="*/ 24516 w 129779"/>
                <a:gd name="csY22" fmla="*/ 92 h 95865"/>
                <a:gd name="csX23" fmla="*/ 7736 w 129779"/>
                <a:gd name="csY23" fmla="*/ 11570 h 95865"/>
                <a:gd name="csX24" fmla="*/ 89 w 129779"/>
                <a:gd name="csY24" fmla="*/ 32614 h 95865"/>
                <a:gd name="csX25" fmla="*/ 3700 w 129779"/>
                <a:gd name="csY25" fmla="*/ 35377 h 95865"/>
                <a:gd name="csX26" fmla="*/ 8373 w 129779"/>
                <a:gd name="csY26" fmla="*/ 29000 h 95865"/>
                <a:gd name="csX27" fmla="*/ 23879 w 129779"/>
                <a:gd name="csY27" fmla="*/ 6043 h 95865"/>
                <a:gd name="csX28" fmla="*/ 30888 w 129779"/>
                <a:gd name="csY28" fmla="*/ 16459 h 95865"/>
                <a:gd name="csX29" fmla="*/ 27489 w 129779"/>
                <a:gd name="csY29" fmla="*/ 34102 h 95865"/>
                <a:gd name="csX30" fmla="*/ 22817 w 129779"/>
                <a:gd name="csY30" fmla="*/ 53232 h 95865"/>
                <a:gd name="csX31" fmla="*/ 16020 w 129779"/>
                <a:gd name="csY31" fmla="*/ 80440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79" h="95865">
                  <a:moveTo>
                    <a:pt x="16020" y="80440"/>
                  </a:moveTo>
                  <a:cubicBezTo>
                    <a:pt x="15170" y="83204"/>
                    <a:pt x="13896" y="88518"/>
                    <a:pt x="13896" y="89156"/>
                  </a:cubicBezTo>
                  <a:cubicBezTo>
                    <a:pt x="13896" y="93832"/>
                    <a:pt x="17719" y="95958"/>
                    <a:pt x="21117" y="95958"/>
                  </a:cubicBezTo>
                  <a:cubicBezTo>
                    <a:pt x="24941" y="95958"/>
                    <a:pt x="28339" y="93194"/>
                    <a:pt x="29401" y="91281"/>
                  </a:cubicBezTo>
                  <a:cubicBezTo>
                    <a:pt x="30463" y="89368"/>
                    <a:pt x="32162" y="82566"/>
                    <a:pt x="33224" y="78102"/>
                  </a:cubicBezTo>
                  <a:cubicBezTo>
                    <a:pt x="34286" y="74064"/>
                    <a:pt x="36623" y="64286"/>
                    <a:pt x="37897" y="58972"/>
                  </a:cubicBezTo>
                  <a:cubicBezTo>
                    <a:pt x="39172" y="54295"/>
                    <a:pt x="40446" y="49619"/>
                    <a:pt x="41508" y="44730"/>
                  </a:cubicBezTo>
                  <a:cubicBezTo>
                    <a:pt x="43845" y="36015"/>
                    <a:pt x="44269" y="34314"/>
                    <a:pt x="50429" y="25599"/>
                  </a:cubicBezTo>
                  <a:cubicBezTo>
                    <a:pt x="56377" y="17097"/>
                    <a:pt x="66360" y="6043"/>
                    <a:pt x="82290" y="6043"/>
                  </a:cubicBezTo>
                  <a:cubicBezTo>
                    <a:pt x="94610" y="6043"/>
                    <a:pt x="94822" y="16884"/>
                    <a:pt x="94822" y="20923"/>
                  </a:cubicBezTo>
                  <a:cubicBezTo>
                    <a:pt x="94822" y="33677"/>
                    <a:pt x="85689" y="57271"/>
                    <a:pt x="82290" y="66199"/>
                  </a:cubicBezTo>
                  <a:cubicBezTo>
                    <a:pt x="79954" y="72150"/>
                    <a:pt x="79104" y="74064"/>
                    <a:pt x="79104" y="77677"/>
                  </a:cubicBezTo>
                  <a:cubicBezTo>
                    <a:pt x="79104" y="88943"/>
                    <a:pt x="88450" y="95958"/>
                    <a:pt x="99282" y="95958"/>
                  </a:cubicBezTo>
                  <a:cubicBezTo>
                    <a:pt x="120523" y="95958"/>
                    <a:pt x="129869" y="66624"/>
                    <a:pt x="129869" y="63435"/>
                  </a:cubicBezTo>
                  <a:cubicBezTo>
                    <a:pt x="129869" y="60672"/>
                    <a:pt x="127108" y="60672"/>
                    <a:pt x="126470" y="60672"/>
                  </a:cubicBezTo>
                  <a:cubicBezTo>
                    <a:pt x="123497" y="60672"/>
                    <a:pt x="123284" y="61947"/>
                    <a:pt x="122435" y="64286"/>
                  </a:cubicBezTo>
                  <a:cubicBezTo>
                    <a:pt x="117549" y="81291"/>
                    <a:pt x="108416" y="90006"/>
                    <a:pt x="99920" y="90006"/>
                  </a:cubicBezTo>
                  <a:cubicBezTo>
                    <a:pt x="95459" y="90006"/>
                    <a:pt x="94610" y="87030"/>
                    <a:pt x="94610" y="82566"/>
                  </a:cubicBezTo>
                  <a:cubicBezTo>
                    <a:pt x="94610" y="77677"/>
                    <a:pt x="95672" y="74914"/>
                    <a:pt x="99495" y="65348"/>
                  </a:cubicBezTo>
                  <a:cubicBezTo>
                    <a:pt x="102044" y="58759"/>
                    <a:pt x="110752" y="36227"/>
                    <a:pt x="110752" y="24324"/>
                  </a:cubicBezTo>
                  <a:cubicBezTo>
                    <a:pt x="110752" y="3705"/>
                    <a:pt x="94397" y="92"/>
                    <a:pt x="83140" y="92"/>
                  </a:cubicBezTo>
                  <a:cubicBezTo>
                    <a:pt x="65510" y="92"/>
                    <a:pt x="53615" y="10932"/>
                    <a:pt x="47243" y="19435"/>
                  </a:cubicBezTo>
                  <a:cubicBezTo>
                    <a:pt x="45756" y="4768"/>
                    <a:pt x="33224" y="92"/>
                    <a:pt x="24516" y="92"/>
                  </a:cubicBezTo>
                  <a:cubicBezTo>
                    <a:pt x="15382" y="92"/>
                    <a:pt x="10497" y="6681"/>
                    <a:pt x="7736" y="11570"/>
                  </a:cubicBezTo>
                  <a:cubicBezTo>
                    <a:pt x="3063" y="19435"/>
                    <a:pt x="89" y="31551"/>
                    <a:pt x="89" y="32614"/>
                  </a:cubicBezTo>
                  <a:cubicBezTo>
                    <a:pt x="89" y="35377"/>
                    <a:pt x="3063" y="35377"/>
                    <a:pt x="3700" y="35377"/>
                  </a:cubicBezTo>
                  <a:cubicBezTo>
                    <a:pt x="6674" y="35377"/>
                    <a:pt x="6886" y="34739"/>
                    <a:pt x="8373" y="29000"/>
                  </a:cubicBezTo>
                  <a:cubicBezTo>
                    <a:pt x="11559" y="16459"/>
                    <a:pt x="15595" y="6043"/>
                    <a:pt x="23879" y="6043"/>
                  </a:cubicBezTo>
                  <a:cubicBezTo>
                    <a:pt x="29401" y="6043"/>
                    <a:pt x="30888" y="10720"/>
                    <a:pt x="30888" y="16459"/>
                  </a:cubicBezTo>
                  <a:cubicBezTo>
                    <a:pt x="30888" y="20498"/>
                    <a:pt x="28976" y="28363"/>
                    <a:pt x="27489" y="34102"/>
                  </a:cubicBezTo>
                  <a:cubicBezTo>
                    <a:pt x="26003" y="39841"/>
                    <a:pt x="23879" y="48556"/>
                    <a:pt x="22817" y="53232"/>
                  </a:cubicBezTo>
                  <a:lnTo>
                    <a:pt x="16020" y="80440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779EAAB-BAA2-BA04-E611-2ABBC2D636D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439733" y="5060811"/>
              <a:ext cx="70397" cy="303661"/>
            </a:xfrm>
            <a:custGeom>
              <a:avLst/>
              <a:gdLst>
                <a:gd name="csX0" fmla="*/ 70492 w 70397"/>
                <a:gd name="csY0" fmla="*/ 151921 h 303661"/>
                <a:gd name="csX1" fmla="*/ 50465 w 70397"/>
                <a:gd name="csY1" fmla="*/ 57178 h 303661"/>
                <a:gd name="csX2" fmla="*/ 3129 w 70397"/>
                <a:gd name="csY2" fmla="*/ 90 h 303661"/>
                <a:gd name="csX3" fmla="*/ 95 w 70397"/>
                <a:gd name="csY3" fmla="*/ 3127 h 303661"/>
                <a:gd name="csX4" fmla="*/ 5860 w 70397"/>
                <a:gd name="csY4" fmla="*/ 10111 h 303661"/>
                <a:gd name="csX5" fmla="*/ 52893 w 70397"/>
                <a:gd name="csY5" fmla="*/ 151921 h 303661"/>
                <a:gd name="csX6" fmla="*/ 4039 w 70397"/>
                <a:gd name="csY6" fmla="*/ 295553 h 303661"/>
                <a:gd name="csX7" fmla="*/ 95 w 70397"/>
                <a:gd name="csY7" fmla="*/ 300715 h 303661"/>
                <a:gd name="csX8" fmla="*/ 3129 w 70397"/>
                <a:gd name="csY8" fmla="*/ 303751 h 303661"/>
                <a:gd name="csX9" fmla="*/ 51375 w 70397"/>
                <a:gd name="csY9" fmla="*/ 244538 h 303661"/>
                <a:gd name="csX10" fmla="*/ 70492 w 70397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97" h="303661">
                  <a:moveTo>
                    <a:pt x="70492" y="151921"/>
                  </a:moveTo>
                  <a:cubicBezTo>
                    <a:pt x="70492" y="128235"/>
                    <a:pt x="67154" y="91492"/>
                    <a:pt x="50465" y="57178"/>
                  </a:cubicBezTo>
                  <a:cubicBezTo>
                    <a:pt x="32259" y="19828"/>
                    <a:pt x="6163" y="90"/>
                    <a:pt x="3129" y="90"/>
                  </a:cubicBezTo>
                  <a:cubicBezTo>
                    <a:pt x="1308" y="90"/>
                    <a:pt x="95" y="1305"/>
                    <a:pt x="95" y="3127"/>
                  </a:cubicBezTo>
                  <a:cubicBezTo>
                    <a:pt x="95" y="4038"/>
                    <a:pt x="95" y="4645"/>
                    <a:pt x="5860" y="10111"/>
                  </a:cubicBezTo>
                  <a:cubicBezTo>
                    <a:pt x="35597" y="40173"/>
                    <a:pt x="52893" y="88456"/>
                    <a:pt x="52893" y="151921"/>
                  </a:cubicBezTo>
                  <a:cubicBezTo>
                    <a:pt x="52893" y="203847"/>
                    <a:pt x="41665" y="257291"/>
                    <a:pt x="4039" y="295553"/>
                  </a:cubicBezTo>
                  <a:cubicBezTo>
                    <a:pt x="95" y="299197"/>
                    <a:pt x="95" y="299804"/>
                    <a:pt x="95" y="300715"/>
                  </a:cubicBezTo>
                  <a:cubicBezTo>
                    <a:pt x="95" y="302537"/>
                    <a:pt x="1308" y="303751"/>
                    <a:pt x="3129" y="303751"/>
                  </a:cubicBezTo>
                  <a:cubicBezTo>
                    <a:pt x="6163" y="303751"/>
                    <a:pt x="33473" y="283102"/>
                    <a:pt x="51375" y="244538"/>
                  </a:cubicBezTo>
                  <a:cubicBezTo>
                    <a:pt x="66851" y="211135"/>
                    <a:pt x="70492" y="177428"/>
                    <a:pt x="70492" y="151921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619346-28C5-785B-4B8C-4F868C3B5EA9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641718" y="5177113"/>
              <a:ext cx="201784" cy="71056"/>
            </a:xfrm>
            <a:custGeom>
              <a:avLst/>
              <a:gdLst>
                <a:gd name="csX0" fmla="*/ 191569 w 201784"/>
                <a:gd name="csY0" fmla="*/ 12237 h 71056"/>
                <a:gd name="csX1" fmla="*/ 201886 w 201784"/>
                <a:gd name="csY1" fmla="*/ 6163 h 71056"/>
                <a:gd name="csX2" fmla="*/ 191873 w 201784"/>
                <a:gd name="csY2" fmla="*/ 90 h 71056"/>
                <a:gd name="csX3" fmla="*/ 10115 w 201784"/>
                <a:gd name="csY3" fmla="*/ 90 h 71056"/>
                <a:gd name="csX4" fmla="*/ 101 w 201784"/>
                <a:gd name="csY4" fmla="*/ 6163 h 71056"/>
                <a:gd name="csX5" fmla="*/ 10418 w 201784"/>
                <a:gd name="csY5" fmla="*/ 12237 h 71056"/>
                <a:gd name="csX6" fmla="*/ 191569 w 201784"/>
                <a:gd name="csY6" fmla="*/ 12237 h 71056"/>
                <a:gd name="csX7" fmla="*/ 191873 w 201784"/>
                <a:gd name="csY7" fmla="*/ 71147 h 71056"/>
                <a:gd name="csX8" fmla="*/ 201886 w 201784"/>
                <a:gd name="csY8" fmla="*/ 65074 h 71056"/>
                <a:gd name="csX9" fmla="*/ 191569 w 201784"/>
                <a:gd name="csY9" fmla="*/ 59000 h 71056"/>
                <a:gd name="csX10" fmla="*/ 10418 w 201784"/>
                <a:gd name="csY10" fmla="*/ 59000 h 71056"/>
                <a:gd name="csX11" fmla="*/ 101 w 201784"/>
                <a:gd name="csY11" fmla="*/ 65074 h 71056"/>
                <a:gd name="csX12" fmla="*/ 10115 w 201784"/>
                <a:gd name="csY12" fmla="*/ 71147 h 71056"/>
                <a:gd name="csX13" fmla="*/ 191873 w 201784"/>
                <a:gd name="csY13" fmla="*/ 71147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784" h="71056">
                  <a:moveTo>
                    <a:pt x="191569" y="12237"/>
                  </a:moveTo>
                  <a:cubicBezTo>
                    <a:pt x="196121" y="12237"/>
                    <a:pt x="201886" y="12237"/>
                    <a:pt x="201886" y="6163"/>
                  </a:cubicBezTo>
                  <a:cubicBezTo>
                    <a:pt x="201886" y="90"/>
                    <a:pt x="196121" y="90"/>
                    <a:pt x="191873" y="90"/>
                  </a:cubicBezTo>
                  <a:lnTo>
                    <a:pt x="10115" y="90"/>
                  </a:lnTo>
                  <a:cubicBezTo>
                    <a:pt x="5867" y="90"/>
                    <a:pt x="101" y="90"/>
                    <a:pt x="101" y="6163"/>
                  </a:cubicBezTo>
                  <a:cubicBezTo>
                    <a:pt x="101" y="12237"/>
                    <a:pt x="5867" y="12237"/>
                    <a:pt x="10418" y="12237"/>
                  </a:cubicBezTo>
                  <a:lnTo>
                    <a:pt x="191569" y="12237"/>
                  </a:lnTo>
                  <a:close/>
                  <a:moveTo>
                    <a:pt x="191873" y="71147"/>
                  </a:moveTo>
                  <a:cubicBezTo>
                    <a:pt x="196121" y="71147"/>
                    <a:pt x="201886" y="71147"/>
                    <a:pt x="201886" y="65074"/>
                  </a:cubicBezTo>
                  <a:cubicBezTo>
                    <a:pt x="201886" y="59000"/>
                    <a:pt x="196121" y="59000"/>
                    <a:pt x="191569" y="59000"/>
                  </a:cubicBezTo>
                  <a:lnTo>
                    <a:pt x="10418" y="59000"/>
                  </a:lnTo>
                  <a:cubicBezTo>
                    <a:pt x="5867" y="59000"/>
                    <a:pt x="101" y="59000"/>
                    <a:pt x="101" y="65074"/>
                  </a:cubicBezTo>
                  <a:cubicBezTo>
                    <a:pt x="101" y="71147"/>
                    <a:pt x="5867" y="71147"/>
                    <a:pt x="10115" y="71147"/>
                  </a:cubicBezTo>
                  <a:lnTo>
                    <a:pt x="191873" y="71147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4093D3-C845-F5CD-D2CE-49C068150488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957156" y="5081156"/>
              <a:ext cx="216653" cy="207400"/>
            </a:xfrm>
            <a:custGeom>
              <a:avLst/>
              <a:gdLst>
                <a:gd name="csX0" fmla="*/ 79915 w 216653"/>
                <a:gd name="csY0" fmla="*/ 111534 h 207400"/>
                <a:gd name="csX1" fmla="*/ 131500 w 216653"/>
                <a:gd name="csY1" fmla="*/ 111534 h 207400"/>
                <a:gd name="csX2" fmla="*/ 216765 w 216653"/>
                <a:gd name="csY2" fmla="*/ 45943 h 207400"/>
                <a:gd name="csX3" fmla="*/ 156988 w 216653"/>
                <a:gd name="csY3" fmla="*/ 90 h 207400"/>
                <a:gd name="csX4" fmla="*/ 58675 w 216653"/>
                <a:gd name="csY4" fmla="*/ 90 h 207400"/>
                <a:gd name="csX5" fmla="*/ 49572 w 216653"/>
                <a:gd name="csY5" fmla="*/ 5860 h 207400"/>
                <a:gd name="csX6" fmla="*/ 58372 w 216653"/>
                <a:gd name="csY6" fmla="*/ 9504 h 207400"/>
                <a:gd name="csX7" fmla="*/ 71419 w 216653"/>
                <a:gd name="csY7" fmla="*/ 10111 h 207400"/>
                <a:gd name="csX8" fmla="*/ 78095 w 216653"/>
                <a:gd name="csY8" fmla="*/ 14970 h 207400"/>
                <a:gd name="csX9" fmla="*/ 76881 w 216653"/>
                <a:gd name="csY9" fmla="*/ 20739 h 207400"/>
                <a:gd name="csX10" fmla="*/ 36221 w 216653"/>
                <a:gd name="csY10" fmla="*/ 183805 h 207400"/>
                <a:gd name="csX11" fmla="*/ 8608 w 216653"/>
                <a:gd name="csY11" fmla="*/ 198077 h 207400"/>
                <a:gd name="csX12" fmla="*/ 112 w 216653"/>
                <a:gd name="csY12" fmla="*/ 203847 h 207400"/>
                <a:gd name="csX13" fmla="*/ 4663 w 216653"/>
                <a:gd name="csY13" fmla="*/ 207491 h 207400"/>
                <a:gd name="csX14" fmla="*/ 43200 w 216653"/>
                <a:gd name="csY14" fmla="*/ 206580 h 207400"/>
                <a:gd name="csX15" fmla="*/ 62620 w 216653"/>
                <a:gd name="csY15" fmla="*/ 206884 h 207400"/>
                <a:gd name="csX16" fmla="*/ 82343 w 216653"/>
                <a:gd name="csY16" fmla="*/ 207491 h 207400"/>
                <a:gd name="csX17" fmla="*/ 88412 w 216653"/>
                <a:gd name="csY17" fmla="*/ 201418 h 207400"/>
                <a:gd name="csX18" fmla="*/ 79915 w 216653"/>
                <a:gd name="csY18" fmla="*/ 198077 h 207400"/>
                <a:gd name="csX19" fmla="*/ 60192 w 216653"/>
                <a:gd name="csY19" fmla="*/ 192611 h 207400"/>
                <a:gd name="csX20" fmla="*/ 61102 w 216653"/>
                <a:gd name="csY20" fmla="*/ 187449 h 207400"/>
                <a:gd name="csX21" fmla="*/ 79915 w 216653"/>
                <a:gd name="csY21" fmla="*/ 111534 h 207400"/>
                <a:gd name="csX22" fmla="*/ 101763 w 216653"/>
                <a:gd name="csY22" fmla="*/ 21043 h 207400"/>
                <a:gd name="csX23" fmla="*/ 118148 w 216653"/>
                <a:gd name="csY23" fmla="*/ 9504 h 207400"/>
                <a:gd name="csX24" fmla="*/ 147278 w 216653"/>
                <a:gd name="csY24" fmla="*/ 9504 h 207400"/>
                <a:gd name="csX25" fmla="*/ 188546 w 216653"/>
                <a:gd name="csY25" fmla="*/ 38655 h 207400"/>
                <a:gd name="csX26" fmla="*/ 170643 w 216653"/>
                <a:gd name="csY26" fmla="*/ 87545 h 207400"/>
                <a:gd name="csX27" fmla="*/ 123914 w 216653"/>
                <a:gd name="csY27" fmla="*/ 103639 h 207400"/>
                <a:gd name="csX28" fmla="*/ 81129 w 216653"/>
                <a:gd name="csY28" fmla="*/ 103639 h 207400"/>
                <a:gd name="csX29" fmla="*/ 101763 w 216653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53" h="207400">
                  <a:moveTo>
                    <a:pt x="79915" y="111534"/>
                  </a:moveTo>
                  <a:lnTo>
                    <a:pt x="131500" y="111534"/>
                  </a:lnTo>
                  <a:cubicBezTo>
                    <a:pt x="174588" y="111534"/>
                    <a:pt x="216765" y="79953"/>
                    <a:pt x="216765" y="45943"/>
                  </a:cubicBezTo>
                  <a:cubicBezTo>
                    <a:pt x="216765" y="22561"/>
                    <a:pt x="196738" y="90"/>
                    <a:pt x="156988" y="90"/>
                  </a:cubicBezTo>
                  <a:lnTo>
                    <a:pt x="58675" y="90"/>
                  </a:lnTo>
                  <a:cubicBezTo>
                    <a:pt x="52910" y="90"/>
                    <a:pt x="49572" y="90"/>
                    <a:pt x="49572" y="5860"/>
                  </a:cubicBezTo>
                  <a:cubicBezTo>
                    <a:pt x="49572" y="9504"/>
                    <a:pt x="52303" y="9504"/>
                    <a:pt x="58372" y="9504"/>
                  </a:cubicBezTo>
                  <a:cubicBezTo>
                    <a:pt x="62316" y="9504"/>
                    <a:pt x="67778" y="9807"/>
                    <a:pt x="71419" y="10111"/>
                  </a:cubicBezTo>
                  <a:cubicBezTo>
                    <a:pt x="76274" y="10718"/>
                    <a:pt x="78095" y="11629"/>
                    <a:pt x="78095" y="14970"/>
                  </a:cubicBezTo>
                  <a:cubicBezTo>
                    <a:pt x="78095" y="16184"/>
                    <a:pt x="77791" y="17095"/>
                    <a:pt x="76881" y="20739"/>
                  </a:cubicBezTo>
                  <a:lnTo>
                    <a:pt x="36221" y="183805"/>
                  </a:lnTo>
                  <a:cubicBezTo>
                    <a:pt x="33186" y="195648"/>
                    <a:pt x="32579" y="198077"/>
                    <a:pt x="8608" y="198077"/>
                  </a:cubicBezTo>
                  <a:cubicBezTo>
                    <a:pt x="3450" y="198077"/>
                    <a:pt x="112" y="198077"/>
                    <a:pt x="112" y="203847"/>
                  </a:cubicBezTo>
                  <a:cubicBezTo>
                    <a:pt x="112" y="207491"/>
                    <a:pt x="3753" y="207491"/>
                    <a:pt x="4663" y="207491"/>
                  </a:cubicBezTo>
                  <a:cubicBezTo>
                    <a:pt x="13160" y="207491"/>
                    <a:pt x="34704" y="206580"/>
                    <a:pt x="43200" y="206580"/>
                  </a:cubicBezTo>
                  <a:cubicBezTo>
                    <a:pt x="49572" y="206580"/>
                    <a:pt x="56247" y="206884"/>
                    <a:pt x="62620" y="206884"/>
                  </a:cubicBezTo>
                  <a:cubicBezTo>
                    <a:pt x="69295" y="206884"/>
                    <a:pt x="75971" y="207491"/>
                    <a:pt x="82343" y="207491"/>
                  </a:cubicBezTo>
                  <a:cubicBezTo>
                    <a:pt x="84467" y="207491"/>
                    <a:pt x="88412" y="207491"/>
                    <a:pt x="88412" y="201418"/>
                  </a:cubicBezTo>
                  <a:cubicBezTo>
                    <a:pt x="88412" y="198077"/>
                    <a:pt x="85681" y="198077"/>
                    <a:pt x="79915" y="198077"/>
                  </a:cubicBezTo>
                  <a:cubicBezTo>
                    <a:pt x="68688" y="198077"/>
                    <a:pt x="60192" y="198077"/>
                    <a:pt x="60192" y="192611"/>
                  </a:cubicBezTo>
                  <a:cubicBezTo>
                    <a:pt x="60192" y="190789"/>
                    <a:pt x="60799" y="189271"/>
                    <a:pt x="61102" y="187449"/>
                  </a:cubicBezTo>
                  <a:lnTo>
                    <a:pt x="79915" y="111534"/>
                  </a:lnTo>
                  <a:close/>
                  <a:moveTo>
                    <a:pt x="101763" y="21043"/>
                  </a:moveTo>
                  <a:cubicBezTo>
                    <a:pt x="104494" y="10415"/>
                    <a:pt x="105101" y="9504"/>
                    <a:pt x="118148" y="9504"/>
                  </a:cubicBezTo>
                  <a:lnTo>
                    <a:pt x="147278" y="9504"/>
                  </a:lnTo>
                  <a:cubicBezTo>
                    <a:pt x="172463" y="9504"/>
                    <a:pt x="188546" y="17703"/>
                    <a:pt x="188546" y="38655"/>
                  </a:cubicBezTo>
                  <a:cubicBezTo>
                    <a:pt x="188546" y="50498"/>
                    <a:pt x="182477" y="76613"/>
                    <a:pt x="170643" y="87545"/>
                  </a:cubicBezTo>
                  <a:cubicBezTo>
                    <a:pt x="155471" y="101209"/>
                    <a:pt x="137265" y="103639"/>
                    <a:pt x="123914" y="103639"/>
                  </a:cubicBezTo>
                  <a:lnTo>
                    <a:pt x="81129" y="103639"/>
                  </a:lnTo>
                  <a:lnTo>
                    <a:pt x="101763" y="2104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1C11BC3-2BBB-4A37-B863-82411BFA7E9F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212013" y="5060811"/>
              <a:ext cx="70397" cy="303661"/>
            </a:xfrm>
            <a:custGeom>
              <a:avLst/>
              <a:gdLst>
                <a:gd name="csX0" fmla="*/ 70517 w 70397"/>
                <a:gd name="csY0" fmla="*/ 300715 h 303661"/>
                <a:gd name="csX1" fmla="*/ 65358 w 70397"/>
                <a:gd name="csY1" fmla="*/ 294034 h 303661"/>
                <a:gd name="csX2" fmla="*/ 17719 w 70397"/>
                <a:gd name="csY2" fmla="*/ 151921 h 303661"/>
                <a:gd name="csX3" fmla="*/ 66572 w 70397"/>
                <a:gd name="csY3" fmla="*/ 8289 h 303661"/>
                <a:gd name="csX4" fmla="*/ 70517 w 70397"/>
                <a:gd name="csY4" fmla="*/ 3127 h 303661"/>
                <a:gd name="csX5" fmla="*/ 67482 w 70397"/>
                <a:gd name="csY5" fmla="*/ 90 h 303661"/>
                <a:gd name="csX6" fmla="*/ 19236 w 70397"/>
                <a:gd name="csY6" fmla="*/ 59304 h 303661"/>
                <a:gd name="csX7" fmla="*/ 120 w 70397"/>
                <a:gd name="csY7" fmla="*/ 151921 h 303661"/>
                <a:gd name="csX8" fmla="*/ 20146 w 70397"/>
                <a:gd name="csY8" fmla="*/ 246663 h 303661"/>
                <a:gd name="csX9" fmla="*/ 67482 w 70397"/>
                <a:gd name="csY9" fmla="*/ 303751 h 303661"/>
                <a:gd name="csX10" fmla="*/ 70517 w 70397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97" h="303661">
                  <a:moveTo>
                    <a:pt x="70517" y="300715"/>
                  </a:moveTo>
                  <a:cubicBezTo>
                    <a:pt x="70517" y="299804"/>
                    <a:pt x="70517" y="299197"/>
                    <a:pt x="65358" y="294034"/>
                  </a:cubicBezTo>
                  <a:cubicBezTo>
                    <a:pt x="27429" y="255773"/>
                    <a:pt x="17719" y="198381"/>
                    <a:pt x="17719" y="151921"/>
                  </a:cubicBezTo>
                  <a:cubicBezTo>
                    <a:pt x="17719" y="99084"/>
                    <a:pt x="29249" y="46247"/>
                    <a:pt x="66572" y="8289"/>
                  </a:cubicBezTo>
                  <a:cubicBezTo>
                    <a:pt x="70517" y="4645"/>
                    <a:pt x="70517" y="4038"/>
                    <a:pt x="70517" y="3127"/>
                  </a:cubicBezTo>
                  <a:cubicBezTo>
                    <a:pt x="70517" y="1001"/>
                    <a:pt x="69303" y="90"/>
                    <a:pt x="67482" y="90"/>
                  </a:cubicBezTo>
                  <a:cubicBezTo>
                    <a:pt x="64448" y="90"/>
                    <a:pt x="37139" y="20739"/>
                    <a:pt x="19236" y="59304"/>
                  </a:cubicBezTo>
                  <a:cubicBezTo>
                    <a:pt x="3761" y="92707"/>
                    <a:pt x="120" y="126413"/>
                    <a:pt x="120" y="151921"/>
                  </a:cubicBezTo>
                  <a:cubicBezTo>
                    <a:pt x="120" y="175606"/>
                    <a:pt x="3457" y="212349"/>
                    <a:pt x="20146" y="246663"/>
                  </a:cubicBezTo>
                  <a:cubicBezTo>
                    <a:pt x="38353" y="284013"/>
                    <a:pt x="64448" y="303751"/>
                    <a:pt x="67482" y="303751"/>
                  </a:cubicBezTo>
                  <a:cubicBezTo>
                    <a:pt x="69303" y="303751"/>
                    <a:pt x="70517" y="302840"/>
                    <a:pt x="70517" y="30071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3F1D633-66F7-A7AE-FD2C-EF3105A83901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308775" y="5154339"/>
              <a:ext cx="151111" cy="137558"/>
            </a:xfrm>
            <a:custGeom>
              <a:avLst/>
              <a:gdLst>
                <a:gd name="csX0" fmla="*/ 92671 w 151111"/>
                <a:gd name="csY0" fmla="*/ 42603 h 137558"/>
                <a:gd name="csX1" fmla="*/ 122712 w 151111"/>
                <a:gd name="csY1" fmla="*/ 6771 h 137558"/>
                <a:gd name="csX2" fmla="*/ 137883 w 151111"/>
                <a:gd name="csY2" fmla="*/ 10718 h 137558"/>
                <a:gd name="csX3" fmla="*/ 123318 w 151111"/>
                <a:gd name="csY3" fmla="*/ 27116 h 137558"/>
                <a:gd name="csX4" fmla="*/ 134849 w 151111"/>
                <a:gd name="csY4" fmla="*/ 37744 h 137558"/>
                <a:gd name="csX5" fmla="*/ 151235 w 151111"/>
                <a:gd name="csY5" fmla="*/ 20132 h 137558"/>
                <a:gd name="csX6" fmla="*/ 123015 w 151111"/>
                <a:gd name="csY6" fmla="*/ 90 h 137558"/>
                <a:gd name="csX7" fmla="*/ 91154 w 151111"/>
                <a:gd name="csY7" fmla="*/ 23168 h 137558"/>
                <a:gd name="csX8" fmla="*/ 58383 w 151111"/>
                <a:gd name="csY8" fmla="*/ 90 h 137558"/>
                <a:gd name="csX9" fmla="*/ 9530 w 151111"/>
                <a:gd name="csY9" fmla="*/ 46854 h 137558"/>
                <a:gd name="csX10" fmla="*/ 13171 w 151111"/>
                <a:gd name="csY10" fmla="*/ 49891 h 137558"/>
                <a:gd name="csX11" fmla="*/ 17116 w 151111"/>
                <a:gd name="csY11" fmla="*/ 46550 h 137558"/>
                <a:gd name="csX12" fmla="*/ 57776 w 151111"/>
                <a:gd name="csY12" fmla="*/ 6771 h 137558"/>
                <a:gd name="csX13" fmla="*/ 74162 w 151111"/>
                <a:gd name="csY13" fmla="*/ 27116 h 137558"/>
                <a:gd name="csX14" fmla="*/ 57776 w 151111"/>
                <a:gd name="csY14" fmla="*/ 99387 h 137558"/>
                <a:gd name="csX15" fmla="*/ 28950 w 151111"/>
                <a:gd name="csY15" fmla="*/ 130968 h 137558"/>
                <a:gd name="csX16" fmla="*/ 13778 w 151111"/>
                <a:gd name="csY16" fmla="*/ 127021 h 137558"/>
                <a:gd name="csX17" fmla="*/ 28040 w 151111"/>
                <a:gd name="csY17" fmla="*/ 110623 h 137558"/>
                <a:gd name="csX18" fmla="*/ 16812 w 151111"/>
                <a:gd name="csY18" fmla="*/ 99995 h 137558"/>
                <a:gd name="csX19" fmla="*/ 123 w 151111"/>
                <a:gd name="csY19" fmla="*/ 117607 h 137558"/>
                <a:gd name="csX20" fmla="*/ 28646 w 151111"/>
                <a:gd name="csY20" fmla="*/ 137649 h 137558"/>
                <a:gd name="csX21" fmla="*/ 60507 w 151111"/>
                <a:gd name="csY21" fmla="*/ 114570 h 137558"/>
                <a:gd name="csX22" fmla="*/ 93278 w 151111"/>
                <a:gd name="csY22" fmla="*/ 137649 h 137558"/>
                <a:gd name="csX23" fmla="*/ 141828 w 151111"/>
                <a:gd name="csY23" fmla="*/ 90885 h 137558"/>
                <a:gd name="csX24" fmla="*/ 138187 w 151111"/>
                <a:gd name="csY24" fmla="*/ 87848 h 137558"/>
                <a:gd name="csX25" fmla="*/ 134242 w 151111"/>
                <a:gd name="csY25" fmla="*/ 91189 h 137558"/>
                <a:gd name="csX26" fmla="*/ 93885 w 151111"/>
                <a:gd name="csY26" fmla="*/ 130968 h 137558"/>
                <a:gd name="csX27" fmla="*/ 77196 w 151111"/>
                <a:gd name="csY27" fmla="*/ 110927 h 137558"/>
                <a:gd name="csX28" fmla="*/ 82355 w 151111"/>
                <a:gd name="csY28" fmla="*/ 84204 h 137558"/>
                <a:gd name="csX29" fmla="*/ 92671 w 151111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111" h="137558">
                  <a:moveTo>
                    <a:pt x="92671" y="42603"/>
                  </a:moveTo>
                  <a:cubicBezTo>
                    <a:pt x="94492" y="34708"/>
                    <a:pt x="101471" y="6771"/>
                    <a:pt x="122712" y="6771"/>
                  </a:cubicBezTo>
                  <a:cubicBezTo>
                    <a:pt x="124229" y="6771"/>
                    <a:pt x="131511" y="6771"/>
                    <a:pt x="137883" y="10718"/>
                  </a:cubicBezTo>
                  <a:cubicBezTo>
                    <a:pt x="129387" y="12237"/>
                    <a:pt x="123318" y="19828"/>
                    <a:pt x="123318" y="27116"/>
                  </a:cubicBezTo>
                  <a:cubicBezTo>
                    <a:pt x="123318" y="31975"/>
                    <a:pt x="126656" y="37744"/>
                    <a:pt x="134849" y="37744"/>
                  </a:cubicBezTo>
                  <a:cubicBezTo>
                    <a:pt x="141525" y="37744"/>
                    <a:pt x="151235" y="32278"/>
                    <a:pt x="151235" y="20132"/>
                  </a:cubicBezTo>
                  <a:cubicBezTo>
                    <a:pt x="151235" y="4341"/>
                    <a:pt x="133332" y="90"/>
                    <a:pt x="123015" y="90"/>
                  </a:cubicBezTo>
                  <a:cubicBezTo>
                    <a:pt x="105416" y="90"/>
                    <a:pt x="94795" y="16184"/>
                    <a:pt x="91154" y="23168"/>
                  </a:cubicBezTo>
                  <a:cubicBezTo>
                    <a:pt x="83568" y="3127"/>
                    <a:pt x="67183" y="90"/>
                    <a:pt x="58383" y="90"/>
                  </a:cubicBezTo>
                  <a:cubicBezTo>
                    <a:pt x="26826" y="90"/>
                    <a:pt x="9530" y="39263"/>
                    <a:pt x="9530" y="46854"/>
                  </a:cubicBezTo>
                  <a:cubicBezTo>
                    <a:pt x="9530" y="49891"/>
                    <a:pt x="12564" y="49891"/>
                    <a:pt x="13171" y="49891"/>
                  </a:cubicBezTo>
                  <a:cubicBezTo>
                    <a:pt x="15599" y="49891"/>
                    <a:pt x="16509" y="49283"/>
                    <a:pt x="17116" y="46550"/>
                  </a:cubicBezTo>
                  <a:cubicBezTo>
                    <a:pt x="27433" y="14362"/>
                    <a:pt x="47459" y="6771"/>
                    <a:pt x="57776" y="6771"/>
                  </a:cubicBezTo>
                  <a:cubicBezTo>
                    <a:pt x="63542" y="6771"/>
                    <a:pt x="74162" y="9504"/>
                    <a:pt x="74162" y="27116"/>
                  </a:cubicBezTo>
                  <a:cubicBezTo>
                    <a:pt x="74162" y="36530"/>
                    <a:pt x="69003" y="56875"/>
                    <a:pt x="57776" y="99387"/>
                  </a:cubicBezTo>
                  <a:cubicBezTo>
                    <a:pt x="52921" y="118214"/>
                    <a:pt x="42301" y="130968"/>
                    <a:pt x="28950" y="130968"/>
                  </a:cubicBezTo>
                  <a:cubicBezTo>
                    <a:pt x="27129" y="130968"/>
                    <a:pt x="20150" y="130968"/>
                    <a:pt x="13778" y="127021"/>
                  </a:cubicBezTo>
                  <a:cubicBezTo>
                    <a:pt x="21364" y="125502"/>
                    <a:pt x="28040" y="119125"/>
                    <a:pt x="28040" y="110623"/>
                  </a:cubicBezTo>
                  <a:cubicBezTo>
                    <a:pt x="28040" y="102424"/>
                    <a:pt x="21364" y="99995"/>
                    <a:pt x="16812" y="99995"/>
                  </a:cubicBezTo>
                  <a:cubicBezTo>
                    <a:pt x="7709" y="99995"/>
                    <a:pt x="123" y="107890"/>
                    <a:pt x="123" y="117607"/>
                  </a:cubicBezTo>
                  <a:cubicBezTo>
                    <a:pt x="123" y="131576"/>
                    <a:pt x="15295" y="137649"/>
                    <a:pt x="28646" y="137649"/>
                  </a:cubicBezTo>
                  <a:cubicBezTo>
                    <a:pt x="48673" y="137649"/>
                    <a:pt x="59597" y="116392"/>
                    <a:pt x="60507" y="114570"/>
                  </a:cubicBezTo>
                  <a:cubicBezTo>
                    <a:pt x="64148" y="125806"/>
                    <a:pt x="75072" y="137649"/>
                    <a:pt x="93278" y="137649"/>
                  </a:cubicBezTo>
                  <a:cubicBezTo>
                    <a:pt x="124532" y="137649"/>
                    <a:pt x="141828" y="98476"/>
                    <a:pt x="141828" y="90885"/>
                  </a:cubicBezTo>
                  <a:cubicBezTo>
                    <a:pt x="141828" y="87848"/>
                    <a:pt x="139097" y="87848"/>
                    <a:pt x="138187" y="87848"/>
                  </a:cubicBezTo>
                  <a:cubicBezTo>
                    <a:pt x="135456" y="87848"/>
                    <a:pt x="134849" y="89063"/>
                    <a:pt x="134242" y="91189"/>
                  </a:cubicBezTo>
                  <a:cubicBezTo>
                    <a:pt x="124229" y="123680"/>
                    <a:pt x="103595" y="130968"/>
                    <a:pt x="93885" y="130968"/>
                  </a:cubicBezTo>
                  <a:cubicBezTo>
                    <a:pt x="82051" y="130968"/>
                    <a:pt x="77196" y="121251"/>
                    <a:pt x="77196" y="110927"/>
                  </a:cubicBezTo>
                  <a:cubicBezTo>
                    <a:pt x="77196" y="104246"/>
                    <a:pt x="79017" y="97565"/>
                    <a:pt x="82355" y="84204"/>
                  </a:cubicBezTo>
                  <a:lnTo>
                    <a:pt x="92671" y="4260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8DCC9EF-D4C4-586E-0156-DFDDAC50831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496550" y="5192964"/>
              <a:ext cx="77315" cy="141141"/>
            </a:xfrm>
            <a:custGeom>
              <a:avLst/>
              <a:gdLst>
                <a:gd name="csX0" fmla="*/ 48133 w 77315"/>
                <a:gd name="csY0" fmla="*/ 6043 h 141141"/>
                <a:gd name="csX1" fmla="*/ 41761 w 77315"/>
                <a:gd name="csY1" fmla="*/ 92 h 141141"/>
                <a:gd name="csX2" fmla="*/ 129 w 77315"/>
                <a:gd name="csY2" fmla="*/ 13696 h 141141"/>
                <a:gd name="csX3" fmla="*/ 129 w 77315"/>
                <a:gd name="csY3" fmla="*/ 21348 h 141141"/>
                <a:gd name="csX4" fmla="*/ 30928 w 77315"/>
                <a:gd name="csY4" fmla="*/ 15396 h 141141"/>
                <a:gd name="csX5" fmla="*/ 30928 w 77315"/>
                <a:gd name="csY5" fmla="*/ 123803 h 141141"/>
                <a:gd name="csX6" fmla="*/ 9687 w 77315"/>
                <a:gd name="csY6" fmla="*/ 133581 h 141141"/>
                <a:gd name="csX7" fmla="*/ 1616 w 77315"/>
                <a:gd name="csY7" fmla="*/ 133581 h 141141"/>
                <a:gd name="csX8" fmla="*/ 1616 w 77315"/>
                <a:gd name="csY8" fmla="*/ 141233 h 141141"/>
                <a:gd name="csX9" fmla="*/ 39424 w 77315"/>
                <a:gd name="csY9" fmla="*/ 140383 h 141141"/>
                <a:gd name="csX10" fmla="*/ 77445 w 77315"/>
                <a:gd name="csY10" fmla="*/ 141233 h 141141"/>
                <a:gd name="csX11" fmla="*/ 77445 w 77315"/>
                <a:gd name="csY11" fmla="*/ 133581 h 141141"/>
                <a:gd name="csX12" fmla="*/ 69373 w 77315"/>
                <a:gd name="csY12" fmla="*/ 133581 h 141141"/>
                <a:gd name="csX13" fmla="*/ 48133 w 77315"/>
                <a:gd name="csY13" fmla="*/ 123803 h 141141"/>
                <a:gd name="csX14" fmla="*/ 48133 w 77315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15" h="141141">
                  <a:moveTo>
                    <a:pt x="48133" y="6043"/>
                  </a:moveTo>
                  <a:cubicBezTo>
                    <a:pt x="48133" y="304"/>
                    <a:pt x="47708" y="92"/>
                    <a:pt x="41761" y="92"/>
                  </a:cubicBezTo>
                  <a:cubicBezTo>
                    <a:pt x="28167" y="13483"/>
                    <a:pt x="8838" y="13696"/>
                    <a:pt x="129" y="13696"/>
                  </a:cubicBezTo>
                  <a:lnTo>
                    <a:pt x="129" y="21348"/>
                  </a:lnTo>
                  <a:cubicBezTo>
                    <a:pt x="5227" y="21348"/>
                    <a:pt x="19246" y="21348"/>
                    <a:pt x="30928" y="15396"/>
                  </a:cubicBezTo>
                  <a:lnTo>
                    <a:pt x="30928" y="123803"/>
                  </a:lnTo>
                  <a:cubicBezTo>
                    <a:pt x="30928" y="130818"/>
                    <a:pt x="30928" y="133581"/>
                    <a:pt x="9687" y="133581"/>
                  </a:cubicBezTo>
                  <a:lnTo>
                    <a:pt x="1616" y="133581"/>
                  </a:lnTo>
                  <a:lnTo>
                    <a:pt x="1616" y="141233"/>
                  </a:lnTo>
                  <a:cubicBezTo>
                    <a:pt x="5439" y="141021"/>
                    <a:pt x="31565" y="140383"/>
                    <a:pt x="39424" y="140383"/>
                  </a:cubicBezTo>
                  <a:cubicBezTo>
                    <a:pt x="46009" y="140383"/>
                    <a:pt x="72772" y="141021"/>
                    <a:pt x="77445" y="141233"/>
                  </a:cubicBezTo>
                  <a:lnTo>
                    <a:pt x="77445" y="133581"/>
                  </a:lnTo>
                  <a:lnTo>
                    <a:pt x="69373" y="133581"/>
                  </a:lnTo>
                  <a:cubicBezTo>
                    <a:pt x="48133" y="133581"/>
                    <a:pt x="48133" y="130818"/>
                    <a:pt x="48133" y="123803"/>
                  </a:cubicBezTo>
                  <a:lnTo>
                    <a:pt x="48133" y="604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49AC4A-ABAE-DAE6-5883-6D3458B2FD0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635619" y="5256369"/>
              <a:ext cx="35502" cy="90794"/>
            </a:xfrm>
            <a:custGeom>
              <a:avLst/>
              <a:gdLst>
                <a:gd name="csX0" fmla="*/ 35636 w 35502"/>
                <a:gd name="csY0" fmla="*/ 31975 h 90794"/>
                <a:gd name="csX1" fmla="*/ 16216 w 35502"/>
                <a:gd name="csY1" fmla="*/ 90 h 90794"/>
                <a:gd name="csX2" fmla="*/ 134 w 35502"/>
                <a:gd name="csY2" fmla="*/ 16184 h 90794"/>
                <a:gd name="csX3" fmla="*/ 16216 w 35502"/>
                <a:gd name="csY3" fmla="*/ 32278 h 90794"/>
                <a:gd name="csX4" fmla="*/ 26836 w 35502"/>
                <a:gd name="csY4" fmla="*/ 28331 h 90794"/>
                <a:gd name="csX5" fmla="*/ 28353 w 35502"/>
                <a:gd name="csY5" fmla="*/ 27420 h 90794"/>
                <a:gd name="csX6" fmla="*/ 28960 w 35502"/>
                <a:gd name="csY6" fmla="*/ 31975 h 90794"/>
                <a:gd name="csX7" fmla="*/ 8326 w 35502"/>
                <a:gd name="csY7" fmla="*/ 82686 h 90794"/>
                <a:gd name="csX8" fmla="*/ 4989 w 35502"/>
                <a:gd name="csY8" fmla="*/ 87545 h 90794"/>
                <a:gd name="csX9" fmla="*/ 8023 w 35502"/>
                <a:gd name="csY9" fmla="*/ 90885 h 90794"/>
                <a:gd name="csX10" fmla="*/ 35636 w 3550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02" h="90794">
                  <a:moveTo>
                    <a:pt x="35636" y="31975"/>
                  </a:moveTo>
                  <a:cubicBezTo>
                    <a:pt x="35636" y="11933"/>
                    <a:pt x="28050" y="90"/>
                    <a:pt x="16216" y="90"/>
                  </a:cubicBezTo>
                  <a:cubicBezTo>
                    <a:pt x="6202" y="90"/>
                    <a:pt x="134" y="7682"/>
                    <a:pt x="134" y="16184"/>
                  </a:cubicBezTo>
                  <a:cubicBezTo>
                    <a:pt x="134" y="24383"/>
                    <a:pt x="6202" y="32278"/>
                    <a:pt x="16216" y="32278"/>
                  </a:cubicBezTo>
                  <a:cubicBezTo>
                    <a:pt x="19857" y="32278"/>
                    <a:pt x="23802" y="31064"/>
                    <a:pt x="26836" y="28331"/>
                  </a:cubicBezTo>
                  <a:cubicBezTo>
                    <a:pt x="27746" y="27723"/>
                    <a:pt x="28050" y="27420"/>
                    <a:pt x="28353" y="27420"/>
                  </a:cubicBezTo>
                  <a:cubicBezTo>
                    <a:pt x="28657" y="27420"/>
                    <a:pt x="28960" y="27723"/>
                    <a:pt x="28960" y="31975"/>
                  </a:cubicBezTo>
                  <a:cubicBezTo>
                    <a:pt x="28960" y="54446"/>
                    <a:pt x="18340" y="72665"/>
                    <a:pt x="8326" y="82686"/>
                  </a:cubicBezTo>
                  <a:cubicBezTo>
                    <a:pt x="4989" y="86026"/>
                    <a:pt x="4989" y="86634"/>
                    <a:pt x="4989" y="87545"/>
                  </a:cubicBezTo>
                  <a:cubicBezTo>
                    <a:pt x="4989" y="89670"/>
                    <a:pt x="6506" y="90885"/>
                    <a:pt x="8023" y="90885"/>
                  </a:cubicBezTo>
                  <a:cubicBezTo>
                    <a:pt x="11361" y="90885"/>
                    <a:pt x="35636" y="67503"/>
                    <a:pt x="35636" y="3197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B4E3971-89B2-FF86-8A9E-A82178AB5A3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753183" y="5154339"/>
              <a:ext cx="151111" cy="137558"/>
            </a:xfrm>
            <a:custGeom>
              <a:avLst/>
              <a:gdLst>
                <a:gd name="csX0" fmla="*/ 92686 w 151111"/>
                <a:gd name="csY0" fmla="*/ 42603 h 137558"/>
                <a:gd name="csX1" fmla="*/ 122726 w 151111"/>
                <a:gd name="csY1" fmla="*/ 6771 h 137558"/>
                <a:gd name="csX2" fmla="*/ 137898 w 151111"/>
                <a:gd name="csY2" fmla="*/ 10718 h 137558"/>
                <a:gd name="csX3" fmla="*/ 123333 w 151111"/>
                <a:gd name="csY3" fmla="*/ 27116 h 137558"/>
                <a:gd name="csX4" fmla="*/ 134864 w 151111"/>
                <a:gd name="csY4" fmla="*/ 37744 h 137558"/>
                <a:gd name="csX5" fmla="*/ 151249 w 151111"/>
                <a:gd name="csY5" fmla="*/ 20132 h 137558"/>
                <a:gd name="csX6" fmla="*/ 123030 w 151111"/>
                <a:gd name="csY6" fmla="*/ 90 h 137558"/>
                <a:gd name="csX7" fmla="*/ 91169 w 151111"/>
                <a:gd name="csY7" fmla="*/ 23168 h 137558"/>
                <a:gd name="csX8" fmla="*/ 58398 w 151111"/>
                <a:gd name="csY8" fmla="*/ 90 h 137558"/>
                <a:gd name="csX9" fmla="*/ 9545 w 151111"/>
                <a:gd name="csY9" fmla="*/ 46854 h 137558"/>
                <a:gd name="csX10" fmla="*/ 13186 w 151111"/>
                <a:gd name="csY10" fmla="*/ 49891 h 137558"/>
                <a:gd name="csX11" fmla="*/ 17130 w 151111"/>
                <a:gd name="csY11" fmla="*/ 46550 h 137558"/>
                <a:gd name="csX12" fmla="*/ 57791 w 151111"/>
                <a:gd name="csY12" fmla="*/ 6771 h 137558"/>
                <a:gd name="csX13" fmla="*/ 74176 w 151111"/>
                <a:gd name="csY13" fmla="*/ 27116 h 137558"/>
                <a:gd name="csX14" fmla="*/ 57791 w 151111"/>
                <a:gd name="csY14" fmla="*/ 99387 h 137558"/>
                <a:gd name="csX15" fmla="*/ 28964 w 151111"/>
                <a:gd name="csY15" fmla="*/ 130968 h 137558"/>
                <a:gd name="csX16" fmla="*/ 13793 w 151111"/>
                <a:gd name="csY16" fmla="*/ 127021 h 137558"/>
                <a:gd name="csX17" fmla="*/ 28054 w 151111"/>
                <a:gd name="csY17" fmla="*/ 110623 h 137558"/>
                <a:gd name="csX18" fmla="*/ 16827 w 151111"/>
                <a:gd name="csY18" fmla="*/ 99995 h 137558"/>
                <a:gd name="csX19" fmla="*/ 138 w 151111"/>
                <a:gd name="csY19" fmla="*/ 117607 h 137558"/>
                <a:gd name="csX20" fmla="*/ 28661 w 151111"/>
                <a:gd name="csY20" fmla="*/ 137649 h 137558"/>
                <a:gd name="csX21" fmla="*/ 60522 w 151111"/>
                <a:gd name="csY21" fmla="*/ 114570 h 137558"/>
                <a:gd name="csX22" fmla="*/ 93293 w 151111"/>
                <a:gd name="csY22" fmla="*/ 137649 h 137558"/>
                <a:gd name="csX23" fmla="*/ 141843 w 151111"/>
                <a:gd name="csY23" fmla="*/ 90885 h 137558"/>
                <a:gd name="csX24" fmla="*/ 138201 w 151111"/>
                <a:gd name="csY24" fmla="*/ 87848 h 137558"/>
                <a:gd name="csX25" fmla="*/ 134257 w 151111"/>
                <a:gd name="csY25" fmla="*/ 91189 h 137558"/>
                <a:gd name="csX26" fmla="*/ 93900 w 151111"/>
                <a:gd name="csY26" fmla="*/ 130968 h 137558"/>
                <a:gd name="csX27" fmla="*/ 77211 w 151111"/>
                <a:gd name="csY27" fmla="*/ 110927 h 137558"/>
                <a:gd name="csX28" fmla="*/ 82369 w 151111"/>
                <a:gd name="csY28" fmla="*/ 84204 h 137558"/>
                <a:gd name="csX29" fmla="*/ 92686 w 151111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111" h="137558">
                  <a:moveTo>
                    <a:pt x="92686" y="42603"/>
                  </a:moveTo>
                  <a:cubicBezTo>
                    <a:pt x="94507" y="34708"/>
                    <a:pt x="101486" y="6771"/>
                    <a:pt x="122726" y="6771"/>
                  </a:cubicBezTo>
                  <a:cubicBezTo>
                    <a:pt x="124243" y="6771"/>
                    <a:pt x="131526" y="6771"/>
                    <a:pt x="137898" y="10718"/>
                  </a:cubicBezTo>
                  <a:cubicBezTo>
                    <a:pt x="129402" y="12237"/>
                    <a:pt x="123333" y="19828"/>
                    <a:pt x="123333" y="27116"/>
                  </a:cubicBezTo>
                  <a:cubicBezTo>
                    <a:pt x="123333" y="31975"/>
                    <a:pt x="126671" y="37744"/>
                    <a:pt x="134864" y="37744"/>
                  </a:cubicBezTo>
                  <a:cubicBezTo>
                    <a:pt x="141539" y="37744"/>
                    <a:pt x="151249" y="32278"/>
                    <a:pt x="151249" y="20132"/>
                  </a:cubicBezTo>
                  <a:cubicBezTo>
                    <a:pt x="151249" y="4341"/>
                    <a:pt x="133346" y="90"/>
                    <a:pt x="123030" y="90"/>
                  </a:cubicBezTo>
                  <a:cubicBezTo>
                    <a:pt x="105430" y="90"/>
                    <a:pt x="94810" y="16184"/>
                    <a:pt x="91169" y="23168"/>
                  </a:cubicBezTo>
                  <a:cubicBezTo>
                    <a:pt x="83583" y="3127"/>
                    <a:pt x="67197" y="90"/>
                    <a:pt x="58398" y="90"/>
                  </a:cubicBezTo>
                  <a:cubicBezTo>
                    <a:pt x="26840" y="90"/>
                    <a:pt x="9545" y="39263"/>
                    <a:pt x="9545" y="46854"/>
                  </a:cubicBezTo>
                  <a:cubicBezTo>
                    <a:pt x="9545" y="49891"/>
                    <a:pt x="12579" y="49891"/>
                    <a:pt x="13186" y="49891"/>
                  </a:cubicBezTo>
                  <a:cubicBezTo>
                    <a:pt x="15613" y="49891"/>
                    <a:pt x="16524" y="49283"/>
                    <a:pt x="17130" y="46550"/>
                  </a:cubicBezTo>
                  <a:cubicBezTo>
                    <a:pt x="27447" y="14362"/>
                    <a:pt x="47474" y="6771"/>
                    <a:pt x="57791" y="6771"/>
                  </a:cubicBezTo>
                  <a:cubicBezTo>
                    <a:pt x="63556" y="6771"/>
                    <a:pt x="74176" y="9504"/>
                    <a:pt x="74176" y="27116"/>
                  </a:cubicBezTo>
                  <a:cubicBezTo>
                    <a:pt x="74176" y="36530"/>
                    <a:pt x="69018" y="56875"/>
                    <a:pt x="57791" y="99387"/>
                  </a:cubicBezTo>
                  <a:cubicBezTo>
                    <a:pt x="52936" y="118214"/>
                    <a:pt x="42316" y="130968"/>
                    <a:pt x="28964" y="130968"/>
                  </a:cubicBezTo>
                  <a:cubicBezTo>
                    <a:pt x="27144" y="130968"/>
                    <a:pt x="20165" y="130968"/>
                    <a:pt x="13793" y="127021"/>
                  </a:cubicBezTo>
                  <a:cubicBezTo>
                    <a:pt x="21379" y="125502"/>
                    <a:pt x="28054" y="119125"/>
                    <a:pt x="28054" y="110623"/>
                  </a:cubicBezTo>
                  <a:cubicBezTo>
                    <a:pt x="28054" y="102424"/>
                    <a:pt x="21379" y="99995"/>
                    <a:pt x="16827" y="99995"/>
                  </a:cubicBezTo>
                  <a:cubicBezTo>
                    <a:pt x="7724" y="99995"/>
                    <a:pt x="138" y="107890"/>
                    <a:pt x="138" y="117607"/>
                  </a:cubicBezTo>
                  <a:cubicBezTo>
                    <a:pt x="138" y="131576"/>
                    <a:pt x="15310" y="137649"/>
                    <a:pt x="28661" y="137649"/>
                  </a:cubicBezTo>
                  <a:cubicBezTo>
                    <a:pt x="48688" y="137649"/>
                    <a:pt x="59611" y="116392"/>
                    <a:pt x="60522" y="114570"/>
                  </a:cubicBezTo>
                  <a:cubicBezTo>
                    <a:pt x="64163" y="125806"/>
                    <a:pt x="75087" y="137649"/>
                    <a:pt x="93293" y="137649"/>
                  </a:cubicBezTo>
                  <a:cubicBezTo>
                    <a:pt x="124547" y="137649"/>
                    <a:pt x="141843" y="98476"/>
                    <a:pt x="141843" y="90885"/>
                  </a:cubicBezTo>
                  <a:cubicBezTo>
                    <a:pt x="141843" y="87848"/>
                    <a:pt x="139112" y="87848"/>
                    <a:pt x="138201" y="87848"/>
                  </a:cubicBezTo>
                  <a:cubicBezTo>
                    <a:pt x="135470" y="87848"/>
                    <a:pt x="134864" y="89063"/>
                    <a:pt x="134257" y="91189"/>
                  </a:cubicBezTo>
                  <a:cubicBezTo>
                    <a:pt x="124243" y="123680"/>
                    <a:pt x="103610" y="130968"/>
                    <a:pt x="93900" y="130968"/>
                  </a:cubicBezTo>
                  <a:cubicBezTo>
                    <a:pt x="82066" y="130968"/>
                    <a:pt x="77211" y="121251"/>
                    <a:pt x="77211" y="110927"/>
                  </a:cubicBezTo>
                  <a:cubicBezTo>
                    <a:pt x="77211" y="104246"/>
                    <a:pt x="79031" y="97565"/>
                    <a:pt x="82369" y="84204"/>
                  </a:cubicBezTo>
                  <a:lnTo>
                    <a:pt x="92686" y="4260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7D8A275-5372-FBDB-2BA6-1CDCED68AE5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931187" y="5192964"/>
              <a:ext cx="93883" cy="141141"/>
            </a:xfrm>
            <a:custGeom>
              <a:avLst/>
              <a:gdLst>
                <a:gd name="csX0" fmla="*/ 94027 w 93883"/>
                <a:gd name="csY0" fmla="*/ 102547 h 141141"/>
                <a:gd name="csX1" fmla="*/ 86805 w 93883"/>
                <a:gd name="csY1" fmla="*/ 102547 h 141141"/>
                <a:gd name="csX2" fmla="*/ 81283 w 93883"/>
                <a:gd name="csY2" fmla="*/ 121890 h 141141"/>
                <a:gd name="csX3" fmla="*/ 60254 w 93883"/>
                <a:gd name="csY3" fmla="*/ 123166 h 141141"/>
                <a:gd name="csX4" fmla="*/ 21172 w 93883"/>
                <a:gd name="csY4" fmla="*/ 123166 h 141141"/>
                <a:gd name="csX5" fmla="*/ 63653 w 93883"/>
                <a:gd name="csY5" fmla="*/ 87455 h 141141"/>
                <a:gd name="csX6" fmla="*/ 94027 w 93883"/>
                <a:gd name="csY6" fmla="*/ 41541 h 141141"/>
                <a:gd name="csX7" fmla="*/ 44324 w 93883"/>
                <a:gd name="csY7" fmla="*/ 92 h 141141"/>
                <a:gd name="csX8" fmla="*/ 144 w 93883"/>
                <a:gd name="csY8" fmla="*/ 38140 h 141141"/>
                <a:gd name="csX9" fmla="*/ 11401 w 93883"/>
                <a:gd name="csY9" fmla="*/ 50044 h 141141"/>
                <a:gd name="csX10" fmla="*/ 22659 w 93883"/>
                <a:gd name="csY10" fmla="*/ 38778 h 141141"/>
                <a:gd name="csX11" fmla="*/ 10127 w 93883"/>
                <a:gd name="csY11" fmla="*/ 27512 h 141141"/>
                <a:gd name="csX12" fmla="*/ 41138 w 93883"/>
                <a:gd name="csY12" fmla="*/ 7744 h 141141"/>
                <a:gd name="csX13" fmla="*/ 73424 w 93883"/>
                <a:gd name="csY13" fmla="*/ 41541 h 141141"/>
                <a:gd name="csX14" fmla="*/ 53457 w 93883"/>
                <a:gd name="csY14" fmla="*/ 82353 h 141141"/>
                <a:gd name="csX15" fmla="*/ 2268 w 93883"/>
                <a:gd name="csY15" fmla="*/ 132943 h 141141"/>
                <a:gd name="csX16" fmla="*/ 144 w 93883"/>
                <a:gd name="csY16" fmla="*/ 141233 h 141141"/>
                <a:gd name="csX17" fmla="*/ 87655 w 93883"/>
                <a:gd name="csY17" fmla="*/ 141233 h 141141"/>
                <a:gd name="csX18" fmla="*/ 94027 w 93883"/>
                <a:gd name="csY18" fmla="*/ 102547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883" h="141141">
                  <a:moveTo>
                    <a:pt x="94027" y="102547"/>
                  </a:moveTo>
                  <a:lnTo>
                    <a:pt x="86805" y="102547"/>
                  </a:lnTo>
                  <a:cubicBezTo>
                    <a:pt x="86168" y="107223"/>
                    <a:pt x="84044" y="119765"/>
                    <a:pt x="81283" y="121890"/>
                  </a:cubicBezTo>
                  <a:cubicBezTo>
                    <a:pt x="79583" y="123166"/>
                    <a:pt x="63228" y="123166"/>
                    <a:pt x="60254" y="123166"/>
                  </a:cubicBezTo>
                  <a:lnTo>
                    <a:pt x="21172" y="123166"/>
                  </a:lnTo>
                  <a:cubicBezTo>
                    <a:pt x="43474" y="103397"/>
                    <a:pt x="50909" y="97445"/>
                    <a:pt x="63653" y="87455"/>
                  </a:cubicBezTo>
                  <a:cubicBezTo>
                    <a:pt x="79371" y="74914"/>
                    <a:pt x="94027" y="61735"/>
                    <a:pt x="94027" y="41541"/>
                  </a:cubicBezTo>
                  <a:cubicBezTo>
                    <a:pt x="94027" y="15821"/>
                    <a:pt x="71512" y="92"/>
                    <a:pt x="44324" y="92"/>
                  </a:cubicBezTo>
                  <a:cubicBezTo>
                    <a:pt x="17986" y="92"/>
                    <a:pt x="144" y="18585"/>
                    <a:pt x="144" y="38140"/>
                  </a:cubicBezTo>
                  <a:cubicBezTo>
                    <a:pt x="144" y="48981"/>
                    <a:pt x="9277" y="50044"/>
                    <a:pt x="11401" y="50044"/>
                  </a:cubicBezTo>
                  <a:cubicBezTo>
                    <a:pt x="16499" y="50044"/>
                    <a:pt x="22659" y="46430"/>
                    <a:pt x="22659" y="38778"/>
                  </a:cubicBezTo>
                  <a:cubicBezTo>
                    <a:pt x="22659" y="34952"/>
                    <a:pt x="21172" y="27512"/>
                    <a:pt x="10127" y="27512"/>
                  </a:cubicBezTo>
                  <a:cubicBezTo>
                    <a:pt x="16711" y="12420"/>
                    <a:pt x="31155" y="7744"/>
                    <a:pt x="41138" y="7744"/>
                  </a:cubicBezTo>
                  <a:cubicBezTo>
                    <a:pt x="62378" y="7744"/>
                    <a:pt x="73424" y="24324"/>
                    <a:pt x="73424" y="41541"/>
                  </a:cubicBezTo>
                  <a:cubicBezTo>
                    <a:pt x="73424" y="60034"/>
                    <a:pt x="60254" y="74701"/>
                    <a:pt x="53457" y="82353"/>
                  </a:cubicBezTo>
                  <a:lnTo>
                    <a:pt x="2268" y="132943"/>
                  </a:lnTo>
                  <a:cubicBezTo>
                    <a:pt x="144" y="134857"/>
                    <a:pt x="144" y="135282"/>
                    <a:pt x="144" y="141233"/>
                  </a:cubicBezTo>
                  <a:lnTo>
                    <a:pt x="87655" y="141233"/>
                  </a:lnTo>
                  <a:lnTo>
                    <a:pt x="94027" y="102547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7672D4-134A-2BD7-1699-C663AEA4C0E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080026" y="5256369"/>
              <a:ext cx="35502" cy="90794"/>
            </a:xfrm>
            <a:custGeom>
              <a:avLst/>
              <a:gdLst>
                <a:gd name="csX0" fmla="*/ 35650 w 35502"/>
                <a:gd name="csY0" fmla="*/ 31975 h 90794"/>
                <a:gd name="csX1" fmla="*/ 16230 w 35502"/>
                <a:gd name="csY1" fmla="*/ 90 h 90794"/>
                <a:gd name="csX2" fmla="*/ 148 w 35502"/>
                <a:gd name="csY2" fmla="*/ 16184 h 90794"/>
                <a:gd name="csX3" fmla="*/ 16230 w 35502"/>
                <a:gd name="csY3" fmla="*/ 32278 h 90794"/>
                <a:gd name="csX4" fmla="*/ 26851 w 35502"/>
                <a:gd name="csY4" fmla="*/ 28331 h 90794"/>
                <a:gd name="csX5" fmla="*/ 28368 w 35502"/>
                <a:gd name="csY5" fmla="*/ 27420 h 90794"/>
                <a:gd name="csX6" fmla="*/ 28975 w 35502"/>
                <a:gd name="csY6" fmla="*/ 31975 h 90794"/>
                <a:gd name="csX7" fmla="*/ 8341 w 35502"/>
                <a:gd name="csY7" fmla="*/ 82686 h 90794"/>
                <a:gd name="csX8" fmla="*/ 5003 w 35502"/>
                <a:gd name="csY8" fmla="*/ 87545 h 90794"/>
                <a:gd name="csX9" fmla="*/ 8038 w 35502"/>
                <a:gd name="csY9" fmla="*/ 90885 h 90794"/>
                <a:gd name="csX10" fmla="*/ 35650 w 3550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02" h="90794">
                  <a:moveTo>
                    <a:pt x="35650" y="31975"/>
                  </a:moveTo>
                  <a:cubicBezTo>
                    <a:pt x="35650" y="11933"/>
                    <a:pt x="28064" y="90"/>
                    <a:pt x="16230" y="90"/>
                  </a:cubicBezTo>
                  <a:cubicBezTo>
                    <a:pt x="6217" y="90"/>
                    <a:pt x="148" y="7682"/>
                    <a:pt x="148" y="16184"/>
                  </a:cubicBezTo>
                  <a:cubicBezTo>
                    <a:pt x="148" y="24383"/>
                    <a:pt x="6217" y="32278"/>
                    <a:pt x="16230" y="32278"/>
                  </a:cubicBezTo>
                  <a:cubicBezTo>
                    <a:pt x="19872" y="32278"/>
                    <a:pt x="23816" y="31064"/>
                    <a:pt x="26851" y="28331"/>
                  </a:cubicBezTo>
                  <a:cubicBezTo>
                    <a:pt x="27761" y="27723"/>
                    <a:pt x="28064" y="27420"/>
                    <a:pt x="28368" y="27420"/>
                  </a:cubicBezTo>
                  <a:cubicBezTo>
                    <a:pt x="28671" y="27420"/>
                    <a:pt x="28975" y="27723"/>
                    <a:pt x="28975" y="31975"/>
                  </a:cubicBezTo>
                  <a:cubicBezTo>
                    <a:pt x="28975" y="54446"/>
                    <a:pt x="18354" y="72665"/>
                    <a:pt x="8341" y="82686"/>
                  </a:cubicBezTo>
                  <a:cubicBezTo>
                    <a:pt x="5003" y="86026"/>
                    <a:pt x="5003" y="86634"/>
                    <a:pt x="5003" y="87545"/>
                  </a:cubicBezTo>
                  <a:cubicBezTo>
                    <a:pt x="5003" y="89670"/>
                    <a:pt x="6520" y="90885"/>
                    <a:pt x="8038" y="90885"/>
                  </a:cubicBezTo>
                  <a:cubicBezTo>
                    <a:pt x="11375" y="90885"/>
                    <a:pt x="35650" y="67503"/>
                    <a:pt x="35650" y="3197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4D198E-814A-F15A-BD79-88FB4576842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214885" y="5256369"/>
              <a:ext cx="32164" cy="32188"/>
            </a:xfrm>
            <a:custGeom>
              <a:avLst/>
              <a:gdLst>
                <a:gd name="csX0" fmla="*/ 32317 w 32164"/>
                <a:gd name="csY0" fmla="*/ 16184 h 32188"/>
                <a:gd name="csX1" fmla="*/ 16235 w 32164"/>
                <a:gd name="csY1" fmla="*/ 90 h 32188"/>
                <a:gd name="csX2" fmla="*/ 153 w 32164"/>
                <a:gd name="csY2" fmla="*/ 16184 h 32188"/>
                <a:gd name="csX3" fmla="*/ 16235 w 32164"/>
                <a:gd name="csY3" fmla="*/ 32278 h 32188"/>
                <a:gd name="csX4" fmla="*/ 32317 w 32164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64" h="32188">
                  <a:moveTo>
                    <a:pt x="32317" y="16184"/>
                  </a:moveTo>
                  <a:cubicBezTo>
                    <a:pt x="32317" y="7378"/>
                    <a:pt x="25034" y="90"/>
                    <a:pt x="16235" y="90"/>
                  </a:cubicBezTo>
                  <a:cubicBezTo>
                    <a:pt x="7435" y="90"/>
                    <a:pt x="153" y="7378"/>
                    <a:pt x="153" y="16184"/>
                  </a:cubicBezTo>
                  <a:cubicBezTo>
                    <a:pt x="153" y="24990"/>
                    <a:pt x="7435" y="32278"/>
                    <a:pt x="16235" y="32278"/>
                  </a:cubicBezTo>
                  <a:cubicBezTo>
                    <a:pt x="25034" y="32278"/>
                    <a:pt x="32317" y="24990"/>
                    <a:pt x="32317" y="16184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C006D7A-D703-5154-54A2-AF00C375B844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349745" y="5256369"/>
              <a:ext cx="32164" cy="32188"/>
            </a:xfrm>
            <a:custGeom>
              <a:avLst/>
              <a:gdLst>
                <a:gd name="csX0" fmla="*/ 32321 w 32164"/>
                <a:gd name="csY0" fmla="*/ 16184 h 32188"/>
                <a:gd name="csX1" fmla="*/ 16239 w 32164"/>
                <a:gd name="csY1" fmla="*/ 90 h 32188"/>
                <a:gd name="csX2" fmla="*/ 157 w 32164"/>
                <a:gd name="csY2" fmla="*/ 16184 h 32188"/>
                <a:gd name="csX3" fmla="*/ 16239 w 32164"/>
                <a:gd name="csY3" fmla="*/ 32278 h 32188"/>
                <a:gd name="csX4" fmla="*/ 32321 w 32164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64" h="32188">
                  <a:moveTo>
                    <a:pt x="32321" y="16184"/>
                  </a:moveTo>
                  <a:cubicBezTo>
                    <a:pt x="32321" y="7378"/>
                    <a:pt x="25039" y="90"/>
                    <a:pt x="16239" y="90"/>
                  </a:cubicBezTo>
                  <a:cubicBezTo>
                    <a:pt x="7440" y="90"/>
                    <a:pt x="157" y="7378"/>
                    <a:pt x="157" y="16184"/>
                  </a:cubicBezTo>
                  <a:cubicBezTo>
                    <a:pt x="157" y="24990"/>
                    <a:pt x="7440" y="32278"/>
                    <a:pt x="16239" y="32278"/>
                  </a:cubicBezTo>
                  <a:cubicBezTo>
                    <a:pt x="25039" y="32278"/>
                    <a:pt x="32321" y="24990"/>
                    <a:pt x="32321" y="16184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0DAB0F5-64F5-AE5A-3C65-DA13441D731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484604" y="5256369"/>
              <a:ext cx="32164" cy="32188"/>
            </a:xfrm>
            <a:custGeom>
              <a:avLst/>
              <a:gdLst>
                <a:gd name="csX0" fmla="*/ 32326 w 32164"/>
                <a:gd name="csY0" fmla="*/ 16184 h 32188"/>
                <a:gd name="csX1" fmla="*/ 16244 w 32164"/>
                <a:gd name="csY1" fmla="*/ 90 h 32188"/>
                <a:gd name="csX2" fmla="*/ 161 w 32164"/>
                <a:gd name="csY2" fmla="*/ 16184 h 32188"/>
                <a:gd name="csX3" fmla="*/ 16244 w 32164"/>
                <a:gd name="csY3" fmla="*/ 32278 h 32188"/>
                <a:gd name="csX4" fmla="*/ 32326 w 32164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64" h="32188">
                  <a:moveTo>
                    <a:pt x="32326" y="16184"/>
                  </a:moveTo>
                  <a:cubicBezTo>
                    <a:pt x="32326" y="7378"/>
                    <a:pt x="25043" y="90"/>
                    <a:pt x="16244" y="90"/>
                  </a:cubicBezTo>
                  <a:cubicBezTo>
                    <a:pt x="7444" y="90"/>
                    <a:pt x="161" y="7378"/>
                    <a:pt x="161" y="16184"/>
                  </a:cubicBezTo>
                  <a:cubicBezTo>
                    <a:pt x="161" y="24990"/>
                    <a:pt x="7444" y="32278"/>
                    <a:pt x="16244" y="32278"/>
                  </a:cubicBezTo>
                  <a:cubicBezTo>
                    <a:pt x="25043" y="32278"/>
                    <a:pt x="32326" y="24990"/>
                    <a:pt x="32326" y="16184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E75FA1-5699-0CF4-DAEB-DA6AE8D3A97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619464" y="5256369"/>
              <a:ext cx="35502" cy="90794"/>
            </a:xfrm>
            <a:custGeom>
              <a:avLst/>
              <a:gdLst>
                <a:gd name="csX0" fmla="*/ 35668 w 35502"/>
                <a:gd name="csY0" fmla="*/ 31975 h 90794"/>
                <a:gd name="csX1" fmla="*/ 16248 w 35502"/>
                <a:gd name="csY1" fmla="*/ 90 h 90794"/>
                <a:gd name="csX2" fmla="*/ 166 w 35502"/>
                <a:gd name="csY2" fmla="*/ 16184 h 90794"/>
                <a:gd name="csX3" fmla="*/ 16248 w 35502"/>
                <a:gd name="csY3" fmla="*/ 32278 h 90794"/>
                <a:gd name="csX4" fmla="*/ 26868 w 35502"/>
                <a:gd name="csY4" fmla="*/ 28331 h 90794"/>
                <a:gd name="csX5" fmla="*/ 28385 w 35502"/>
                <a:gd name="csY5" fmla="*/ 27420 h 90794"/>
                <a:gd name="csX6" fmla="*/ 28992 w 35502"/>
                <a:gd name="csY6" fmla="*/ 31975 h 90794"/>
                <a:gd name="csX7" fmla="*/ 8359 w 35502"/>
                <a:gd name="csY7" fmla="*/ 82686 h 90794"/>
                <a:gd name="csX8" fmla="*/ 5021 w 35502"/>
                <a:gd name="csY8" fmla="*/ 87545 h 90794"/>
                <a:gd name="csX9" fmla="*/ 8055 w 35502"/>
                <a:gd name="csY9" fmla="*/ 90885 h 90794"/>
                <a:gd name="csX10" fmla="*/ 35668 w 3550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02" h="90794">
                  <a:moveTo>
                    <a:pt x="35668" y="31975"/>
                  </a:moveTo>
                  <a:cubicBezTo>
                    <a:pt x="35668" y="11933"/>
                    <a:pt x="28082" y="90"/>
                    <a:pt x="16248" y="90"/>
                  </a:cubicBezTo>
                  <a:cubicBezTo>
                    <a:pt x="6235" y="90"/>
                    <a:pt x="166" y="7682"/>
                    <a:pt x="166" y="16184"/>
                  </a:cubicBezTo>
                  <a:cubicBezTo>
                    <a:pt x="166" y="24383"/>
                    <a:pt x="6235" y="32278"/>
                    <a:pt x="16248" y="32278"/>
                  </a:cubicBezTo>
                  <a:cubicBezTo>
                    <a:pt x="19889" y="32278"/>
                    <a:pt x="23834" y="31064"/>
                    <a:pt x="26868" y="28331"/>
                  </a:cubicBezTo>
                  <a:cubicBezTo>
                    <a:pt x="27779" y="27723"/>
                    <a:pt x="28082" y="27420"/>
                    <a:pt x="28385" y="27420"/>
                  </a:cubicBezTo>
                  <a:cubicBezTo>
                    <a:pt x="28689" y="27420"/>
                    <a:pt x="28992" y="27723"/>
                    <a:pt x="28992" y="31975"/>
                  </a:cubicBezTo>
                  <a:cubicBezTo>
                    <a:pt x="28992" y="54446"/>
                    <a:pt x="18372" y="72665"/>
                    <a:pt x="8359" y="82686"/>
                  </a:cubicBezTo>
                  <a:cubicBezTo>
                    <a:pt x="5021" y="86026"/>
                    <a:pt x="5021" y="86634"/>
                    <a:pt x="5021" y="87545"/>
                  </a:cubicBezTo>
                  <a:cubicBezTo>
                    <a:pt x="5021" y="89670"/>
                    <a:pt x="6538" y="90885"/>
                    <a:pt x="8055" y="90885"/>
                  </a:cubicBezTo>
                  <a:cubicBezTo>
                    <a:pt x="11393" y="90885"/>
                    <a:pt x="35668" y="67503"/>
                    <a:pt x="35668" y="3197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13D1426-D7C5-E4CF-E843-47DF610DBB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737028" y="5154339"/>
              <a:ext cx="151111" cy="137558"/>
            </a:xfrm>
            <a:custGeom>
              <a:avLst/>
              <a:gdLst>
                <a:gd name="csX0" fmla="*/ 92718 w 151111"/>
                <a:gd name="csY0" fmla="*/ 42603 h 137558"/>
                <a:gd name="csX1" fmla="*/ 122758 w 151111"/>
                <a:gd name="csY1" fmla="*/ 6771 h 137558"/>
                <a:gd name="csX2" fmla="*/ 137930 w 151111"/>
                <a:gd name="csY2" fmla="*/ 10718 h 137558"/>
                <a:gd name="csX3" fmla="*/ 123365 w 151111"/>
                <a:gd name="csY3" fmla="*/ 27116 h 137558"/>
                <a:gd name="csX4" fmla="*/ 134896 w 151111"/>
                <a:gd name="csY4" fmla="*/ 37744 h 137558"/>
                <a:gd name="csX5" fmla="*/ 151281 w 151111"/>
                <a:gd name="csY5" fmla="*/ 20132 h 137558"/>
                <a:gd name="csX6" fmla="*/ 123062 w 151111"/>
                <a:gd name="csY6" fmla="*/ 90 h 137558"/>
                <a:gd name="csX7" fmla="*/ 91201 w 151111"/>
                <a:gd name="csY7" fmla="*/ 23168 h 137558"/>
                <a:gd name="csX8" fmla="*/ 58430 w 151111"/>
                <a:gd name="csY8" fmla="*/ 90 h 137558"/>
                <a:gd name="csX9" fmla="*/ 9577 w 151111"/>
                <a:gd name="csY9" fmla="*/ 46854 h 137558"/>
                <a:gd name="csX10" fmla="*/ 13218 w 151111"/>
                <a:gd name="csY10" fmla="*/ 49891 h 137558"/>
                <a:gd name="csX11" fmla="*/ 17163 w 151111"/>
                <a:gd name="csY11" fmla="*/ 46550 h 137558"/>
                <a:gd name="csX12" fmla="*/ 57823 w 151111"/>
                <a:gd name="csY12" fmla="*/ 6771 h 137558"/>
                <a:gd name="csX13" fmla="*/ 74209 w 151111"/>
                <a:gd name="csY13" fmla="*/ 27116 h 137558"/>
                <a:gd name="csX14" fmla="*/ 57823 w 151111"/>
                <a:gd name="csY14" fmla="*/ 99387 h 137558"/>
                <a:gd name="csX15" fmla="*/ 28997 w 151111"/>
                <a:gd name="csY15" fmla="*/ 130968 h 137558"/>
                <a:gd name="csX16" fmla="*/ 13825 w 151111"/>
                <a:gd name="csY16" fmla="*/ 127021 h 137558"/>
                <a:gd name="csX17" fmla="*/ 28086 w 151111"/>
                <a:gd name="csY17" fmla="*/ 110623 h 137558"/>
                <a:gd name="csX18" fmla="*/ 16859 w 151111"/>
                <a:gd name="csY18" fmla="*/ 99995 h 137558"/>
                <a:gd name="csX19" fmla="*/ 170 w 151111"/>
                <a:gd name="csY19" fmla="*/ 117607 h 137558"/>
                <a:gd name="csX20" fmla="*/ 28693 w 151111"/>
                <a:gd name="csY20" fmla="*/ 137649 h 137558"/>
                <a:gd name="csX21" fmla="*/ 60554 w 151111"/>
                <a:gd name="csY21" fmla="*/ 114570 h 137558"/>
                <a:gd name="csX22" fmla="*/ 93325 w 151111"/>
                <a:gd name="csY22" fmla="*/ 137649 h 137558"/>
                <a:gd name="csX23" fmla="*/ 141875 w 151111"/>
                <a:gd name="csY23" fmla="*/ 90885 h 137558"/>
                <a:gd name="csX24" fmla="*/ 138234 w 151111"/>
                <a:gd name="csY24" fmla="*/ 87848 h 137558"/>
                <a:gd name="csX25" fmla="*/ 134289 w 151111"/>
                <a:gd name="csY25" fmla="*/ 91189 h 137558"/>
                <a:gd name="csX26" fmla="*/ 93932 w 151111"/>
                <a:gd name="csY26" fmla="*/ 130968 h 137558"/>
                <a:gd name="csX27" fmla="*/ 77243 w 151111"/>
                <a:gd name="csY27" fmla="*/ 110927 h 137558"/>
                <a:gd name="csX28" fmla="*/ 82401 w 151111"/>
                <a:gd name="csY28" fmla="*/ 84204 h 137558"/>
                <a:gd name="csX29" fmla="*/ 92718 w 151111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111" h="137558">
                  <a:moveTo>
                    <a:pt x="92718" y="42603"/>
                  </a:moveTo>
                  <a:cubicBezTo>
                    <a:pt x="94539" y="34708"/>
                    <a:pt x="101518" y="6771"/>
                    <a:pt x="122758" y="6771"/>
                  </a:cubicBezTo>
                  <a:cubicBezTo>
                    <a:pt x="124276" y="6771"/>
                    <a:pt x="131558" y="6771"/>
                    <a:pt x="137930" y="10718"/>
                  </a:cubicBezTo>
                  <a:cubicBezTo>
                    <a:pt x="129434" y="12237"/>
                    <a:pt x="123365" y="19828"/>
                    <a:pt x="123365" y="27116"/>
                  </a:cubicBezTo>
                  <a:cubicBezTo>
                    <a:pt x="123365" y="31975"/>
                    <a:pt x="126703" y="37744"/>
                    <a:pt x="134896" y="37744"/>
                  </a:cubicBezTo>
                  <a:cubicBezTo>
                    <a:pt x="141572" y="37744"/>
                    <a:pt x="151281" y="32278"/>
                    <a:pt x="151281" y="20132"/>
                  </a:cubicBezTo>
                  <a:cubicBezTo>
                    <a:pt x="151281" y="4341"/>
                    <a:pt x="133379" y="90"/>
                    <a:pt x="123062" y="90"/>
                  </a:cubicBezTo>
                  <a:cubicBezTo>
                    <a:pt x="105463" y="90"/>
                    <a:pt x="94842" y="16184"/>
                    <a:pt x="91201" y="23168"/>
                  </a:cubicBezTo>
                  <a:cubicBezTo>
                    <a:pt x="83615" y="3127"/>
                    <a:pt x="67230" y="90"/>
                    <a:pt x="58430" y="90"/>
                  </a:cubicBezTo>
                  <a:cubicBezTo>
                    <a:pt x="26873" y="90"/>
                    <a:pt x="9577" y="39263"/>
                    <a:pt x="9577" y="46854"/>
                  </a:cubicBezTo>
                  <a:cubicBezTo>
                    <a:pt x="9577" y="49891"/>
                    <a:pt x="12611" y="49891"/>
                    <a:pt x="13218" y="49891"/>
                  </a:cubicBezTo>
                  <a:cubicBezTo>
                    <a:pt x="15646" y="49891"/>
                    <a:pt x="16556" y="49283"/>
                    <a:pt x="17163" y="46550"/>
                  </a:cubicBezTo>
                  <a:cubicBezTo>
                    <a:pt x="27480" y="14362"/>
                    <a:pt x="47506" y="6771"/>
                    <a:pt x="57823" y="6771"/>
                  </a:cubicBezTo>
                  <a:cubicBezTo>
                    <a:pt x="63588" y="6771"/>
                    <a:pt x="74209" y="9504"/>
                    <a:pt x="74209" y="27116"/>
                  </a:cubicBezTo>
                  <a:cubicBezTo>
                    <a:pt x="74209" y="36530"/>
                    <a:pt x="69050" y="56875"/>
                    <a:pt x="57823" y="99387"/>
                  </a:cubicBezTo>
                  <a:cubicBezTo>
                    <a:pt x="52968" y="118214"/>
                    <a:pt x="42348" y="130968"/>
                    <a:pt x="28997" y="130968"/>
                  </a:cubicBezTo>
                  <a:cubicBezTo>
                    <a:pt x="27176" y="130968"/>
                    <a:pt x="20197" y="130968"/>
                    <a:pt x="13825" y="127021"/>
                  </a:cubicBezTo>
                  <a:cubicBezTo>
                    <a:pt x="21411" y="125502"/>
                    <a:pt x="28086" y="119125"/>
                    <a:pt x="28086" y="110623"/>
                  </a:cubicBezTo>
                  <a:cubicBezTo>
                    <a:pt x="28086" y="102424"/>
                    <a:pt x="21411" y="99995"/>
                    <a:pt x="16859" y="99995"/>
                  </a:cubicBezTo>
                  <a:cubicBezTo>
                    <a:pt x="7756" y="99995"/>
                    <a:pt x="170" y="107890"/>
                    <a:pt x="170" y="117607"/>
                  </a:cubicBezTo>
                  <a:cubicBezTo>
                    <a:pt x="170" y="131576"/>
                    <a:pt x="15342" y="137649"/>
                    <a:pt x="28693" y="137649"/>
                  </a:cubicBezTo>
                  <a:cubicBezTo>
                    <a:pt x="48720" y="137649"/>
                    <a:pt x="59644" y="116392"/>
                    <a:pt x="60554" y="114570"/>
                  </a:cubicBezTo>
                  <a:cubicBezTo>
                    <a:pt x="64195" y="125806"/>
                    <a:pt x="75119" y="137649"/>
                    <a:pt x="93325" y="137649"/>
                  </a:cubicBezTo>
                  <a:cubicBezTo>
                    <a:pt x="124579" y="137649"/>
                    <a:pt x="141875" y="98476"/>
                    <a:pt x="141875" y="90885"/>
                  </a:cubicBezTo>
                  <a:cubicBezTo>
                    <a:pt x="141875" y="87848"/>
                    <a:pt x="139144" y="87848"/>
                    <a:pt x="138234" y="87848"/>
                  </a:cubicBezTo>
                  <a:cubicBezTo>
                    <a:pt x="135503" y="87848"/>
                    <a:pt x="134896" y="89063"/>
                    <a:pt x="134289" y="91189"/>
                  </a:cubicBezTo>
                  <a:cubicBezTo>
                    <a:pt x="124276" y="123680"/>
                    <a:pt x="103642" y="130968"/>
                    <a:pt x="93932" y="130968"/>
                  </a:cubicBezTo>
                  <a:cubicBezTo>
                    <a:pt x="82098" y="130968"/>
                    <a:pt x="77243" y="121251"/>
                    <a:pt x="77243" y="110927"/>
                  </a:cubicBezTo>
                  <a:cubicBezTo>
                    <a:pt x="77243" y="104246"/>
                    <a:pt x="79064" y="97565"/>
                    <a:pt x="82401" y="84204"/>
                  </a:cubicBezTo>
                  <a:lnTo>
                    <a:pt x="92718" y="4260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08DDFBF-5C6C-CADD-BE0A-ED53D1A42CBD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911633" y="5240366"/>
              <a:ext cx="129779" cy="95865"/>
            </a:xfrm>
            <a:custGeom>
              <a:avLst/>
              <a:gdLst>
                <a:gd name="csX0" fmla="*/ 16106 w 129779"/>
                <a:gd name="csY0" fmla="*/ 80440 h 95865"/>
                <a:gd name="csX1" fmla="*/ 13982 w 129779"/>
                <a:gd name="csY1" fmla="*/ 89156 h 95865"/>
                <a:gd name="csX2" fmla="*/ 21204 w 129779"/>
                <a:gd name="csY2" fmla="*/ 95958 h 95865"/>
                <a:gd name="csX3" fmla="*/ 29488 w 129779"/>
                <a:gd name="csY3" fmla="*/ 91281 h 95865"/>
                <a:gd name="csX4" fmla="*/ 33311 w 129779"/>
                <a:gd name="csY4" fmla="*/ 78102 h 95865"/>
                <a:gd name="csX5" fmla="*/ 37984 w 129779"/>
                <a:gd name="csY5" fmla="*/ 58972 h 95865"/>
                <a:gd name="csX6" fmla="*/ 41595 w 129779"/>
                <a:gd name="csY6" fmla="*/ 44730 h 95865"/>
                <a:gd name="csX7" fmla="*/ 50516 w 129779"/>
                <a:gd name="csY7" fmla="*/ 25599 h 95865"/>
                <a:gd name="csX8" fmla="*/ 82377 w 129779"/>
                <a:gd name="csY8" fmla="*/ 6043 h 95865"/>
                <a:gd name="csX9" fmla="*/ 94909 w 129779"/>
                <a:gd name="csY9" fmla="*/ 20923 h 95865"/>
                <a:gd name="csX10" fmla="*/ 82377 w 129779"/>
                <a:gd name="csY10" fmla="*/ 66199 h 95865"/>
                <a:gd name="csX11" fmla="*/ 79191 w 129779"/>
                <a:gd name="csY11" fmla="*/ 77677 h 95865"/>
                <a:gd name="csX12" fmla="*/ 99369 w 129779"/>
                <a:gd name="csY12" fmla="*/ 95958 h 95865"/>
                <a:gd name="csX13" fmla="*/ 129956 w 129779"/>
                <a:gd name="csY13" fmla="*/ 63435 h 95865"/>
                <a:gd name="csX14" fmla="*/ 126557 w 129779"/>
                <a:gd name="csY14" fmla="*/ 60672 h 95865"/>
                <a:gd name="csX15" fmla="*/ 122521 w 129779"/>
                <a:gd name="csY15" fmla="*/ 64286 h 95865"/>
                <a:gd name="csX16" fmla="*/ 100006 w 129779"/>
                <a:gd name="csY16" fmla="*/ 90006 h 95865"/>
                <a:gd name="csX17" fmla="*/ 94696 w 129779"/>
                <a:gd name="csY17" fmla="*/ 82566 h 95865"/>
                <a:gd name="csX18" fmla="*/ 99582 w 129779"/>
                <a:gd name="csY18" fmla="*/ 65348 h 95865"/>
                <a:gd name="csX19" fmla="*/ 110839 w 129779"/>
                <a:gd name="csY19" fmla="*/ 24324 h 95865"/>
                <a:gd name="csX20" fmla="*/ 83226 w 129779"/>
                <a:gd name="csY20" fmla="*/ 92 h 95865"/>
                <a:gd name="csX21" fmla="*/ 47330 w 129779"/>
                <a:gd name="csY21" fmla="*/ 19435 h 95865"/>
                <a:gd name="csX22" fmla="*/ 24603 w 129779"/>
                <a:gd name="csY22" fmla="*/ 92 h 95865"/>
                <a:gd name="csX23" fmla="*/ 7823 w 129779"/>
                <a:gd name="csY23" fmla="*/ 11570 h 95865"/>
                <a:gd name="csX24" fmla="*/ 176 w 129779"/>
                <a:gd name="csY24" fmla="*/ 32614 h 95865"/>
                <a:gd name="csX25" fmla="*/ 3787 w 129779"/>
                <a:gd name="csY25" fmla="*/ 35377 h 95865"/>
                <a:gd name="csX26" fmla="*/ 8460 w 129779"/>
                <a:gd name="csY26" fmla="*/ 29000 h 95865"/>
                <a:gd name="csX27" fmla="*/ 23965 w 129779"/>
                <a:gd name="csY27" fmla="*/ 6043 h 95865"/>
                <a:gd name="csX28" fmla="*/ 30975 w 129779"/>
                <a:gd name="csY28" fmla="*/ 16459 h 95865"/>
                <a:gd name="csX29" fmla="*/ 27576 w 129779"/>
                <a:gd name="csY29" fmla="*/ 34102 h 95865"/>
                <a:gd name="csX30" fmla="*/ 22903 w 129779"/>
                <a:gd name="csY30" fmla="*/ 53232 h 95865"/>
                <a:gd name="csX31" fmla="*/ 16106 w 129779"/>
                <a:gd name="csY31" fmla="*/ 80440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79" h="95865">
                  <a:moveTo>
                    <a:pt x="16106" y="80440"/>
                  </a:moveTo>
                  <a:cubicBezTo>
                    <a:pt x="15257" y="83204"/>
                    <a:pt x="13982" y="88518"/>
                    <a:pt x="13982" y="89156"/>
                  </a:cubicBezTo>
                  <a:cubicBezTo>
                    <a:pt x="13982" y="93832"/>
                    <a:pt x="17806" y="95958"/>
                    <a:pt x="21204" y="95958"/>
                  </a:cubicBezTo>
                  <a:cubicBezTo>
                    <a:pt x="25027" y="95958"/>
                    <a:pt x="28426" y="93194"/>
                    <a:pt x="29488" y="91281"/>
                  </a:cubicBezTo>
                  <a:cubicBezTo>
                    <a:pt x="30550" y="89368"/>
                    <a:pt x="32249" y="82566"/>
                    <a:pt x="33311" y="78102"/>
                  </a:cubicBezTo>
                  <a:cubicBezTo>
                    <a:pt x="34373" y="74064"/>
                    <a:pt x="36710" y="64286"/>
                    <a:pt x="37984" y="58972"/>
                  </a:cubicBezTo>
                  <a:cubicBezTo>
                    <a:pt x="39259" y="54295"/>
                    <a:pt x="40533" y="49619"/>
                    <a:pt x="41595" y="44730"/>
                  </a:cubicBezTo>
                  <a:cubicBezTo>
                    <a:pt x="43932" y="36015"/>
                    <a:pt x="44356" y="34314"/>
                    <a:pt x="50516" y="25599"/>
                  </a:cubicBezTo>
                  <a:cubicBezTo>
                    <a:pt x="56463" y="17097"/>
                    <a:pt x="66446" y="6043"/>
                    <a:pt x="82377" y="6043"/>
                  </a:cubicBezTo>
                  <a:cubicBezTo>
                    <a:pt x="94696" y="6043"/>
                    <a:pt x="94909" y="16884"/>
                    <a:pt x="94909" y="20923"/>
                  </a:cubicBezTo>
                  <a:cubicBezTo>
                    <a:pt x="94909" y="33677"/>
                    <a:pt x="85775" y="57271"/>
                    <a:pt x="82377" y="66199"/>
                  </a:cubicBezTo>
                  <a:cubicBezTo>
                    <a:pt x="80040" y="72150"/>
                    <a:pt x="79191" y="74064"/>
                    <a:pt x="79191" y="77677"/>
                  </a:cubicBezTo>
                  <a:cubicBezTo>
                    <a:pt x="79191" y="88943"/>
                    <a:pt x="88537" y="95958"/>
                    <a:pt x="99369" y="95958"/>
                  </a:cubicBezTo>
                  <a:cubicBezTo>
                    <a:pt x="120610" y="95958"/>
                    <a:pt x="129956" y="66624"/>
                    <a:pt x="129956" y="63435"/>
                  </a:cubicBezTo>
                  <a:cubicBezTo>
                    <a:pt x="129956" y="60672"/>
                    <a:pt x="127194" y="60672"/>
                    <a:pt x="126557" y="60672"/>
                  </a:cubicBezTo>
                  <a:cubicBezTo>
                    <a:pt x="123583" y="60672"/>
                    <a:pt x="123371" y="61947"/>
                    <a:pt x="122521" y="64286"/>
                  </a:cubicBezTo>
                  <a:cubicBezTo>
                    <a:pt x="117636" y="81291"/>
                    <a:pt x="108503" y="90006"/>
                    <a:pt x="100006" y="90006"/>
                  </a:cubicBezTo>
                  <a:cubicBezTo>
                    <a:pt x="95546" y="90006"/>
                    <a:pt x="94696" y="87030"/>
                    <a:pt x="94696" y="82566"/>
                  </a:cubicBezTo>
                  <a:cubicBezTo>
                    <a:pt x="94696" y="77677"/>
                    <a:pt x="95758" y="74914"/>
                    <a:pt x="99582" y="65348"/>
                  </a:cubicBezTo>
                  <a:cubicBezTo>
                    <a:pt x="102131" y="58759"/>
                    <a:pt x="110839" y="36227"/>
                    <a:pt x="110839" y="24324"/>
                  </a:cubicBezTo>
                  <a:cubicBezTo>
                    <a:pt x="110839" y="3705"/>
                    <a:pt x="94484" y="92"/>
                    <a:pt x="83226" y="92"/>
                  </a:cubicBezTo>
                  <a:cubicBezTo>
                    <a:pt x="65597" y="92"/>
                    <a:pt x="53702" y="10932"/>
                    <a:pt x="47330" y="19435"/>
                  </a:cubicBezTo>
                  <a:cubicBezTo>
                    <a:pt x="45843" y="4768"/>
                    <a:pt x="33311" y="92"/>
                    <a:pt x="24603" y="92"/>
                  </a:cubicBezTo>
                  <a:cubicBezTo>
                    <a:pt x="15469" y="92"/>
                    <a:pt x="10584" y="6681"/>
                    <a:pt x="7823" y="11570"/>
                  </a:cubicBezTo>
                  <a:cubicBezTo>
                    <a:pt x="3150" y="19435"/>
                    <a:pt x="176" y="31551"/>
                    <a:pt x="176" y="32614"/>
                  </a:cubicBezTo>
                  <a:cubicBezTo>
                    <a:pt x="176" y="35377"/>
                    <a:pt x="3150" y="35377"/>
                    <a:pt x="3787" y="35377"/>
                  </a:cubicBezTo>
                  <a:cubicBezTo>
                    <a:pt x="6761" y="35377"/>
                    <a:pt x="6973" y="34739"/>
                    <a:pt x="8460" y="29000"/>
                  </a:cubicBezTo>
                  <a:cubicBezTo>
                    <a:pt x="11646" y="16459"/>
                    <a:pt x="15682" y="6043"/>
                    <a:pt x="23965" y="6043"/>
                  </a:cubicBezTo>
                  <a:cubicBezTo>
                    <a:pt x="29488" y="6043"/>
                    <a:pt x="30975" y="10720"/>
                    <a:pt x="30975" y="16459"/>
                  </a:cubicBezTo>
                  <a:cubicBezTo>
                    <a:pt x="30975" y="20498"/>
                    <a:pt x="29063" y="28363"/>
                    <a:pt x="27576" y="34102"/>
                  </a:cubicBezTo>
                  <a:cubicBezTo>
                    <a:pt x="26089" y="39841"/>
                    <a:pt x="23965" y="48556"/>
                    <a:pt x="22903" y="53232"/>
                  </a:cubicBezTo>
                  <a:lnTo>
                    <a:pt x="16106" y="80440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8401C15-12EA-0847-9889-08E2BAFD796C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084116" y="5060811"/>
              <a:ext cx="70397" cy="303661"/>
            </a:xfrm>
            <a:custGeom>
              <a:avLst/>
              <a:gdLst>
                <a:gd name="csX0" fmla="*/ 70579 w 70397"/>
                <a:gd name="csY0" fmla="*/ 151921 h 303661"/>
                <a:gd name="csX1" fmla="*/ 50552 w 70397"/>
                <a:gd name="csY1" fmla="*/ 57178 h 303661"/>
                <a:gd name="csX2" fmla="*/ 3216 w 70397"/>
                <a:gd name="csY2" fmla="*/ 90 h 303661"/>
                <a:gd name="csX3" fmla="*/ 181 w 70397"/>
                <a:gd name="csY3" fmla="*/ 3127 h 303661"/>
                <a:gd name="csX4" fmla="*/ 5947 w 70397"/>
                <a:gd name="csY4" fmla="*/ 10111 h 303661"/>
                <a:gd name="csX5" fmla="*/ 52979 w 70397"/>
                <a:gd name="csY5" fmla="*/ 151921 h 303661"/>
                <a:gd name="csX6" fmla="*/ 4126 w 70397"/>
                <a:gd name="csY6" fmla="*/ 295553 h 303661"/>
                <a:gd name="csX7" fmla="*/ 181 w 70397"/>
                <a:gd name="csY7" fmla="*/ 300715 h 303661"/>
                <a:gd name="csX8" fmla="*/ 3216 w 70397"/>
                <a:gd name="csY8" fmla="*/ 303751 h 303661"/>
                <a:gd name="csX9" fmla="*/ 51462 w 70397"/>
                <a:gd name="csY9" fmla="*/ 244538 h 303661"/>
                <a:gd name="csX10" fmla="*/ 70579 w 70397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97" h="303661">
                  <a:moveTo>
                    <a:pt x="70579" y="151921"/>
                  </a:moveTo>
                  <a:cubicBezTo>
                    <a:pt x="70579" y="128235"/>
                    <a:pt x="67241" y="91492"/>
                    <a:pt x="50552" y="57178"/>
                  </a:cubicBezTo>
                  <a:cubicBezTo>
                    <a:pt x="32346" y="19828"/>
                    <a:pt x="6250" y="90"/>
                    <a:pt x="3216" y="90"/>
                  </a:cubicBezTo>
                  <a:cubicBezTo>
                    <a:pt x="1395" y="90"/>
                    <a:pt x="181" y="1305"/>
                    <a:pt x="181" y="3127"/>
                  </a:cubicBezTo>
                  <a:cubicBezTo>
                    <a:pt x="181" y="4038"/>
                    <a:pt x="181" y="4645"/>
                    <a:pt x="5947" y="10111"/>
                  </a:cubicBezTo>
                  <a:cubicBezTo>
                    <a:pt x="35683" y="40173"/>
                    <a:pt x="52979" y="88456"/>
                    <a:pt x="52979" y="151921"/>
                  </a:cubicBezTo>
                  <a:cubicBezTo>
                    <a:pt x="52979" y="203847"/>
                    <a:pt x="41752" y="257291"/>
                    <a:pt x="4126" y="295553"/>
                  </a:cubicBezTo>
                  <a:cubicBezTo>
                    <a:pt x="181" y="299197"/>
                    <a:pt x="181" y="299804"/>
                    <a:pt x="181" y="300715"/>
                  </a:cubicBezTo>
                  <a:cubicBezTo>
                    <a:pt x="181" y="302537"/>
                    <a:pt x="1395" y="303751"/>
                    <a:pt x="3216" y="303751"/>
                  </a:cubicBezTo>
                  <a:cubicBezTo>
                    <a:pt x="6250" y="303751"/>
                    <a:pt x="33559" y="283102"/>
                    <a:pt x="51462" y="244538"/>
                  </a:cubicBezTo>
                  <a:cubicBezTo>
                    <a:pt x="66937" y="211135"/>
                    <a:pt x="70579" y="177428"/>
                    <a:pt x="70579" y="151921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A2986D1-97D9-2014-3619-A95785F27B5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286102" y="5177113"/>
              <a:ext cx="201784" cy="71056"/>
            </a:xfrm>
            <a:custGeom>
              <a:avLst/>
              <a:gdLst>
                <a:gd name="csX0" fmla="*/ 191656 w 201784"/>
                <a:gd name="csY0" fmla="*/ 12237 h 71056"/>
                <a:gd name="csX1" fmla="*/ 201973 w 201784"/>
                <a:gd name="csY1" fmla="*/ 6163 h 71056"/>
                <a:gd name="csX2" fmla="*/ 191960 w 201784"/>
                <a:gd name="csY2" fmla="*/ 90 h 71056"/>
                <a:gd name="csX3" fmla="*/ 10201 w 201784"/>
                <a:gd name="csY3" fmla="*/ 90 h 71056"/>
                <a:gd name="csX4" fmla="*/ 188 w 201784"/>
                <a:gd name="csY4" fmla="*/ 6163 h 71056"/>
                <a:gd name="csX5" fmla="*/ 10505 w 201784"/>
                <a:gd name="csY5" fmla="*/ 12237 h 71056"/>
                <a:gd name="csX6" fmla="*/ 191656 w 201784"/>
                <a:gd name="csY6" fmla="*/ 12237 h 71056"/>
                <a:gd name="csX7" fmla="*/ 191960 w 201784"/>
                <a:gd name="csY7" fmla="*/ 71147 h 71056"/>
                <a:gd name="csX8" fmla="*/ 201973 w 201784"/>
                <a:gd name="csY8" fmla="*/ 65074 h 71056"/>
                <a:gd name="csX9" fmla="*/ 191656 w 201784"/>
                <a:gd name="csY9" fmla="*/ 59000 h 71056"/>
                <a:gd name="csX10" fmla="*/ 10505 w 201784"/>
                <a:gd name="csY10" fmla="*/ 59000 h 71056"/>
                <a:gd name="csX11" fmla="*/ 188 w 201784"/>
                <a:gd name="csY11" fmla="*/ 65074 h 71056"/>
                <a:gd name="csX12" fmla="*/ 10201 w 201784"/>
                <a:gd name="csY12" fmla="*/ 71147 h 71056"/>
                <a:gd name="csX13" fmla="*/ 191960 w 201784"/>
                <a:gd name="csY13" fmla="*/ 71147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784" h="71056">
                  <a:moveTo>
                    <a:pt x="191656" y="12237"/>
                  </a:moveTo>
                  <a:cubicBezTo>
                    <a:pt x="196208" y="12237"/>
                    <a:pt x="201973" y="12237"/>
                    <a:pt x="201973" y="6163"/>
                  </a:cubicBezTo>
                  <a:cubicBezTo>
                    <a:pt x="201973" y="90"/>
                    <a:pt x="196208" y="90"/>
                    <a:pt x="191960" y="90"/>
                  </a:cubicBezTo>
                  <a:lnTo>
                    <a:pt x="10201" y="90"/>
                  </a:lnTo>
                  <a:cubicBezTo>
                    <a:pt x="5953" y="90"/>
                    <a:pt x="188" y="90"/>
                    <a:pt x="188" y="6163"/>
                  </a:cubicBezTo>
                  <a:cubicBezTo>
                    <a:pt x="188" y="12237"/>
                    <a:pt x="5953" y="12237"/>
                    <a:pt x="10505" y="12237"/>
                  </a:cubicBezTo>
                  <a:lnTo>
                    <a:pt x="191656" y="12237"/>
                  </a:lnTo>
                  <a:close/>
                  <a:moveTo>
                    <a:pt x="191960" y="71147"/>
                  </a:moveTo>
                  <a:cubicBezTo>
                    <a:pt x="196208" y="71147"/>
                    <a:pt x="201973" y="71147"/>
                    <a:pt x="201973" y="65074"/>
                  </a:cubicBezTo>
                  <a:cubicBezTo>
                    <a:pt x="201973" y="59000"/>
                    <a:pt x="196208" y="59000"/>
                    <a:pt x="191656" y="59000"/>
                  </a:cubicBezTo>
                  <a:lnTo>
                    <a:pt x="10505" y="59000"/>
                  </a:lnTo>
                  <a:cubicBezTo>
                    <a:pt x="5953" y="59000"/>
                    <a:pt x="188" y="59000"/>
                    <a:pt x="188" y="65074"/>
                  </a:cubicBezTo>
                  <a:cubicBezTo>
                    <a:pt x="188" y="71147"/>
                    <a:pt x="5953" y="71147"/>
                    <a:pt x="10201" y="71147"/>
                  </a:cubicBezTo>
                  <a:lnTo>
                    <a:pt x="191960" y="71147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26C4998-FE60-08D2-71E8-369F599099E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601539" y="5081156"/>
              <a:ext cx="216653" cy="207400"/>
            </a:xfrm>
            <a:custGeom>
              <a:avLst/>
              <a:gdLst>
                <a:gd name="csX0" fmla="*/ 80002 w 216653"/>
                <a:gd name="csY0" fmla="*/ 111534 h 207400"/>
                <a:gd name="csX1" fmla="*/ 131586 w 216653"/>
                <a:gd name="csY1" fmla="*/ 111534 h 207400"/>
                <a:gd name="csX2" fmla="*/ 216852 w 216653"/>
                <a:gd name="csY2" fmla="*/ 45943 h 207400"/>
                <a:gd name="csX3" fmla="*/ 157075 w 216653"/>
                <a:gd name="csY3" fmla="*/ 90 h 207400"/>
                <a:gd name="csX4" fmla="*/ 58762 w 216653"/>
                <a:gd name="csY4" fmla="*/ 90 h 207400"/>
                <a:gd name="csX5" fmla="*/ 49659 w 216653"/>
                <a:gd name="csY5" fmla="*/ 5860 h 207400"/>
                <a:gd name="csX6" fmla="*/ 58458 w 216653"/>
                <a:gd name="csY6" fmla="*/ 9504 h 207400"/>
                <a:gd name="csX7" fmla="*/ 71506 w 216653"/>
                <a:gd name="csY7" fmla="*/ 10111 h 207400"/>
                <a:gd name="csX8" fmla="*/ 78182 w 216653"/>
                <a:gd name="csY8" fmla="*/ 14970 h 207400"/>
                <a:gd name="csX9" fmla="*/ 76968 w 216653"/>
                <a:gd name="csY9" fmla="*/ 20739 h 207400"/>
                <a:gd name="csX10" fmla="*/ 36307 w 216653"/>
                <a:gd name="csY10" fmla="*/ 183805 h 207400"/>
                <a:gd name="csX11" fmla="*/ 8695 w 216653"/>
                <a:gd name="csY11" fmla="*/ 198077 h 207400"/>
                <a:gd name="csX12" fmla="*/ 199 w 216653"/>
                <a:gd name="csY12" fmla="*/ 203847 h 207400"/>
                <a:gd name="csX13" fmla="*/ 4750 w 216653"/>
                <a:gd name="csY13" fmla="*/ 207491 h 207400"/>
                <a:gd name="csX14" fmla="*/ 43287 w 216653"/>
                <a:gd name="csY14" fmla="*/ 206580 h 207400"/>
                <a:gd name="csX15" fmla="*/ 62706 w 216653"/>
                <a:gd name="csY15" fmla="*/ 206884 h 207400"/>
                <a:gd name="csX16" fmla="*/ 82430 w 216653"/>
                <a:gd name="csY16" fmla="*/ 207491 h 207400"/>
                <a:gd name="csX17" fmla="*/ 88498 w 216653"/>
                <a:gd name="csY17" fmla="*/ 201418 h 207400"/>
                <a:gd name="csX18" fmla="*/ 80002 w 216653"/>
                <a:gd name="csY18" fmla="*/ 198077 h 207400"/>
                <a:gd name="csX19" fmla="*/ 60279 w 216653"/>
                <a:gd name="csY19" fmla="*/ 192611 h 207400"/>
                <a:gd name="csX20" fmla="*/ 61189 w 216653"/>
                <a:gd name="csY20" fmla="*/ 187449 h 207400"/>
                <a:gd name="csX21" fmla="*/ 80002 w 216653"/>
                <a:gd name="csY21" fmla="*/ 111534 h 207400"/>
                <a:gd name="csX22" fmla="*/ 101850 w 216653"/>
                <a:gd name="csY22" fmla="*/ 21043 h 207400"/>
                <a:gd name="csX23" fmla="*/ 118235 w 216653"/>
                <a:gd name="csY23" fmla="*/ 9504 h 207400"/>
                <a:gd name="csX24" fmla="*/ 147365 w 216653"/>
                <a:gd name="csY24" fmla="*/ 9504 h 207400"/>
                <a:gd name="csX25" fmla="*/ 188632 w 216653"/>
                <a:gd name="csY25" fmla="*/ 38655 h 207400"/>
                <a:gd name="csX26" fmla="*/ 170730 w 216653"/>
                <a:gd name="csY26" fmla="*/ 87545 h 207400"/>
                <a:gd name="csX27" fmla="*/ 124001 w 216653"/>
                <a:gd name="csY27" fmla="*/ 103639 h 207400"/>
                <a:gd name="csX28" fmla="*/ 81216 w 216653"/>
                <a:gd name="csY28" fmla="*/ 103639 h 207400"/>
                <a:gd name="csX29" fmla="*/ 101850 w 216653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53" h="207400">
                  <a:moveTo>
                    <a:pt x="80002" y="111534"/>
                  </a:moveTo>
                  <a:lnTo>
                    <a:pt x="131586" y="111534"/>
                  </a:lnTo>
                  <a:cubicBezTo>
                    <a:pt x="174674" y="111534"/>
                    <a:pt x="216852" y="79953"/>
                    <a:pt x="216852" y="45943"/>
                  </a:cubicBezTo>
                  <a:cubicBezTo>
                    <a:pt x="216852" y="22561"/>
                    <a:pt x="196825" y="90"/>
                    <a:pt x="157075" y="90"/>
                  </a:cubicBezTo>
                  <a:lnTo>
                    <a:pt x="58762" y="90"/>
                  </a:lnTo>
                  <a:cubicBezTo>
                    <a:pt x="52996" y="90"/>
                    <a:pt x="49659" y="90"/>
                    <a:pt x="49659" y="5860"/>
                  </a:cubicBezTo>
                  <a:cubicBezTo>
                    <a:pt x="49659" y="9504"/>
                    <a:pt x="52390" y="9504"/>
                    <a:pt x="58458" y="9504"/>
                  </a:cubicBezTo>
                  <a:cubicBezTo>
                    <a:pt x="62403" y="9504"/>
                    <a:pt x="67865" y="9807"/>
                    <a:pt x="71506" y="10111"/>
                  </a:cubicBezTo>
                  <a:cubicBezTo>
                    <a:pt x="76361" y="10718"/>
                    <a:pt x="78182" y="11629"/>
                    <a:pt x="78182" y="14970"/>
                  </a:cubicBezTo>
                  <a:cubicBezTo>
                    <a:pt x="78182" y="16184"/>
                    <a:pt x="77878" y="17095"/>
                    <a:pt x="76968" y="20739"/>
                  </a:cubicBezTo>
                  <a:lnTo>
                    <a:pt x="36307" y="183805"/>
                  </a:lnTo>
                  <a:cubicBezTo>
                    <a:pt x="33273" y="195648"/>
                    <a:pt x="32666" y="198077"/>
                    <a:pt x="8695" y="198077"/>
                  </a:cubicBezTo>
                  <a:cubicBezTo>
                    <a:pt x="3536" y="198077"/>
                    <a:pt x="199" y="198077"/>
                    <a:pt x="199" y="203847"/>
                  </a:cubicBezTo>
                  <a:cubicBezTo>
                    <a:pt x="199" y="207491"/>
                    <a:pt x="3840" y="207491"/>
                    <a:pt x="4750" y="207491"/>
                  </a:cubicBezTo>
                  <a:cubicBezTo>
                    <a:pt x="13246" y="207491"/>
                    <a:pt x="34790" y="206580"/>
                    <a:pt x="43287" y="206580"/>
                  </a:cubicBezTo>
                  <a:cubicBezTo>
                    <a:pt x="49659" y="206580"/>
                    <a:pt x="56334" y="206884"/>
                    <a:pt x="62706" y="206884"/>
                  </a:cubicBezTo>
                  <a:cubicBezTo>
                    <a:pt x="69382" y="206884"/>
                    <a:pt x="76058" y="207491"/>
                    <a:pt x="82430" y="207491"/>
                  </a:cubicBezTo>
                  <a:cubicBezTo>
                    <a:pt x="84554" y="207491"/>
                    <a:pt x="88498" y="207491"/>
                    <a:pt x="88498" y="201418"/>
                  </a:cubicBezTo>
                  <a:cubicBezTo>
                    <a:pt x="88498" y="198077"/>
                    <a:pt x="85768" y="198077"/>
                    <a:pt x="80002" y="198077"/>
                  </a:cubicBezTo>
                  <a:cubicBezTo>
                    <a:pt x="68775" y="198077"/>
                    <a:pt x="60279" y="198077"/>
                    <a:pt x="60279" y="192611"/>
                  </a:cubicBezTo>
                  <a:cubicBezTo>
                    <a:pt x="60279" y="190789"/>
                    <a:pt x="60886" y="189271"/>
                    <a:pt x="61189" y="187449"/>
                  </a:cubicBezTo>
                  <a:lnTo>
                    <a:pt x="80002" y="111534"/>
                  </a:lnTo>
                  <a:close/>
                  <a:moveTo>
                    <a:pt x="101850" y="21043"/>
                  </a:moveTo>
                  <a:cubicBezTo>
                    <a:pt x="104581" y="10415"/>
                    <a:pt x="105187" y="9504"/>
                    <a:pt x="118235" y="9504"/>
                  </a:cubicBezTo>
                  <a:lnTo>
                    <a:pt x="147365" y="9504"/>
                  </a:lnTo>
                  <a:cubicBezTo>
                    <a:pt x="172550" y="9504"/>
                    <a:pt x="188632" y="17703"/>
                    <a:pt x="188632" y="38655"/>
                  </a:cubicBezTo>
                  <a:cubicBezTo>
                    <a:pt x="188632" y="50498"/>
                    <a:pt x="182564" y="76613"/>
                    <a:pt x="170730" y="87545"/>
                  </a:cubicBezTo>
                  <a:cubicBezTo>
                    <a:pt x="155558" y="101209"/>
                    <a:pt x="137352" y="103639"/>
                    <a:pt x="124001" y="103639"/>
                  </a:cubicBezTo>
                  <a:lnTo>
                    <a:pt x="81216" y="103639"/>
                  </a:lnTo>
                  <a:lnTo>
                    <a:pt x="101850" y="2104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EB9CBD3-5BCC-C7A6-25D6-7DF59A9FB09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856396" y="5060811"/>
              <a:ext cx="70397" cy="303661"/>
            </a:xfrm>
            <a:custGeom>
              <a:avLst/>
              <a:gdLst>
                <a:gd name="csX0" fmla="*/ 70604 w 70397"/>
                <a:gd name="csY0" fmla="*/ 300715 h 303661"/>
                <a:gd name="csX1" fmla="*/ 65445 w 70397"/>
                <a:gd name="csY1" fmla="*/ 294034 h 303661"/>
                <a:gd name="csX2" fmla="*/ 17806 w 70397"/>
                <a:gd name="csY2" fmla="*/ 151921 h 303661"/>
                <a:gd name="csX3" fmla="*/ 66659 w 70397"/>
                <a:gd name="csY3" fmla="*/ 8289 h 303661"/>
                <a:gd name="csX4" fmla="*/ 70604 w 70397"/>
                <a:gd name="csY4" fmla="*/ 3127 h 303661"/>
                <a:gd name="csX5" fmla="*/ 67569 w 70397"/>
                <a:gd name="csY5" fmla="*/ 90 h 303661"/>
                <a:gd name="csX6" fmla="*/ 19323 w 70397"/>
                <a:gd name="csY6" fmla="*/ 59304 h 303661"/>
                <a:gd name="csX7" fmla="*/ 206 w 70397"/>
                <a:gd name="csY7" fmla="*/ 151921 h 303661"/>
                <a:gd name="csX8" fmla="*/ 20233 w 70397"/>
                <a:gd name="csY8" fmla="*/ 246663 h 303661"/>
                <a:gd name="csX9" fmla="*/ 67569 w 70397"/>
                <a:gd name="csY9" fmla="*/ 303751 h 303661"/>
                <a:gd name="csX10" fmla="*/ 70604 w 70397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97" h="303661">
                  <a:moveTo>
                    <a:pt x="70604" y="300715"/>
                  </a:moveTo>
                  <a:cubicBezTo>
                    <a:pt x="70604" y="299804"/>
                    <a:pt x="70604" y="299197"/>
                    <a:pt x="65445" y="294034"/>
                  </a:cubicBezTo>
                  <a:cubicBezTo>
                    <a:pt x="27516" y="255773"/>
                    <a:pt x="17806" y="198381"/>
                    <a:pt x="17806" y="151921"/>
                  </a:cubicBezTo>
                  <a:cubicBezTo>
                    <a:pt x="17806" y="99084"/>
                    <a:pt x="29336" y="46247"/>
                    <a:pt x="66659" y="8289"/>
                  </a:cubicBezTo>
                  <a:cubicBezTo>
                    <a:pt x="70604" y="4645"/>
                    <a:pt x="70604" y="4038"/>
                    <a:pt x="70604" y="3127"/>
                  </a:cubicBezTo>
                  <a:cubicBezTo>
                    <a:pt x="70604" y="1001"/>
                    <a:pt x="69390" y="90"/>
                    <a:pt x="67569" y="90"/>
                  </a:cubicBezTo>
                  <a:cubicBezTo>
                    <a:pt x="64535" y="90"/>
                    <a:pt x="37226" y="20739"/>
                    <a:pt x="19323" y="59304"/>
                  </a:cubicBezTo>
                  <a:cubicBezTo>
                    <a:pt x="3848" y="92707"/>
                    <a:pt x="206" y="126413"/>
                    <a:pt x="206" y="151921"/>
                  </a:cubicBezTo>
                  <a:cubicBezTo>
                    <a:pt x="206" y="175606"/>
                    <a:pt x="3544" y="212349"/>
                    <a:pt x="20233" y="246663"/>
                  </a:cubicBezTo>
                  <a:cubicBezTo>
                    <a:pt x="38439" y="284013"/>
                    <a:pt x="64535" y="303751"/>
                    <a:pt x="67569" y="303751"/>
                  </a:cubicBezTo>
                  <a:cubicBezTo>
                    <a:pt x="69390" y="303751"/>
                    <a:pt x="70604" y="302840"/>
                    <a:pt x="70604" y="30071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8F55FEF-8E8F-B7DD-2FE8-B6D1513C3B9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961352" y="5119721"/>
              <a:ext cx="125015" cy="151830"/>
            </a:xfrm>
            <a:custGeom>
              <a:avLst/>
              <a:gdLst>
                <a:gd name="csX0" fmla="*/ 117943 w 125015"/>
                <a:gd name="csY0" fmla="*/ 21043 h 151830"/>
                <a:gd name="csX1" fmla="*/ 125226 w 125015"/>
                <a:gd name="csY1" fmla="*/ 10718 h 151830"/>
                <a:gd name="csX2" fmla="*/ 114606 w 125015"/>
                <a:gd name="csY2" fmla="*/ 90 h 151830"/>
                <a:gd name="csX3" fmla="*/ 106716 w 125015"/>
                <a:gd name="csY3" fmla="*/ 3127 h 151830"/>
                <a:gd name="csX4" fmla="*/ 6886 w 125015"/>
                <a:gd name="csY4" fmla="*/ 65985 h 151830"/>
                <a:gd name="csX5" fmla="*/ 210 w 125015"/>
                <a:gd name="csY5" fmla="*/ 76005 h 151830"/>
                <a:gd name="csX6" fmla="*/ 5672 w 125015"/>
                <a:gd name="csY6" fmla="*/ 85419 h 151830"/>
                <a:gd name="csX7" fmla="*/ 106716 w 125015"/>
                <a:gd name="csY7" fmla="*/ 148884 h 151830"/>
                <a:gd name="csX8" fmla="*/ 114606 w 125015"/>
                <a:gd name="csY8" fmla="*/ 151921 h 151830"/>
                <a:gd name="csX9" fmla="*/ 125226 w 125015"/>
                <a:gd name="csY9" fmla="*/ 141293 h 151830"/>
                <a:gd name="csX10" fmla="*/ 117943 w 125015"/>
                <a:gd name="csY10" fmla="*/ 130968 h 151830"/>
                <a:gd name="csX11" fmla="*/ 30857 w 125015"/>
                <a:gd name="csY11" fmla="*/ 76005 h 151830"/>
                <a:gd name="csX12" fmla="*/ 117943 w 125015"/>
                <a:gd name="csY12" fmla="*/ 21043 h 151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25015" h="151830">
                  <a:moveTo>
                    <a:pt x="117943" y="21043"/>
                  </a:moveTo>
                  <a:cubicBezTo>
                    <a:pt x="121281" y="18917"/>
                    <a:pt x="125226" y="16488"/>
                    <a:pt x="125226" y="10718"/>
                  </a:cubicBezTo>
                  <a:cubicBezTo>
                    <a:pt x="125226" y="3734"/>
                    <a:pt x="119461" y="90"/>
                    <a:pt x="114606" y="90"/>
                  </a:cubicBezTo>
                  <a:cubicBezTo>
                    <a:pt x="111875" y="90"/>
                    <a:pt x="110964" y="394"/>
                    <a:pt x="106716" y="3127"/>
                  </a:cubicBezTo>
                  <a:lnTo>
                    <a:pt x="6886" y="65985"/>
                  </a:lnTo>
                  <a:cubicBezTo>
                    <a:pt x="4155" y="67807"/>
                    <a:pt x="210" y="70236"/>
                    <a:pt x="210" y="76005"/>
                  </a:cubicBezTo>
                  <a:cubicBezTo>
                    <a:pt x="210" y="79953"/>
                    <a:pt x="2638" y="83293"/>
                    <a:pt x="5672" y="85419"/>
                  </a:cubicBezTo>
                  <a:lnTo>
                    <a:pt x="106716" y="148884"/>
                  </a:lnTo>
                  <a:cubicBezTo>
                    <a:pt x="110964" y="151617"/>
                    <a:pt x="111875" y="151921"/>
                    <a:pt x="114606" y="151921"/>
                  </a:cubicBezTo>
                  <a:cubicBezTo>
                    <a:pt x="119461" y="151921"/>
                    <a:pt x="125226" y="148277"/>
                    <a:pt x="125226" y="141293"/>
                  </a:cubicBezTo>
                  <a:cubicBezTo>
                    <a:pt x="125226" y="135523"/>
                    <a:pt x="121281" y="133094"/>
                    <a:pt x="117943" y="130968"/>
                  </a:cubicBezTo>
                  <a:lnTo>
                    <a:pt x="30857" y="76005"/>
                  </a:lnTo>
                  <a:lnTo>
                    <a:pt x="117943" y="2104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8130EDA-5B00-FE84-A812-B304CF4731F7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121261" y="5077816"/>
              <a:ext cx="123801" cy="235944"/>
            </a:xfrm>
            <a:custGeom>
              <a:avLst/>
              <a:gdLst>
                <a:gd name="csX0" fmla="*/ 121590 w 123801"/>
                <a:gd name="csY0" fmla="*/ 18006 h 235944"/>
                <a:gd name="csX1" fmla="*/ 124017 w 123801"/>
                <a:gd name="csY1" fmla="*/ 10718 h 235944"/>
                <a:gd name="csX2" fmla="*/ 113397 w 123801"/>
                <a:gd name="csY2" fmla="*/ 90 h 235944"/>
                <a:gd name="csX3" fmla="*/ 102777 w 123801"/>
                <a:gd name="csY3" fmla="*/ 8593 h 235944"/>
                <a:gd name="csX4" fmla="*/ 2643 w 123801"/>
                <a:gd name="csY4" fmla="*/ 218119 h 235944"/>
                <a:gd name="csX5" fmla="*/ 216 w 123801"/>
                <a:gd name="csY5" fmla="*/ 225407 h 235944"/>
                <a:gd name="csX6" fmla="*/ 10836 w 123801"/>
                <a:gd name="csY6" fmla="*/ 236035 h 235944"/>
                <a:gd name="csX7" fmla="*/ 21456 w 123801"/>
                <a:gd name="csY7" fmla="*/ 227532 h 235944"/>
                <a:gd name="csX8" fmla="*/ 121590 w 123801"/>
                <a:gd name="csY8" fmla="*/ 18006 h 235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3801" h="235944">
                  <a:moveTo>
                    <a:pt x="121590" y="18006"/>
                  </a:moveTo>
                  <a:cubicBezTo>
                    <a:pt x="123714" y="13148"/>
                    <a:pt x="124017" y="13148"/>
                    <a:pt x="124017" y="10718"/>
                  </a:cubicBezTo>
                  <a:cubicBezTo>
                    <a:pt x="124017" y="5252"/>
                    <a:pt x="119466" y="90"/>
                    <a:pt x="113397" y="90"/>
                  </a:cubicBezTo>
                  <a:cubicBezTo>
                    <a:pt x="106722" y="90"/>
                    <a:pt x="104597" y="4645"/>
                    <a:pt x="102777" y="8593"/>
                  </a:cubicBezTo>
                  <a:lnTo>
                    <a:pt x="2643" y="218119"/>
                  </a:lnTo>
                  <a:cubicBezTo>
                    <a:pt x="519" y="222978"/>
                    <a:pt x="216" y="222978"/>
                    <a:pt x="216" y="225407"/>
                  </a:cubicBezTo>
                  <a:cubicBezTo>
                    <a:pt x="216" y="230873"/>
                    <a:pt x="4767" y="236035"/>
                    <a:pt x="10836" y="236035"/>
                  </a:cubicBezTo>
                  <a:cubicBezTo>
                    <a:pt x="17511" y="236035"/>
                    <a:pt x="19635" y="231480"/>
                    <a:pt x="21456" y="227532"/>
                  </a:cubicBezTo>
                  <a:lnTo>
                    <a:pt x="121590" y="18006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6EA1579-3010-401C-3564-01F3B6717A30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284812" y="5154946"/>
              <a:ext cx="117429" cy="135432"/>
            </a:xfrm>
            <a:custGeom>
              <a:avLst/>
              <a:gdLst>
                <a:gd name="csX0" fmla="*/ 68797 w 117429"/>
                <a:gd name="csY0" fmla="*/ 56268 h 135432"/>
                <a:gd name="csX1" fmla="*/ 48164 w 117429"/>
                <a:gd name="csY1" fmla="*/ 52624 h 135432"/>
                <a:gd name="csX2" fmla="*/ 18730 w 117429"/>
                <a:gd name="csY2" fmla="*/ 35922 h 135432"/>
                <a:gd name="csX3" fmla="*/ 57267 w 117429"/>
                <a:gd name="csY3" fmla="*/ 18614 h 135432"/>
                <a:gd name="csX4" fmla="*/ 87610 w 117429"/>
                <a:gd name="csY4" fmla="*/ 35619 h 135432"/>
                <a:gd name="csX5" fmla="*/ 97927 w 117429"/>
                <a:gd name="csY5" fmla="*/ 45943 h 135432"/>
                <a:gd name="csX6" fmla="*/ 108547 w 117429"/>
                <a:gd name="csY6" fmla="*/ 33493 h 135432"/>
                <a:gd name="csX7" fmla="*/ 108547 w 117429"/>
                <a:gd name="csY7" fmla="*/ 12540 h 135432"/>
                <a:gd name="csX8" fmla="*/ 99444 w 117429"/>
                <a:gd name="csY8" fmla="*/ 90 h 135432"/>
                <a:gd name="csX9" fmla="*/ 90341 w 117429"/>
                <a:gd name="csY9" fmla="*/ 6467 h 135432"/>
                <a:gd name="csX10" fmla="*/ 57874 w 117429"/>
                <a:gd name="csY10" fmla="*/ 90 h 135432"/>
                <a:gd name="csX11" fmla="*/ 221 w 117429"/>
                <a:gd name="csY11" fmla="*/ 35922 h 135432"/>
                <a:gd name="csX12" fmla="*/ 59998 w 117429"/>
                <a:gd name="csY12" fmla="*/ 73273 h 135432"/>
                <a:gd name="csX13" fmla="*/ 99141 w 117429"/>
                <a:gd name="csY13" fmla="*/ 95743 h 135432"/>
                <a:gd name="csX14" fmla="*/ 60301 w 117429"/>
                <a:gd name="csY14" fmla="*/ 117000 h 135432"/>
                <a:gd name="csX15" fmla="*/ 21461 w 117429"/>
                <a:gd name="csY15" fmla="*/ 89974 h 135432"/>
                <a:gd name="csX16" fmla="*/ 10841 w 117429"/>
                <a:gd name="csY16" fmla="*/ 81168 h 135432"/>
                <a:gd name="csX17" fmla="*/ 221 w 117429"/>
                <a:gd name="csY17" fmla="*/ 93618 h 135432"/>
                <a:gd name="csX18" fmla="*/ 221 w 117429"/>
                <a:gd name="csY18" fmla="*/ 123073 h 135432"/>
                <a:gd name="csX19" fmla="*/ 9324 w 117429"/>
                <a:gd name="csY19" fmla="*/ 135523 h 135432"/>
                <a:gd name="csX20" fmla="*/ 20551 w 117429"/>
                <a:gd name="csY20" fmla="*/ 123984 h 135432"/>
                <a:gd name="csX21" fmla="*/ 59998 w 117429"/>
                <a:gd name="csY21" fmla="*/ 135523 h 135432"/>
                <a:gd name="csX22" fmla="*/ 117650 w 117429"/>
                <a:gd name="csY22" fmla="*/ 95743 h 135432"/>
                <a:gd name="csX23" fmla="*/ 68797 w 117429"/>
                <a:gd name="csY23" fmla="*/ 56268 h 135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429" h="135432">
                  <a:moveTo>
                    <a:pt x="68797" y="56268"/>
                  </a:moveTo>
                  <a:cubicBezTo>
                    <a:pt x="61818" y="55053"/>
                    <a:pt x="55750" y="54142"/>
                    <a:pt x="48164" y="52624"/>
                  </a:cubicBezTo>
                  <a:cubicBezTo>
                    <a:pt x="39364" y="51409"/>
                    <a:pt x="18730" y="47765"/>
                    <a:pt x="18730" y="35922"/>
                  </a:cubicBezTo>
                  <a:cubicBezTo>
                    <a:pt x="18730" y="28027"/>
                    <a:pt x="28440" y="18614"/>
                    <a:pt x="57267" y="18614"/>
                  </a:cubicBezTo>
                  <a:cubicBezTo>
                    <a:pt x="82452" y="18614"/>
                    <a:pt x="86700" y="27723"/>
                    <a:pt x="87610" y="35619"/>
                  </a:cubicBezTo>
                  <a:cubicBezTo>
                    <a:pt x="87914" y="40781"/>
                    <a:pt x="88521" y="45943"/>
                    <a:pt x="97927" y="45943"/>
                  </a:cubicBezTo>
                  <a:cubicBezTo>
                    <a:pt x="108547" y="45943"/>
                    <a:pt x="108547" y="39566"/>
                    <a:pt x="108547" y="33493"/>
                  </a:cubicBezTo>
                  <a:lnTo>
                    <a:pt x="108547" y="12540"/>
                  </a:lnTo>
                  <a:cubicBezTo>
                    <a:pt x="108547" y="7682"/>
                    <a:pt x="108547" y="90"/>
                    <a:pt x="99444" y="90"/>
                  </a:cubicBezTo>
                  <a:cubicBezTo>
                    <a:pt x="92162" y="90"/>
                    <a:pt x="90948" y="4341"/>
                    <a:pt x="90341" y="6467"/>
                  </a:cubicBezTo>
                  <a:cubicBezTo>
                    <a:pt x="76990" y="90"/>
                    <a:pt x="63639" y="90"/>
                    <a:pt x="57874" y="90"/>
                  </a:cubicBezTo>
                  <a:cubicBezTo>
                    <a:pt x="7200" y="90"/>
                    <a:pt x="221" y="24990"/>
                    <a:pt x="221" y="35922"/>
                  </a:cubicBezTo>
                  <a:cubicBezTo>
                    <a:pt x="221" y="63859"/>
                    <a:pt x="32082" y="69021"/>
                    <a:pt x="59998" y="73273"/>
                  </a:cubicBezTo>
                  <a:cubicBezTo>
                    <a:pt x="74866" y="75702"/>
                    <a:pt x="99141" y="79649"/>
                    <a:pt x="99141" y="95743"/>
                  </a:cubicBezTo>
                  <a:cubicBezTo>
                    <a:pt x="99141" y="106979"/>
                    <a:pt x="87914" y="117000"/>
                    <a:pt x="60301" y="117000"/>
                  </a:cubicBezTo>
                  <a:cubicBezTo>
                    <a:pt x="46040" y="117000"/>
                    <a:pt x="29047" y="113660"/>
                    <a:pt x="21461" y="89974"/>
                  </a:cubicBezTo>
                  <a:cubicBezTo>
                    <a:pt x="19944" y="84508"/>
                    <a:pt x="18730" y="81168"/>
                    <a:pt x="10841" y="81168"/>
                  </a:cubicBezTo>
                  <a:cubicBezTo>
                    <a:pt x="221" y="81168"/>
                    <a:pt x="221" y="87545"/>
                    <a:pt x="221" y="93618"/>
                  </a:cubicBezTo>
                  <a:lnTo>
                    <a:pt x="221" y="123073"/>
                  </a:lnTo>
                  <a:cubicBezTo>
                    <a:pt x="221" y="127932"/>
                    <a:pt x="221" y="135523"/>
                    <a:pt x="9324" y="135523"/>
                  </a:cubicBezTo>
                  <a:cubicBezTo>
                    <a:pt x="12055" y="135523"/>
                    <a:pt x="16910" y="135219"/>
                    <a:pt x="20551" y="123984"/>
                  </a:cubicBezTo>
                  <a:cubicBezTo>
                    <a:pt x="35419" y="134916"/>
                    <a:pt x="51501" y="135523"/>
                    <a:pt x="59998" y="135523"/>
                  </a:cubicBezTo>
                  <a:cubicBezTo>
                    <a:pt x="107941" y="135523"/>
                    <a:pt x="117650" y="110319"/>
                    <a:pt x="117650" y="95743"/>
                  </a:cubicBezTo>
                  <a:cubicBezTo>
                    <a:pt x="117650" y="64163"/>
                    <a:pt x="78507" y="57786"/>
                    <a:pt x="68797" y="56268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B752233-16D0-E8D4-7E9D-598C2B3DDA6C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439260" y="5119721"/>
              <a:ext cx="125015" cy="151830"/>
            </a:xfrm>
            <a:custGeom>
              <a:avLst/>
              <a:gdLst>
                <a:gd name="csX0" fmla="*/ 118566 w 125015"/>
                <a:gd name="csY0" fmla="*/ 86026 h 151830"/>
                <a:gd name="csX1" fmla="*/ 125242 w 125015"/>
                <a:gd name="csY1" fmla="*/ 76005 h 151830"/>
                <a:gd name="csX2" fmla="*/ 119780 w 125015"/>
                <a:gd name="csY2" fmla="*/ 66592 h 151830"/>
                <a:gd name="csX3" fmla="*/ 18736 w 125015"/>
                <a:gd name="csY3" fmla="*/ 3127 h 151830"/>
                <a:gd name="csX4" fmla="*/ 10846 w 125015"/>
                <a:gd name="csY4" fmla="*/ 90 h 151830"/>
                <a:gd name="csX5" fmla="*/ 226 w 125015"/>
                <a:gd name="csY5" fmla="*/ 10718 h 151830"/>
                <a:gd name="csX6" fmla="*/ 7508 w 125015"/>
                <a:gd name="csY6" fmla="*/ 21043 h 151830"/>
                <a:gd name="csX7" fmla="*/ 94595 w 125015"/>
                <a:gd name="csY7" fmla="*/ 76005 h 151830"/>
                <a:gd name="csX8" fmla="*/ 7508 w 125015"/>
                <a:gd name="csY8" fmla="*/ 130968 h 151830"/>
                <a:gd name="csX9" fmla="*/ 226 w 125015"/>
                <a:gd name="csY9" fmla="*/ 141293 h 151830"/>
                <a:gd name="csX10" fmla="*/ 10846 w 125015"/>
                <a:gd name="csY10" fmla="*/ 151921 h 151830"/>
                <a:gd name="csX11" fmla="*/ 18736 w 125015"/>
                <a:gd name="csY11" fmla="*/ 148884 h 151830"/>
                <a:gd name="csX12" fmla="*/ 118566 w 125015"/>
                <a:gd name="csY12" fmla="*/ 86026 h 151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25015" h="151830">
                  <a:moveTo>
                    <a:pt x="118566" y="86026"/>
                  </a:moveTo>
                  <a:cubicBezTo>
                    <a:pt x="121297" y="84204"/>
                    <a:pt x="125242" y="81775"/>
                    <a:pt x="125242" y="76005"/>
                  </a:cubicBezTo>
                  <a:cubicBezTo>
                    <a:pt x="125242" y="72058"/>
                    <a:pt x="122814" y="68718"/>
                    <a:pt x="119780" y="66592"/>
                  </a:cubicBezTo>
                  <a:lnTo>
                    <a:pt x="18736" y="3127"/>
                  </a:lnTo>
                  <a:cubicBezTo>
                    <a:pt x="14487" y="394"/>
                    <a:pt x="13577" y="90"/>
                    <a:pt x="10846" y="90"/>
                  </a:cubicBezTo>
                  <a:cubicBezTo>
                    <a:pt x="5991" y="90"/>
                    <a:pt x="226" y="3734"/>
                    <a:pt x="226" y="10718"/>
                  </a:cubicBezTo>
                  <a:cubicBezTo>
                    <a:pt x="226" y="16488"/>
                    <a:pt x="4171" y="18917"/>
                    <a:pt x="7508" y="21043"/>
                  </a:cubicBezTo>
                  <a:lnTo>
                    <a:pt x="94595" y="76005"/>
                  </a:lnTo>
                  <a:lnTo>
                    <a:pt x="7508" y="130968"/>
                  </a:lnTo>
                  <a:cubicBezTo>
                    <a:pt x="4171" y="133094"/>
                    <a:pt x="226" y="135523"/>
                    <a:pt x="226" y="141293"/>
                  </a:cubicBezTo>
                  <a:cubicBezTo>
                    <a:pt x="226" y="148277"/>
                    <a:pt x="5991" y="151921"/>
                    <a:pt x="10846" y="151921"/>
                  </a:cubicBezTo>
                  <a:cubicBezTo>
                    <a:pt x="13577" y="151921"/>
                    <a:pt x="14487" y="151617"/>
                    <a:pt x="18736" y="148884"/>
                  </a:cubicBezTo>
                  <a:lnTo>
                    <a:pt x="118566" y="86026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B0AF2FE-B594-6757-1D66-0F6DACD085C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701964" y="5060811"/>
              <a:ext cx="12137" cy="303661"/>
            </a:xfrm>
            <a:custGeom>
              <a:avLst/>
              <a:gdLst>
                <a:gd name="csX0" fmla="*/ 12371 w 12137"/>
                <a:gd name="csY0" fmla="*/ 11022 h 303661"/>
                <a:gd name="csX1" fmla="*/ 6303 w 12137"/>
                <a:gd name="csY1" fmla="*/ 90 h 303661"/>
                <a:gd name="csX2" fmla="*/ 234 w 12137"/>
                <a:gd name="csY2" fmla="*/ 11022 h 303661"/>
                <a:gd name="csX3" fmla="*/ 234 w 12137"/>
                <a:gd name="csY3" fmla="*/ 292820 h 303661"/>
                <a:gd name="csX4" fmla="*/ 6303 w 12137"/>
                <a:gd name="csY4" fmla="*/ 303751 h 303661"/>
                <a:gd name="csX5" fmla="*/ 12371 w 12137"/>
                <a:gd name="csY5" fmla="*/ 292820 h 303661"/>
                <a:gd name="csX6" fmla="*/ 12371 w 12137"/>
                <a:gd name="csY6" fmla="*/ 1102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37" h="303661">
                  <a:moveTo>
                    <a:pt x="12371" y="11022"/>
                  </a:moveTo>
                  <a:cubicBezTo>
                    <a:pt x="12371" y="5556"/>
                    <a:pt x="12371" y="90"/>
                    <a:pt x="6303" y="90"/>
                  </a:cubicBezTo>
                  <a:cubicBezTo>
                    <a:pt x="234" y="90"/>
                    <a:pt x="234" y="5556"/>
                    <a:pt x="234" y="11022"/>
                  </a:cubicBezTo>
                  <a:lnTo>
                    <a:pt x="234" y="292820"/>
                  </a:lnTo>
                  <a:cubicBezTo>
                    <a:pt x="234" y="298286"/>
                    <a:pt x="234" y="303751"/>
                    <a:pt x="6303" y="303751"/>
                  </a:cubicBezTo>
                  <a:cubicBezTo>
                    <a:pt x="12371" y="303751"/>
                    <a:pt x="12371" y="298286"/>
                    <a:pt x="12371" y="292820"/>
                  </a:cubicBezTo>
                  <a:lnTo>
                    <a:pt x="12371" y="11022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12CBBA0-C35B-D141-FF33-EBE11F4128AC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843229" y="5154339"/>
              <a:ext cx="151111" cy="137558"/>
            </a:xfrm>
            <a:custGeom>
              <a:avLst/>
              <a:gdLst>
                <a:gd name="csX0" fmla="*/ 92787 w 151111"/>
                <a:gd name="csY0" fmla="*/ 42603 h 137558"/>
                <a:gd name="csX1" fmla="*/ 122828 w 151111"/>
                <a:gd name="csY1" fmla="*/ 6771 h 137558"/>
                <a:gd name="csX2" fmla="*/ 137999 w 151111"/>
                <a:gd name="csY2" fmla="*/ 10718 h 137558"/>
                <a:gd name="csX3" fmla="*/ 123434 w 151111"/>
                <a:gd name="csY3" fmla="*/ 27116 h 137558"/>
                <a:gd name="csX4" fmla="*/ 134965 w 151111"/>
                <a:gd name="csY4" fmla="*/ 37744 h 137558"/>
                <a:gd name="csX5" fmla="*/ 151351 w 151111"/>
                <a:gd name="csY5" fmla="*/ 20132 h 137558"/>
                <a:gd name="csX6" fmla="*/ 123131 w 151111"/>
                <a:gd name="csY6" fmla="*/ 90 h 137558"/>
                <a:gd name="csX7" fmla="*/ 91270 w 151111"/>
                <a:gd name="csY7" fmla="*/ 23168 h 137558"/>
                <a:gd name="csX8" fmla="*/ 58499 w 151111"/>
                <a:gd name="csY8" fmla="*/ 90 h 137558"/>
                <a:gd name="csX9" fmla="*/ 9646 w 151111"/>
                <a:gd name="csY9" fmla="*/ 46854 h 137558"/>
                <a:gd name="csX10" fmla="*/ 13287 w 151111"/>
                <a:gd name="csY10" fmla="*/ 49891 h 137558"/>
                <a:gd name="csX11" fmla="*/ 17232 w 151111"/>
                <a:gd name="csY11" fmla="*/ 46550 h 137558"/>
                <a:gd name="csX12" fmla="*/ 57892 w 151111"/>
                <a:gd name="csY12" fmla="*/ 6771 h 137558"/>
                <a:gd name="csX13" fmla="*/ 74278 w 151111"/>
                <a:gd name="csY13" fmla="*/ 27116 h 137558"/>
                <a:gd name="csX14" fmla="*/ 57892 w 151111"/>
                <a:gd name="csY14" fmla="*/ 99387 h 137558"/>
                <a:gd name="csX15" fmla="*/ 29066 w 151111"/>
                <a:gd name="csY15" fmla="*/ 130968 h 137558"/>
                <a:gd name="csX16" fmla="*/ 13894 w 151111"/>
                <a:gd name="csY16" fmla="*/ 127021 h 137558"/>
                <a:gd name="csX17" fmla="*/ 28156 w 151111"/>
                <a:gd name="csY17" fmla="*/ 110623 h 137558"/>
                <a:gd name="csX18" fmla="*/ 16928 w 151111"/>
                <a:gd name="csY18" fmla="*/ 99995 h 137558"/>
                <a:gd name="csX19" fmla="*/ 239 w 151111"/>
                <a:gd name="csY19" fmla="*/ 117607 h 137558"/>
                <a:gd name="csX20" fmla="*/ 28762 w 151111"/>
                <a:gd name="csY20" fmla="*/ 137649 h 137558"/>
                <a:gd name="csX21" fmla="*/ 60623 w 151111"/>
                <a:gd name="csY21" fmla="*/ 114570 h 137558"/>
                <a:gd name="csX22" fmla="*/ 93394 w 151111"/>
                <a:gd name="csY22" fmla="*/ 137649 h 137558"/>
                <a:gd name="csX23" fmla="*/ 141944 w 151111"/>
                <a:gd name="csY23" fmla="*/ 90885 h 137558"/>
                <a:gd name="csX24" fmla="*/ 138303 w 151111"/>
                <a:gd name="csY24" fmla="*/ 87848 h 137558"/>
                <a:gd name="csX25" fmla="*/ 134358 w 151111"/>
                <a:gd name="csY25" fmla="*/ 91189 h 137558"/>
                <a:gd name="csX26" fmla="*/ 94001 w 151111"/>
                <a:gd name="csY26" fmla="*/ 130968 h 137558"/>
                <a:gd name="csX27" fmla="*/ 77312 w 151111"/>
                <a:gd name="csY27" fmla="*/ 110927 h 137558"/>
                <a:gd name="csX28" fmla="*/ 82471 w 151111"/>
                <a:gd name="csY28" fmla="*/ 84204 h 137558"/>
                <a:gd name="csX29" fmla="*/ 92787 w 151111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111" h="137558">
                  <a:moveTo>
                    <a:pt x="92787" y="42603"/>
                  </a:moveTo>
                  <a:cubicBezTo>
                    <a:pt x="94608" y="34708"/>
                    <a:pt x="101587" y="6771"/>
                    <a:pt x="122828" y="6771"/>
                  </a:cubicBezTo>
                  <a:cubicBezTo>
                    <a:pt x="124345" y="6771"/>
                    <a:pt x="131627" y="6771"/>
                    <a:pt x="137999" y="10718"/>
                  </a:cubicBezTo>
                  <a:cubicBezTo>
                    <a:pt x="129503" y="12237"/>
                    <a:pt x="123434" y="19828"/>
                    <a:pt x="123434" y="27116"/>
                  </a:cubicBezTo>
                  <a:cubicBezTo>
                    <a:pt x="123434" y="31975"/>
                    <a:pt x="126772" y="37744"/>
                    <a:pt x="134965" y="37744"/>
                  </a:cubicBezTo>
                  <a:cubicBezTo>
                    <a:pt x="141641" y="37744"/>
                    <a:pt x="151351" y="32278"/>
                    <a:pt x="151351" y="20132"/>
                  </a:cubicBezTo>
                  <a:cubicBezTo>
                    <a:pt x="151351" y="4341"/>
                    <a:pt x="133448" y="90"/>
                    <a:pt x="123131" y="90"/>
                  </a:cubicBezTo>
                  <a:cubicBezTo>
                    <a:pt x="105532" y="90"/>
                    <a:pt x="94912" y="16184"/>
                    <a:pt x="91270" y="23168"/>
                  </a:cubicBezTo>
                  <a:cubicBezTo>
                    <a:pt x="83684" y="3127"/>
                    <a:pt x="67299" y="90"/>
                    <a:pt x="58499" y="90"/>
                  </a:cubicBezTo>
                  <a:cubicBezTo>
                    <a:pt x="26942" y="90"/>
                    <a:pt x="9646" y="39263"/>
                    <a:pt x="9646" y="46854"/>
                  </a:cubicBezTo>
                  <a:cubicBezTo>
                    <a:pt x="9646" y="49891"/>
                    <a:pt x="12680" y="49891"/>
                    <a:pt x="13287" y="49891"/>
                  </a:cubicBezTo>
                  <a:cubicBezTo>
                    <a:pt x="15715" y="49891"/>
                    <a:pt x="16625" y="49283"/>
                    <a:pt x="17232" y="46550"/>
                  </a:cubicBezTo>
                  <a:cubicBezTo>
                    <a:pt x="27549" y="14362"/>
                    <a:pt x="47575" y="6771"/>
                    <a:pt x="57892" y="6771"/>
                  </a:cubicBezTo>
                  <a:cubicBezTo>
                    <a:pt x="63658" y="6771"/>
                    <a:pt x="74278" y="9504"/>
                    <a:pt x="74278" y="27116"/>
                  </a:cubicBezTo>
                  <a:cubicBezTo>
                    <a:pt x="74278" y="36530"/>
                    <a:pt x="69119" y="56875"/>
                    <a:pt x="57892" y="99387"/>
                  </a:cubicBezTo>
                  <a:cubicBezTo>
                    <a:pt x="53037" y="118214"/>
                    <a:pt x="42417" y="130968"/>
                    <a:pt x="29066" y="130968"/>
                  </a:cubicBezTo>
                  <a:cubicBezTo>
                    <a:pt x="27245" y="130968"/>
                    <a:pt x="20266" y="130968"/>
                    <a:pt x="13894" y="127021"/>
                  </a:cubicBezTo>
                  <a:cubicBezTo>
                    <a:pt x="21480" y="125502"/>
                    <a:pt x="28156" y="119125"/>
                    <a:pt x="28156" y="110623"/>
                  </a:cubicBezTo>
                  <a:cubicBezTo>
                    <a:pt x="28156" y="102424"/>
                    <a:pt x="21480" y="99995"/>
                    <a:pt x="16928" y="99995"/>
                  </a:cubicBezTo>
                  <a:cubicBezTo>
                    <a:pt x="7825" y="99995"/>
                    <a:pt x="239" y="107890"/>
                    <a:pt x="239" y="117607"/>
                  </a:cubicBezTo>
                  <a:cubicBezTo>
                    <a:pt x="239" y="131576"/>
                    <a:pt x="15411" y="137649"/>
                    <a:pt x="28762" y="137649"/>
                  </a:cubicBezTo>
                  <a:cubicBezTo>
                    <a:pt x="48789" y="137649"/>
                    <a:pt x="59713" y="116392"/>
                    <a:pt x="60623" y="114570"/>
                  </a:cubicBezTo>
                  <a:cubicBezTo>
                    <a:pt x="64264" y="125806"/>
                    <a:pt x="75188" y="137649"/>
                    <a:pt x="93394" y="137649"/>
                  </a:cubicBezTo>
                  <a:cubicBezTo>
                    <a:pt x="124648" y="137649"/>
                    <a:pt x="141944" y="98476"/>
                    <a:pt x="141944" y="90885"/>
                  </a:cubicBezTo>
                  <a:cubicBezTo>
                    <a:pt x="141944" y="87848"/>
                    <a:pt x="139213" y="87848"/>
                    <a:pt x="138303" y="87848"/>
                  </a:cubicBezTo>
                  <a:cubicBezTo>
                    <a:pt x="135572" y="87848"/>
                    <a:pt x="134965" y="89063"/>
                    <a:pt x="134358" y="91189"/>
                  </a:cubicBezTo>
                  <a:cubicBezTo>
                    <a:pt x="124345" y="123680"/>
                    <a:pt x="103711" y="130968"/>
                    <a:pt x="94001" y="130968"/>
                  </a:cubicBezTo>
                  <a:cubicBezTo>
                    <a:pt x="82167" y="130968"/>
                    <a:pt x="77312" y="121251"/>
                    <a:pt x="77312" y="110927"/>
                  </a:cubicBezTo>
                  <a:cubicBezTo>
                    <a:pt x="77312" y="104246"/>
                    <a:pt x="79133" y="97565"/>
                    <a:pt x="82471" y="84204"/>
                  </a:cubicBezTo>
                  <a:lnTo>
                    <a:pt x="92787" y="4260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2E1692E-69A4-D42F-DA5F-D68E83757803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031003" y="5192964"/>
              <a:ext cx="77315" cy="141141"/>
            </a:xfrm>
            <a:custGeom>
              <a:avLst/>
              <a:gdLst>
                <a:gd name="csX0" fmla="*/ 48249 w 77315"/>
                <a:gd name="csY0" fmla="*/ 6043 h 141141"/>
                <a:gd name="csX1" fmla="*/ 41877 w 77315"/>
                <a:gd name="csY1" fmla="*/ 92 h 141141"/>
                <a:gd name="csX2" fmla="*/ 245 w 77315"/>
                <a:gd name="csY2" fmla="*/ 13696 h 141141"/>
                <a:gd name="csX3" fmla="*/ 245 w 77315"/>
                <a:gd name="csY3" fmla="*/ 21348 h 141141"/>
                <a:gd name="csX4" fmla="*/ 31044 w 77315"/>
                <a:gd name="csY4" fmla="*/ 15396 h 141141"/>
                <a:gd name="csX5" fmla="*/ 31044 w 77315"/>
                <a:gd name="csY5" fmla="*/ 123803 h 141141"/>
                <a:gd name="csX6" fmla="*/ 9803 w 77315"/>
                <a:gd name="csY6" fmla="*/ 133581 h 141141"/>
                <a:gd name="csX7" fmla="*/ 1732 w 77315"/>
                <a:gd name="csY7" fmla="*/ 133581 h 141141"/>
                <a:gd name="csX8" fmla="*/ 1732 w 77315"/>
                <a:gd name="csY8" fmla="*/ 141233 h 141141"/>
                <a:gd name="csX9" fmla="*/ 39540 w 77315"/>
                <a:gd name="csY9" fmla="*/ 140383 h 141141"/>
                <a:gd name="csX10" fmla="*/ 77561 w 77315"/>
                <a:gd name="csY10" fmla="*/ 141233 h 141141"/>
                <a:gd name="csX11" fmla="*/ 77561 w 77315"/>
                <a:gd name="csY11" fmla="*/ 133581 h 141141"/>
                <a:gd name="csX12" fmla="*/ 69489 w 77315"/>
                <a:gd name="csY12" fmla="*/ 133581 h 141141"/>
                <a:gd name="csX13" fmla="*/ 48249 w 77315"/>
                <a:gd name="csY13" fmla="*/ 123803 h 141141"/>
                <a:gd name="csX14" fmla="*/ 48249 w 77315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15" h="141141">
                  <a:moveTo>
                    <a:pt x="48249" y="6043"/>
                  </a:moveTo>
                  <a:cubicBezTo>
                    <a:pt x="48249" y="304"/>
                    <a:pt x="47824" y="92"/>
                    <a:pt x="41877" y="92"/>
                  </a:cubicBezTo>
                  <a:cubicBezTo>
                    <a:pt x="28283" y="13483"/>
                    <a:pt x="8954" y="13696"/>
                    <a:pt x="245" y="13696"/>
                  </a:cubicBezTo>
                  <a:lnTo>
                    <a:pt x="245" y="21348"/>
                  </a:lnTo>
                  <a:cubicBezTo>
                    <a:pt x="5343" y="21348"/>
                    <a:pt x="19362" y="21348"/>
                    <a:pt x="31044" y="15396"/>
                  </a:cubicBezTo>
                  <a:lnTo>
                    <a:pt x="31044" y="123803"/>
                  </a:lnTo>
                  <a:cubicBezTo>
                    <a:pt x="31044" y="130818"/>
                    <a:pt x="31044" y="133581"/>
                    <a:pt x="9803" y="133581"/>
                  </a:cubicBezTo>
                  <a:lnTo>
                    <a:pt x="1732" y="133581"/>
                  </a:lnTo>
                  <a:lnTo>
                    <a:pt x="1732" y="141233"/>
                  </a:lnTo>
                  <a:cubicBezTo>
                    <a:pt x="5555" y="141021"/>
                    <a:pt x="31681" y="140383"/>
                    <a:pt x="39540" y="140383"/>
                  </a:cubicBezTo>
                  <a:cubicBezTo>
                    <a:pt x="46125" y="140383"/>
                    <a:pt x="72888" y="141021"/>
                    <a:pt x="77561" y="141233"/>
                  </a:cubicBezTo>
                  <a:lnTo>
                    <a:pt x="77561" y="133581"/>
                  </a:lnTo>
                  <a:lnTo>
                    <a:pt x="69489" y="133581"/>
                  </a:lnTo>
                  <a:cubicBezTo>
                    <a:pt x="48249" y="133581"/>
                    <a:pt x="48249" y="130818"/>
                    <a:pt x="48249" y="123803"/>
                  </a:cubicBezTo>
                  <a:lnTo>
                    <a:pt x="48249" y="604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9E1B23-4113-8962-EB30-B4C9DB9E6E55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170072" y="5256369"/>
              <a:ext cx="35502" cy="90794"/>
            </a:xfrm>
            <a:custGeom>
              <a:avLst/>
              <a:gdLst>
                <a:gd name="csX0" fmla="*/ 35752 w 35502"/>
                <a:gd name="csY0" fmla="*/ 31975 h 90794"/>
                <a:gd name="csX1" fmla="*/ 16332 w 35502"/>
                <a:gd name="csY1" fmla="*/ 90 h 90794"/>
                <a:gd name="csX2" fmla="*/ 250 w 35502"/>
                <a:gd name="csY2" fmla="*/ 16184 h 90794"/>
                <a:gd name="csX3" fmla="*/ 16332 w 35502"/>
                <a:gd name="csY3" fmla="*/ 32278 h 90794"/>
                <a:gd name="csX4" fmla="*/ 26952 w 35502"/>
                <a:gd name="csY4" fmla="*/ 28331 h 90794"/>
                <a:gd name="csX5" fmla="*/ 28469 w 35502"/>
                <a:gd name="csY5" fmla="*/ 27420 h 90794"/>
                <a:gd name="csX6" fmla="*/ 29076 w 35502"/>
                <a:gd name="csY6" fmla="*/ 31975 h 90794"/>
                <a:gd name="csX7" fmla="*/ 8442 w 35502"/>
                <a:gd name="csY7" fmla="*/ 82686 h 90794"/>
                <a:gd name="csX8" fmla="*/ 5105 w 35502"/>
                <a:gd name="csY8" fmla="*/ 87545 h 90794"/>
                <a:gd name="csX9" fmla="*/ 8139 w 35502"/>
                <a:gd name="csY9" fmla="*/ 90885 h 90794"/>
                <a:gd name="csX10" fmla="*/ 35752 w 3550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02" h="90794">
                  <a:moveTo>
                    <a:pt x="35752" y="31975"/>
                  </a:moveTo>
                  <a:cubicBezTo>
                    <a:pt x="35752" y="11933"/>
                    <a:pt x="28166" y="90"/>
                    <a:pt x="16332" y="90"/>
                  </a:cubicBezTo>
                  <a:cubicBezTo>
                    <a:pt x="6318" y="90"/>
                    <a:pt x="250" y="7682"/>
                    <a:pt x="250" y="16184"/>
                  </a:cubicBezTo>
                  <a:cubicBezTo>
                    <a:pt x="250" y="24383"/>
                    <a:pt x="6318" y="32278"/>
                    <a:pt x="16332" y="32278"/>
                  </a:cubicBezTo>
                  <a:cubicBezTo>
                    <a:pt x="19973" y="32278"/>
                    <a:pt x="23918" y="31064"/>
                    <a:pt x="26952" y="28331"/>
                  </a:cubicBezTo>
                  <a:cubicBezTo>
                    <a:pt x="27862" y="27723"/>
                    <a:pt x="28166" y="27420"/>
                    <a:pt x="28469" y="27420"/>
                  </a:cubicBezTo>
                  <a:cubicBezTo>
                    <a:pt x="28773" y="27420"/>
                    <a:pt x="29076" y="27723"/>
                    <a:pt x="29076" y="31975"/>
                  </a:cubicBezTo>
                  <a:cubicBezTo>
                    <a:pt x="29076" y="54446"/>
                    <a:pt x="18456" y="72665"/>
                    <a:pt x="8442" y="82686"/>
                  </a:cubicBezTo>
                  <a:cubicBezTo>
                    <a:pt x="5105" y="86026"/>
                    <a:pt x="5105" y="86634"/>
                    <a:pt x="5105" y="87545"/>
                  </a:cubicBezTo>
                  <a:cubicBezTo>
                    <a:pt x="5105" y="89670"/>
                    <a:pt x="6622" y="90885"/>
                    <a:pt x="8139" y="90885"/>
                  </a:cubicBezTo>
                  <a:cubicBezTo>
                    <a:pt x="11477" y="90885"/>
                    <a:pt x="35752" y="67503"/>
                    <a:pt x="35752" y="3197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1F23844-009B-322A-C0FF-7809FD13DF0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304931" y="5256369"/>
              <a:ext cx="32164" cy="32188"/>
            </a:xfrm>
            <a:custGeom>
              <a:avLst/>
              <a:gdLst>
                <a:gd name="csX0" fmla="*/ 32418 w 32164"/>
                <a:gd name="csY0" fmla="*/ 16184 h 32188"/>
                <a:gd name="csX1" fmla="*/ 16336 w 32164"/>
                <a:gd name="csY1" fmla="*/ 90 h 32188"/>
                <a:gd name="csX2" fmla="*/ 254 w 32164"/>
                <a:gd name="csY2" fmla="*/ 16184 h 32188"/>
                <a:gd name="csX3" fmla="*/ 16336 w 32164"/>
                <a:gd name="csY3" fmla="*/ 32278 h 32188"/>
                <a:gd name="csX4" fmla="*/ 32418 w 32164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64" h="32188">
                  <a:moveTo>
                    <a:pt x="32418" y="16184"/>
                  </a:moveTo>
                  <a:cubicBezTo>
                    <a:pt x="32418" y="7378"/>
                    <a:pt x="25136" y="90"/>
                    <a:pt x="16336" y="90"/>
                  </a:cubicBezTo>
                  <a:cubicBezTo>
                    <a:pt x="7537" y="90"/>
                    <a:pt x="254" y="7378"/>
                    <a:pt x="254" y="16184"/>
                  </a:cubicBezTo>
                  <a:cubicBezTo>
                    <a:pt x="254" y="24990"/>
                    <a:pt x="7537" y="32278"/>
                    <a:pt x="16336" y="32278"/>
                  </a:cubicBezTo>
                  <a:cubicBezTo>
                    <a:pt x="25136" y="32278"/>
                    <a:pt x="32418" y="24990"/>
                    <a:pt x="32418" y="16184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701D4BE-8C4B-F80E-B9A3-02F705D0B83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439791" y="5256369"/>
              <a:ext cx="32164" cy="32188"/>
            </a:xfrm>
            <a:custGeom>
              <a:avLst/>
              <a:gdLst>
                <a:gd name="csX0" fmla="*/ 32423 w 32164"/>
                <a:gd name="csY0" fmla="*/ 16184 h 32188"/>
                <a:gd name="csX1" fmla="*/ 16341 w 32164"/>
                <a:gd name="csY1" fmla="*/ 90 h 32188"/>
                <a:gd name="csX2" fmla="*/ 259 w 32164"/>
                <a:gd name="csY2" fmla="*/ 16184 h 32188"/>
                <a:gd name="csX3" fmla="*/ 16341 w 32164"/>
                <a:gd name="csY3" fmla="*/ 32278 h 32188"/>
                <a:gd name="csX4" fmla="*/ 32423 w 32164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64" h="32188">
                  <a:moveTo>
                    <a:pt x="32423" y="16184"/>
                  </a:moveTo>
                  <a:cubicBezTo>
                    <a:pt x="32423" y="7378"/>
                    <a:pt x="25140" y="90"/>
                    <a:pt x="16341" y="90"/>
                  </a:cubicBezTo>
                  <a:cubicBezTo>
                    <a:pt x="7541" y="90"/>
                    <a:pt x="259" y="7378"/>
                    <a:pt x="259" y="16184"/>
                  </a:cubicBezTo>
                  <a:cubicBezTo>
                    <a:pt x="259" y="24990"/>
                    <a:pt x="7541" y="32278"/>
                    <a:pt x="16341" y="32278"/>
                  </a:cubicBezTo>
                  <a:cubicBezTo>
                    <a:pt x="25140" y="32278"/>
                    <a:pt x="32423" y="24990"/>
                    <a:pt x="32423" y="16184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E40F148-1780-B288-4ED4-C26B35105844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0574650" y="5256369"/>
              <a:ext cx="32164" cy="32188"/>
            </a:xfrm>
            <a:custGeom>
              <a:avLst/>
              <a:gdLst>
                <a:gd name="csX0" fmla="*/ 32427 w 32164"/>
                <a:gd name="csY0" fmla="*/ 16184 h 32188"/>
                <a:gd name="csX1" fmla="*/ 16345 w 32164"/>
                <a:gd name="csY1" fmla="*/ 90 h 32188"/>
                <a:gd name="csX2" fmla="*/ 263 w 32164"/>
                <a:gd name="csY2" fmla="*/ 16184 h 32188"/>
                <a:gd name="csX3" fmla="*/ 16345 w 32164"/>
                <a:gd name="csY3" fmla="*/ 32278 h 32188"/>
                <a:gd name="csX4" fmla="*/ 32427 w 32164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64" h="32188">
                  <a:moveTo>
                    <a:pt x="32427" y="16184"/>
                  </a:moveTo>
                  <a:cubicBezTo>
                    <a:pt x="32427" y="7378"/>
                    <a:pt x="25145" y="90"/>
                    <a:pt x="16345" y="90"/>
                  </a:cubicBezTo>
                  <a:cubicBezTo>
                    <a:pt x="7545" y="90"/>
                    <a:pt x="263" y="7378"/>
                    <a:pt x="263" y="16184"/>
                  </a:cubicBezTo>
                  <a:cubicBezTo>
                    <a:pt x="263" y="24990"/>
                    <a:pt x="7545" y="32278"/>
                    <a:pt x="16345" y="32278"/>
                  </a:cubicBezTo>
                  <a:cubicBezTo>
                    <a:pt x="25145" y="32278"/>
                    <a:pt x="32427" y="24990"/>
                    <a:pt x="32427" y="16184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A65B2A3-C738-B6F7-3C27-AEE0E929AA99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709510" y="5256369"/>
              <a:ext cx="35502" cy="90794"/>
            </a:xfrm>
            <a:custGeom>
              <a:avLst/>
              <a:gdLst>
                <a:gd name="csX0" fmla="*/ 35769 w 35502"/>
                <a:gd name="csY0" fmla="*/ 31975 h 90794"/>
                <a:gd name="csX1" fmla="*/ 16349 w 35502"/>
                <a:gd name="csY1" fmla="*/ 90 h 90794"/>
                <a:gd name="csX2" fmla="*/ 267 w 35502"/>
                <a:gd name="csY2" fmla="*/ 16184 h 90794"/>
                <a:gd name="csX3" fmla="*/ 16349 w 35502"/>
                <a:gd name="csY3" fmla="*/ 32278 h 90794"/>
                <a:gd name="csX4" fmla="*/ 26970 w 35502"/>
                <a:gd name="csY4" fmla="*/ 28331 h 90794"/>
                <a:gd name="csX5" fmla="*/ 28487 w 35502"/>
                <a:gd name="csY5" fmla="*/ 27420 h 90794"/>
                <a:gd name="csX6" fmla="*/ 29094 w 35502"/>
                <a:gd name="csY6" fmla="*/ 31975 h 90794"/>
                <a:gd name="csX7" fmla="*/ 8460 w 35502"/>
                <a:gd name="csY7" fmla="*/ 82686 h 90794"/>
                <a:gd name="csX8" fmla="*/ 5122 w 35502"/>
                <a:gd name="csY8" fmla="*/ 87545 h 90794"/>
                <a:gd name="csX9" fmla="*/ 8157 w 35502"/>
                <a:gd name="csY9" fmla="*/ 90885 h 90794"/>
                <a:gd name="csX10" fmla="*/ 35769 w 3550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02" h="90794">
                  <a:moveTo>
                    <a:pt x="35769" y="31975"/>
                  </a:moveTo>
                  <a:cubicBezTo>
                    <a:pt x="35769" y="11933"/>
                    <a:pt x="28183" y="90"/>
                    <a:pt x="16349" y="90"/>
                  </a:cubicBezTo>
                  <a:cubicBezTo>
                    <a:pt x="6336" y="90"/>
                    <a:pt x="267" y="7682"/>
                    <a:pt x="267" y="16184"/>
                  </a:cubicBezTo>
                  <a:cubicBezTo>
                    <a:pt x="267" y="24383"/>
                    <a:pt x="6336" y="32278"/>
                    <a:pt x="16349" y="32278"/>
                  </a:cubicBezTo>
                  <a:cubicBezTo>
                    <a:pt x="19991" y="32278"/>
                    <a:pt x="23935" y="31064"/>
                    <a:pt x="26970" y="28331"/>
                  </a:cubicBezTo>
                  <a:cubicBezTo>
                    <a:pt x="27880" y="27723"/>
                    <a:pt x="28183" y="27420"/>
                    <a:pt x="28487" y="27420"/>
                  </a:cubicBezTo>
                  <a:cubicBezTo>
                    <a:pt x="28790" y="27420"/>
                    <a:pt x="29094" y="27723"/>
                    <a:pt x="29094" y="31975"/>
                  </a:cubicBezTo>
                  <a:cubicBezTo>
                    <a:pt x="29094" y="54446"/>
                    <a:pt x="18474" y="72665"/>
                    <a:pt x="8460" y="82686"/>
                  </a:cubicBezTo>
                  <a:cubicBezTo>
                    <a:pt x="5122" y="86026"/>
                    <a:pt x="5122" y="86634"/>
                    <a:pt x="5122" y="87545"/>
                  </a:cubicBezTo>
                  <a:cubicBezTo>
                    <a:pt x="5122" y="89670"/>
                    <a:pt x="6640" y="90885"/>
                    <a:pt x="8157" y="90885"/>
                  </a:cubicBezTo>
                  <a:cubicBezTo>
                    <a:pt x="11495" y="90885"/>
                    <a:pt x="35769" y="67503"/>
                    <a:pt x="35769" y="3197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111661A-AC0D-18CE-E653-703558FAF3C6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0827073" y="5154339"/>
              <a:ext cx="151111" cy="137558"/>
            </a:xfrm>
            <a:custGeom>
              <a:avLst/>
              <a:gdLst>
                <a:gd name="csX0" fmla="*/ 92820 w 151111"/>
                <a:gd name="csY0" fmla="*/ 42603 h 137558"/>
                <a:gd name="csX1" fmla="*/ 122860 w 151111"/>
                <a:gd name="csY1" fmla="*/ 6771 h 137558"/>
                <a:gd name="csX2" fmla="*/ 138032 w 151111"/>
                <a:gd name="csY2" fmla="*/ 10718 h 137558"/>
                <a:gd name="csX3" fmla="*/ 123467 w 151111"/>
                <a:gd name="csY3" fmla="*/ 27116 h 137558"/>
                <a:gd name="csX4" fmla="*/ 134997 w 151111"/>
                <a:gd name="csY4" fmla="*/ 37744 h 137558"/>
                <a:gd name="csX5" fmla="*/ 151383 w 151111"/>
                <a:gd name="csY5" fmla="*/ 20132 h 137558"/>
                <a:gd name="csX6" fmla="*/ 123163 w 151111"/>
                <a:gd name="csY6" fmla="*/ 90 h 137558"/>
                <a:gd name="csX7" fmla="*/ 91303 w 151111"/>
                <a:gd name="csY7" fmla="*/ 23168 h 137558"/>
                <a:gd name="csX8" fmla="*/ 58531 w 151111"/>
                <a:gd name="csY8" fmla="*/ 90 h 137558"/>
                <a:gd name="csX9" fmla="*/ 9678 w 151111"/>
                <a:gd name="csY9" fmla="*/ 46854 h 137558"/>
                <a:gd name="csX10" fmla="*/ 13320 w 151111"/>
                <a:gd name="csY10" fmla="*/ 49891 h 137558"/>
                <a:gd name="csX11" fmla="*/ 17264 w 151111"/>
                <a:gd name="csY11" fmla="*/ 46550 h 137558"/>
                <a:gd name="csX12" fmla="*/ 57925 w 151111"/>
                <a:gd name="csY12" fmla="*/ 6771 h 137558"/>
                <a:gd name="csX13" fmla="*/ 74310 w 151111"/>
                <a:gd name="csY13" fmla="*/ 27116 h 137558"/>
                <a:gd name="csX14" fmla="*/ 57925 w 151111"/>
                <a:gd name="csY14" fmla="*/ 99387 h 137558"/>
                <a:gd name="csX15" fmla="*/ 29098 w 151111"/>
                <a:gd name="csY15" fmla="*/ 130968 h 137558"/>
                <a:gd name="csX16" fmla="*/ 13926 w 151111"/>
                <a:gd name="csY16" fmla="*/ 127021 h 137558"/>
                <a:gd name="csX17" fmla="*/ 28188 w 151111"/>
                <a:gd name="csY17" fmla="*/ 110623 h 137558"/>
                <a:gd name="csX18" fmla="*/ 16961 w 151111"/>
                <a:gd name="csY18" fmla="*/ 99995 h 137558"/>
                <a:gd name="csX19" fmla="*/ 272 w 151111"/>
                <a:gd name="csY19" fmla="*/ 117607 h 137558"/>
                <a:gd name="csX20" fmla="*/ 28795 w 151111"/>
                <a:gd name="csY20" fmla="*/ 137649 h 137558"/>
                <a:gd name="csX21" fmla="*/ 60656 w 151111"/>
                <a:gd name="csY21" fmla="*/ 114570 h 137558"/>
                <a:gd name="csX22" fmla="*/ 93427 w 151111"/>
                <a:gd name="csY22" fmla="*/ 137649 h 137558"/>
                <a:gd name="csX23" fmla="*/ 141976 w 151111"/>
                <a:gd name="csY23" fmla="*/ 90885 h 137558"/>
                <a:gd name="csX24" fmla="*/ 138335 w 151111"/>
                <a:gd name="csY24" fmla="*/ 87848 h 137558"/>
                <a:gd name="csX25" fmla="*/ 134390 w 151111"/>
                <a:gd name="csY25" fmla="*/ 91189 h 137558"/>
                <a:gd name="csX26" fmla="*/ 94034 w 151111"/>
                <a:gd name="csY26" fmla="*/ 130968 h 137558"/>
                <a:gd name="csX27" fmla="*/ 77345 w 151111"/>
                <a:gd name="csY27" fmla="*/ 110927 h 137558"/>
                <a:gd name="csX28" fmla="*/ 82503 w 151111"/>
                <a:gd name="csY28" fmla="*/ 84204 h 137558"/>
                <a:gd name="csX29" fmla="*/ 92820 w 151111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111" h="137558">
                  <a:moveTo>
                    <a:pt x="92820" y="42603"/>
                  </a:moveTo>
                  <a:cubicBezTo>
                    <a:pt x="94640" y="34708"/>
                    <a:pt x="101619" y="6771"/>
                    <a:pt x="122860" y="6771"/>
                  </a:cubicBezTo>
                  <a:cubicBezTo>
                    <a:pt x="124377" y="6771"/>
                    <a:pt x="131660" y="6771"/>
                    <a:pt x="138032" y="10718"/>
                  </a:cubicBezTo>
                  <a:cubicBezTo>
                    <a:pt x="129536" y="12237"/>
                    <a:pt x="123467" y="19828"/>
                    <a:pt x="123467" y="27116"/>
                  </a:cubicBezTo>
                  <a:cubicBezTo>
                    <a:pt x="123467" y="31975"/>
                    <a:pt x="126805" y="37744"/>
                    <a:pt x="134997" y="37744"/>
                  </a:cubicBezTo>
                  <a:cubicBezTo>
                    <a:pt x="141673" y="37744"/>
                    <a:pt x="151383" y="32278"/>
                    <a:pt x="151383" y="20132"/>
                  </a:cubicBezTo>
                  <a:cubicBezTo>
                    <a:pt x="151383" y="4341"/>
                    <a:pt x="133480" y="90"/>
                    <a:pt x="123163" y="90"/>
                  </a:cubicBezTo>
                  <a:cubicBezTo>
                    <a:pt x="105564" y="90"/>
                    <a:pt x="94944" y="16184"/>
                    <a:pt x="91303" y="23168"/>
                  </a:cubicBezTo>
                  <a:cubicBezTo>
                    <a:pt x="83717" y="3127"/>
                    <a:pt x="67331" y="90"/>
                    <a:pt x="58531" y="90"/>
                  </a:cubicBezTo>
                  <a:cubicBezTo>
                    <a:pt x="26974" y="90"/>
                    <a:pt x="9678" y="39263"/>
                    <a:pt x="9678" y="46854"/>
                  </a:cubicBezTo>
                  <a:cubicBezTo>
                    <a:pt x="9678" y="49891"/>
                    <a:pt x="12713" y="49891"/>
                    <a:pt x="13320" y="49891"/>
                  </a:cubicBezTo>
                  <a:cubicBezTo>
                    <a:pt x="15747" y="49891"/>
                    <a:pt x="16657" y="49283"/>
                    <a:pt x="17264" y="46550"/>
                  </a:cubicBezTo>
                  <a:cubicBezTo>
                    <a:pt x="27581" y="14362"/>
                    <a:pt x="47608" y="6771"/>
                    <a:pt x="57925" y="6771"/>
                  </a:cubicBezTo>
                  <a:cubicBezTo>
                    <a:pt x="63690" y="6771"/>
                    <a:pt x="74310" y="9504"/>
                    <a:pt x="74310" y="27116"/>
                  </a:cubicBezTo>
                  <a:cubicBezTo>
                    <a:pt x="74310" y="36530"/>
                    <a:pt x="69152" y="56875"/>
                    <a:pt x="57925" y="99387"/>
                  </a:cubicBezTo>
                  <a:cubicBezTo>
                    <a:pt x="53070" y="118214"/>
                    <a:pt x="42449" y="130968"/>
                    <a:pt x="29098" y="130968"/>
                  </a:cubicBezTo>
                  <a:cubicBezTo>
                    <a:pt x="27278" y="130968"/>
                    <a:pt x="20299" y="130968"/>
                    <a:pt x="13926" y="127021"/>
                  </a:cubicBezTo>
                  <a:cubicBezTo>
                    <a:pt x="21512" y="125502"/>
                    <a:pt x="28188" y="119125"/>
                    <a:pt x="28188" y="110623"/>
                  </a:cubicBezTo>
                  <a:cubicBezTo>
                    <a:pt x="28188" y="102424"/>
                    <a:pt x="21512" y="99995"/>
                    <a:pt x="16961" y="99995"/>
                  </a:cubicBezTo>
                  <a:cubicBezTo>
                    <a:pt x="7858" y="99995"/>
                    <a:pt x="272" y="107890"/>
                    <a:pt x="272" y="117607"/>
                  </a:cubicBezTo>
                  <a:cubicBezTo>
                    <a:pt x="272" y="131576"/>
                    <a:pt x="15444" y="137649"/>
                    <a:pt x="28795" y="137649"/>
                  </a:cubicBezTo>
                  <a:cubicBezTo>
                    <a:pt x="48822" y="137649"/>
                    <a:pt x="59745" y="116392"/>
                    <a:pt x="60656" y="114570"/>
                  </a:cubicBezTo>
                  <a:cubicBezTo>
                    <a:pt x="64297" y="125806"/>
                    <a:pt x="75220" y="137649"/>
                    <a:pt x="93427" y="137649"/>
                  </a:cubicBezTo>
                  <a:cubicBezTo>
                    <a:pt x="124681" y="137649"/>
                    <a:pt x="141976" y="98476"/>
                    <a:pt x="141976" y="90885"/>
                  </a:cubicBezTo>
                  <a:cubicBezTo>
                    <a:pt x="141976" y="87848"/>
                    <a:pt x="139245" y="87848"/>
                    <a:pt x="138335" y="87848"/>
                  </a:cubicBezTo>
                  <a:cubicBezTo>
                    <a:pt x="135604" y="87848"/>
                    <a:pt x="134997" y="89063"/>
                    <a:pt x="134390" y="91189"/>
                  </a:cubicBezTo>
                  <a:cubicBezTo>
                    <a:pt x="124377" y="123680"/>
                    <a:pt x="103743" y="130968"/>
                    <a:pt x="94034" y="130968"/>
                  </a:cubicBezTo>
                  <a:cubicBezTo>
                    <a:pt x="82199" y="130968"/>
                    <a:pt x="77345" y="121251"/>
                    <a:pt x="77345" y="110927"/>
                  </a:cubicBezTo>
                  <a:cubicBezTo>
                    <a:pt x="77345" y="104246"/>
                    <a:pt x="79165" y="97565"/>
                    <a:pt x="82503" y="84204"/>
                  </a:cubicBezTo>
                  <a:lnTo>
                    <a:pt x="92820" y="4260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3B2F746-04CB-85FD-B651-2618A28F754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001679" y="5240366"/>
              <a:ext cx="129779" cy="95865"/>
            </a:xfrm>
            <a:custGeom>
              <a:avLst/>
              <a:gdLst>
                <a:gd name="csX0" fmla="*/ 16208 w 129779"/>
                <a:gd name="csY0" fmla="*/ 80440 h 95865"/>
                <a:gd name="csX1" fmla="*/ 14084 w 129779"/>
                <a:gd name="csY1" fmla="*/ 89156 h 95865"/>
                <a:gd name="csX2" fmla="*/ 21306 w 129779"/>
                <a:gd name="csY2" fmla="*/ 95958 h 95865"/>
                <a:gd name="csX3" fmla="*/ 29589 w 129779"/>
                <a:gd name="csY3" fmla="*/ 91281 h 95865"/>
                <a:gd name="csX4" fmla="*/ 33413 w 129779"/>
                <a:gd name="csY4" fmla="*/ 78102 h 95865"/>
                <a:gd name="csX5" fmla="*/ 38086 w 129779"/>
                <a:gd name="csY5" fmla="*/ 58972 h 95865"/>
                <a:gd name="csX6" fmla="*/ 41696 w 129779"/>
                <a:gd name="csY6" fmla="*/ 44730 h 95865"/>
                <a:gd name="csX7" fmla="*/ 50618 w 129779"/>
                <a:gd name="csY7" fmla="*/ 25599 h 95865"/>
                <a:gd name="csX8" fmla="*/ 82478 w 129779"/>
                <a:gd name="csY8" fmla="*/ 6043 h 95865"/>
                <a:gd name="csX9" fmla="*/ 95010 w 129779"/>
                <a:gd name="csY9" fmla="*/ 20923 h 95865"/>
                <a:gd name="csX10" fmla="*/ 82478 w 129779"/>
                <a:gd name="csY10" fmla="*/ 66199 h 95865"/>
                <a:gd name="csX11" fmla="*/ 79292 w 129779"/>
                <a:gd name="csY11" fmla="*/ 77677 h 95865"/>
                <a:gd name="csX12" fmla="*/ 99471 w 129779"/>
                <a:gd name="csY12" fmla="*/ 95958 h 95865"/>
                <a:gd name="csX13" fmla="*/ 130057 w 129779"/>
                <a:gd name="csY13" fmla="*/ 63435 h 95865"/>
                <a:gd name="csX14" fmla="*/ 126659 w 129779"/>
                <a:gd name="csY14" fmla="*/ 60672 h 95865"/>
                <a:gd name="csX15" fmla="*/ 122623 w 129779"/>
                <a:gd name="csY15" fmla="*/ 64286 h 95865"/>
                <a:gd name="csX16" fmla="*/ 100108 w 129779"/>
                <a:gd name="csY16" fmla="*/ 90006 h 95865"/>
                <a:gd name="csX17" fmla="*/ 94798 w 129779"/>
                <a:gd name="csY17" fmla="*/ 82566 h 95865"/>
                <a:gd name="csX18" fmla="*/ 99683 w 129779"/>
                <a:gd name="csY18" fmla="*/ 65348 h 95865"/>
                <a:gd name="csX19" fmla="*/ 110941 w 129779"/>
                <a:gd name="csY19" fmla="*/ 24324 h 95865"/>
                <a:gd name="csX20" fmla="*/ 83328 w 129779"/>
                <a:gd name="csY20" fmla="*/ 92 h 95865"/>
                <a:gd name="csX21" fmla="*/ 47431 w 129779"/>
                <a:gd name="csY21" fmla="*/ 19435 h 95865"/>
                <a:gd name="csX22" fmla="*/ 24704 w 129779"/>
                <a:gd name="csY22" fmla="*/ 92 h 95865"/>
                <a:gd name="csX23" fmla="*/ 7924 w 129779"/>
                <a:gd name="csY23" fmla="*/ 11570 h 95865"/>
                <a:gd name="csX24" fmla="*/ 277 w 129779"/>
                <a:gd name="csY24" fmla="*/ 32614 h 95865"/>
                <a:gd name="csX25" fmla="*/ 3888 w 129779"/>
                <a:gd name="csY25" fmla="*/ 35377 h 95865"/>
                <a:gd name="csX26" fmla="*/ 8561 w 129779"/>
                <a:gd name="csY26" fmla="*/ 29000 h 95865"/>
                <a:gd name="csX27" fmla="*/ 24067 w 129779"/>
                <a:gd name="csY27" fmla="*/ 6043 h 95865"/>
                <a:gd name="csX28" fmla="*/ 31076 w 129779"/>
                <a:gd name="csY28" fmla="*/ 16459 h 95865"/>
                <a:gd name="csX29" fmla="*/ 27678 w 129779"/>
                <a:gd name="csY29" fmla="*/ 34102 h 95865"/>
                <a:gd name="csX30" fmla="*/ 23005 w 129779"/>
                <a:gd name="csY30" fmla="*/ 53232 h 95865"/>
                <a:gd name="csX31" fmla="*/ 16208 w 129779"/>
                <a:gd name="csY31" fmla="*/ 80440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79" h="95865">
                  <a:moveTo>
                    <a:pt x="16208" y="80440"/>
                  </a:moveTo>
                  <a:cubicBezTo>
                    <a:pt x="15358" y="83204"/>
                    <a:pt x="14084" y="88518"/>
                    <a:pt x="14084" y="89156"/>
                  </a:cubicBezTo>
                  <a:cubicBezTo>
                    <a:pt x="14084" y="93832"/>
                    <a:pt x="17907" y="95958"/>
                    <a:pt x="21306" y="95958"/>
                  </a:cubicBezTo>
                  <a:cubicBezTo>
                    <a:pt x="25129" y="95958"/>
                    <a:pt x="28527" y="93194"/>
                    <a:pt x="29589" y="91281"/>
                  </a:cubicBezTo>
                  <a:cubicBezTo>
                    <a:pt x="30651" y="89368"/>
                    <a:pt x="32351" y="82566"/>
                    <a:pt x="33413" y="78102"/>
                  </a:cubicBezTo>
                  <a:cubicBezTo>
                    <a:pt x="34475" y="74064"/>
                    <a:pt x="36811" y="64286"/>
                    <a:pt x="38086" y="58972"/>
                  </a:cubicBezTo>
                  <a:cubicBezTo>
                    <a:pt x="39360" y="54295"/>
                    <a:pt x="40634" y="49619"/>
                    <a:pt x="41696" y="44730"/>
                  </a:cubicBezTo>
                  <a:cubicBezTo>
                    <a:pt x="44033" y="36015"/>
                    <a:pt x="44458" y="34314"/>
                    <a:pt x="50618" y="25599"/>
                  </a:cubicBezTo>
                  <a:cubicBezTo>
                    <a:pt x="56565" y="17097"/>
                    <a:pt x="66548" y="6043"/>
                    <a:pt x="82478" y="6043"/>
                  </a:cubicBezTo>
                  <a:cubicBezTo>
                    <a:pt x="94798" y="6043"/>
                    <a:pt x="95010" y="16884"/>
                    <a:pt x="95010" y="20923"/>
                  </a:cubicBezTo>
                  <a:cubicBezTo>
                    <a:pt x="95010" y="33677"/>
                    <a:pt x="85877" y="57271"/>
                    <a:pt x="82478" y="66199"/>
                  </a:cubicBezTo>
                  <a:cubicBezTo>
                    <a:pt x="80142" y="72150"/>
                    <a:pt x="79292" y="74064"/>
                    <a:pt x="79292" y="77677"/>
                  </a:cubicBezTo>
                  <a:cubicBezTo>
                    <a:pt x="79292" y="88943"/>
                    <a:pt x="88638" y="95958"/>
                    <a:pt x="99471" y="95958"/>
                  </a:cubicBezTo>
                  <a:cubicBezTo>
                    <a:pt x="120711" y="95958"/>
                    <a:pt x="130057" y="66624"/>
                    <a:pt x="130057" y="63435"/>
                  </a:cubicBezTo>
                  <a:cubicBezTo>
                    <a:pt x="130057" y="60672"/>
                    <a:pt x="127296" y="60672"/>
                    <a:pt x="126659" y="60672"/>
                  </a:cubicBezTo>
                  <a:cubicBezTo>
                    <a:pt x="123685" y="60672"/>
                    <a:pt x="123473" y="61947"/>
                    <a:pt x="122623" y="64286"/>
                  </a:cubicBezTo>
                  <a:cubicBezTo>
                    <a:pt x="117738" y="81291"/>
                    <a:pt x="108604" y="90006"/>
                    <a:pt x="100108" y="90006"/>
                  </a:cubicBezTo>
                  <a:cubicBezTo>
                    <a:pt x="95647" y="90006"/>
                    <a:pt x="94798" y="87030"/>
                    <a:pt x="94798" y="82566"/>
                  </a:cubicBezTo>
                  <a:cubicBezTo>
                    <a:pt x="94798" y="77677"/>
                    <a:pt x="95860" y="74914"/>
                    <a:pt x="99683" y="65348"/>
                  </a:cubicBezTo>
                  <a:cubicBezTo>
                    <a:pt x="102232" y="58759"/>
                    <a:pt x="110941" y="36227"/>
                    <a:pt x="110941" y="24324"/>
                  </a:cubicBezTo>
                  <a:cubicBezTo>
                    <a:pt x="110941" y="3705"/>
                    <a:pt x="94585" y="92"/>
                    <a:pt x="83328" y="92"/>
                  </a:cubicBezTo>
                  <a:cubicBezTo>
                    <a:pt x="65698" y="92"/>
                    <a:pt x="53804" y="10932"/>
                    <a:pt x="47431" y="19435"/>
                  </a:cubicBezTo>
                  <a:cubicBezTo>
                    <a:pt x="45945" y="4768"/>
                    <a:pt x="33413" y="92"/>
                    <a:pt x="24704" y="92"/>
                  </a:cubicBezTo>
                  <a:cubicBezTo>
                    <a:pt x="15571" y="92"/>
                    <a:pt x="10685" y="6681"/>
                    <a:pt x="7924" y="11570"/>
                  </a:cubicBezTo>
                  <a:cubicBezTo>
                    <a:pt x="3251" y="19435"/>
                    <a:pt x="277" y="31551"/>
                    <a:pt x="277" y="32614"/>
                  </a:cubicBezTo>
                  <a:cubicBezTo>
                    <a:pt x="277" y="35377"/>
                    <a:pt x="3251" y="35377"/>
                    <a:pt x="3888" y="35377"/>
                  </a:cubicBezTo>
                  <a:cubicBezTo>
                    <a:pt x="6862" y="35377"/>
                    <a:pt x="7074" y="34739"/>
                    <a:pt x="8561" y="29000"/>
                  </a:cubicBezTo>
                  <a:cubicBezTo>
                    <a:pt x="11747" y="16459"/>
                    <a:pt x="15783" y="6043"/>
                    <a:pt x="24067" y="6043"/>
                  </a:cubicBezTo>
                  <a:cubicBezTo>
                    <a:pt x="29589" y="6043"/>
                    <a:pt x="31076" y="10720"/>
                    <a:pt x="31076" y="16459"/>
                  </a:cubicBezTo>
                  <a:cubicBezTo>
                    <a:pt x="31076" y="20498"/>
                    <a:pt x="29165" y="28363"/>
                    <a:pt x="27678" y="34102"/>
                  </a:cubicBezTo>
                  <a:cubicBezTo>
                    <a:pt x="26191" y="39841"/>
                    <a:pt x="24067" y="48556"/>
                    <a:pt x="23005" y="53232"/>
                  </a:cubicBezTo>
                  <a:lnTo>
                    <a:pt x="16208" y="80440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6E78CC6-CC1D-15FF-700B-23BF817DC59C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1174162" y="5060811"/>
              <a:ext cx="70397" cy="303661"/>
            </a:xfrm>
            <a:custGeom>
              <a:avLst/>
              <a:gdLst>
                <a:gd name="csX0" fmla="*/ 70680 w 70397"/>
                <a:gd name="csY0" fmla="*/ 151921 h 303661"/>
                <a:gd name="csX1" fmla="*/ 50653 w 70397"/>
                <a:gd name="csY1" fmla="*/ 57178 h 303661"/>
                <a:gd name="csX2" fmla="*/ 3317 w 70397"/>
                <a:gd name="csY2" fmla="*/ 90 h 303661"/>
                <a:gd name="csX3" fmla="*/ 283 w 70397"/>
                <a:gd name="csY3" fmla="*/ 3127 h 303661"/>
                <a:gd name="csX4" fmla="*/ 6048 w 70397"/>
                <a:gd name="csY4" fmla="*/ 10111 h 303661"/>
                <a:gd name="csX5" fmla="*/ 53081 w 70397"/>
                <a:gd name="csY5" fmla="*/ 151921 h 303661"/>
                <a:gd name="csX6" fmla="*/ 4228 w 70397"/>
                <a:gd name="csY6" fmla="*/ 295553 h 303661"/>
                <a:gd name="csX7" fmla="*/ 283 w 70397"/>
                <a:gd name="csY7" fmla="*/ 300715 h 303661"/>
                <a:gd name="csX8" fmla="*/ 3317 w 70397"/>
                <a:gd name="csY8" fmla="*/ 303751 h 303661"/>
                <a:gd name="csX9" fmla="*/ 51564 w 70397"/>
                <a:gd name="csY9" fmla="*/ 244538 h 303661"/>
                <a:gd name="csX10" fmla="*/ 70680 w 70397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97" h="303661">
                  <a:moveTo>
                    <a:pt x="70680" y="151921"/>
                  </a:moveTo>
                  <a:cubicBezTo>
                    <a:pt x="70680" y="128235"/>
                    <a:pt x="67342" y="91492"/>
                    <a:pt x="50653" y="57178"/>
                  </a:cubicBezTo>
                  <a:cubicBezTo>
                    <a:pt x="32447" y="19828"/>
                    <a:pt x="6352" y="90"/>
                    <a:pt x="3317" y="90"/>
                  </a:cubicBezTo>
                  <a:cubicBezTo>
                    <a:pt x="1497" y="90"/>
                    <a:pt x="283" y="1305"/>
                    <a:pt x="283" y="3127"/>
                  </a:cubicBezTo>
                  <a:cubicBezTo>
                    <a:pt x="283" y="4038"/>
                    <a:pt x="283" y="4645"/>
                    <a:pt x="6048" y="10111"/>
                  </a:cubicBezTo>
                  <a:cubicBezTo>
                    <a:pt x="35785" y="40173"/>
                    <a:pt x="53081" y="88456"/>
                    <a:pt x="53081" y="151921"/>
                  </a:cubicBezTo>
                  <a:cubicBezTo>
                    <a:pt x="53081" y="203847"/>
                    <a:pt x="41854" y="257291"/>
                    <a:pt x="4228" y="295553"/>
                  </a:cubicBezTo>
                  <a:cubicBezTo>
                    <a:pt x="283" y="299197"/>
                    <a:pt x="283" y="299804"/>
                    <a:pt x="283" y="300715"/>
                  </a:cubicBezTo>
                  <a:cubicBezTo>
                    <a:pt x="283" y="302537"/>
                    <a:pt x="1497" y="303751"/>
                    <a:pt x="3317" y="303751"/>
                  </a:cubicBezTo>
                  <a:cubicBezTo>
                    <a:pt x="6352" y="303751"/>
                    <a:pt x="33661" y="283102"/>
                    <a:pt x="51564" y="244538"/>
                  </a:cubicBezTo>
                  <a:cubicBezTo>
                    <a:pt x="67039" y="211135"/>
                    <a:pt x="70680" y="177428"/>
                    <a:pt x="70680" y="151921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17C5170-6260-F152-A4F5-0009C932D13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1456966" y="4815239"/>
              <a:ext cx="129779" cy="95865"/>
            </a:xfrm>
            <a:custGeom>
              <a:avLst/>
              <a:gdLst>
                <a:gd name="csX0" fmla="*/ 16223 w 129779"/>
                <a:gd name="csY0" fmla="*/ 80427 h 95865"/>
                <a:gd name="csX1" fmla="*/ 14099 w 129779"/>
                <a:gd name="csY1" fmla="*/ 89142 h 95865"/>
                <a:gd name="csX2" fmla="*/ 21321 w 129779"/>
                <a:gd name="csY2" fmla="*/ 95944 h 95865"/>
                <a:gd name="csX3" fmla="*/ 29604 w 129779"/>
                <a:gd name="csY3" fmla="*/ 91267 h 95865"/>
                <a:gd name="csX4" fmla="*/ 33428 w 129779"/>
                <a:gd name="csY4" fmla="*/ 78088 h 95865"/>
                <a:gd name="csX5" fmla="*/ 38101 w 129779"/>
                <a:gd name="csY5" fmla="*/ 58958 h 95865"/>
                <a:gd name="csX6" fmla="*/ 41711 w 129779"/>
                <a:gd name="csY6" fmla="*/ 44716 h 95865"/>
                <a:gd name="csX7" fmla="*/ 50632 w 129779"/>
                <a:gd name="csY7" fmla="*/ 25585 h 95865"/>
                <a:gd name="csX8" fmla="*/ 82493 w 129779"/>
                <a:gd name="csY8" fmla="*/ 6029 h 95865"/>
                <a:gd name="csX9" fmla="*/ 95025 w 129779"/>
                <a:gd name="csY9" fmla="*/ 20909 h 95865"/>
                <a:gd name="csX10" fmla="*/ 82493 w 129779"/>
                <a:gd name="csY10" fmla="*/ 66185 h 95865"/>
                <a:gd name="csX11" fmla="*/ 79307 w 129779"/>
                <a:gd name="csY11" fmla="*/ 77663 h 95865"/>
                <a:gd name="csX12" fmla="*/ 99486 w 129779"/>
                <a:gd name="csY12" fmla="*/ 95944 h 95865"/>
                <a:gd name="csX13" fmla="*/ 130072 w 129779"/>
                <a:gd name="csY13" fmla="*/ 63421 h 95865"/>
                <a:gd name="csX14" fmla="*/ 126674 w 129779"/>
                <a:gd name="csY14" fmla="*/ 60658 h 95865"/>
                <a:gd name="csX15" fmla="*/ 122638 w 129779"/>
                <a:gd name="csY15" fmla="*/ 64272 h 95865"/>
                <a:gd name="csX16" fmla="*/ 100123 w 129779"/>
                <a:gd name="csY16" fmla="*/ 89992 h 95865"/>
                <a:gd name="csX17" fmla="*/ 94813 w 129779"/>
                <a:gd name="csY17" fmla="*/ 82552 h 95865"/>
                <a:gd name="csX18" fmla="*/ 99698 w 129779"/>
                <a:gd name="csY18" fmla="*/ 65335 h 95865"/>
                <a:gd name="csX19" fmla="*/ 110956 w 129779"/>
                <a:gd name="csY19" fmla="*/ 24310 h 95865"/>
                <a:gd name="csX20" fmla="*/ 83343 w 129779"/>
                <a:gd name="csY20" fmla="*/ 78 h 95865"/>
                <a:gd name="csX21" fmla="*/ 47446 w 129779"/>
                <a:gd name="csY21" fmla="*/ 19421 h 95865"/>
                <a:gd name="csX22" fmla="*/ 24719 w 129779"/>
                <a:gd name="csY22" fmla="*/ 78 h 95865"/>
                <a:gd name="csX23" fmla="*/ 7939 w 129779"/>
                <a:gd name="csY23" fmla="*/ 11556 h 95865"/>
                <a:gd name="csX24" fmla="*/ 292 w 129779"/>
                <a:gd name="csY24" fmla="*/ 32600 h 95865"/>
                <a:gd name="csX25" fmla="*/ 3903 w 129779"/>
                <a:gd name="csY25" fmla="*/ 35363 h 95865"/>
                <a:gd name="csX26" fmla="*/ 8576 w 129779"/>
                <a:gd name="csY26" fmla="*/ 28986 h 95865"/>
                <a:gd name="csX27" fmla="*/ 24082 w 129779"/>
                <a:gd name="csY27" fmla="*/ 6029 h 95865"/>
                <a:gd name="csX28" fmla="*/ 31091 w 129779"/>
                <a:gd name="csY28" fmla="*/ 16445 h 95865"/>
                <a:gd name="csX29" fmla="*/ 27693 w 129779"/>
                <a:gd name="csY29" fmla="*/ 34088 h 95865"/>
                <a:gd name="csX30" fmla="*/ 23020 w 129779"/>
                <a:gd name="csY30" fmla="*/ 53218 h 95865"/>
                <a:gd name="csX31" fmla="*/ 16223 w 129779"/>
                <a:gd name="csY31" fmla="*/ 80427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79" h="95865">
                  <a:moveTo>
                    <a:pt x="16223" y="80427"/>
                  </a:moveTo>
                  <a:cubicBezTo>
                    <a:pt x="15373" y="83190"/>
                    <a:pt x="14099" y="88504"/>
                    <a:pt x="14099" y="89142"/>
                  </a:cubicBezTo>
                  <a:cubicBezTo>
                    <a:pt x="14099" y="93818"/>
                    <a:pt x="17922" y="95944"/>
                    <a:pt x="21321" y="95944"/>
                  </a:cubicBezTo>
                  <a:cubicBezTo>
                    <a:pt x="25144" y="95944"/>
                    <a:pt x="28542" y="93180"/>
                    <a:pt x="29604" y="91267"/>
                  </a:cubicBezTo>
                  <a:cubicBezTo>
                    <a:pt x="30666" y="89354"/>
                    <a:pt x="32366" y="82552"/>
                    <a:pt x="33428" y="78088"/>
                  </a:cubicBezTo>
                  <a:cubicBezTo>
                    <a:pt x="34490" y="74050"/>
                    <a:pt x="36826" y="64272"/>
                    <a:pt x="38101" y="58958"/>
                  </a:cubicBezTo>
                  <a:cubicBezTo>
                    <a:pt x="39375" y="54281"/>
                    <a:pt x="40649" y="49605"/>
                    <a:pt x="41711" y="44716"/>
                  </a:cubicBezTo>
                  <a:cubicBezTo>
                    <a:pt x="44048" y="36001"/>
                    <a:pt x="44473" y="34300"/>
                    <a:pt x="50632" y="25585"/>
                  </a:cubicBezTo>
                  <a:cubicBezTo>
                    <a:pt x="56580" y="17083"/>
                    <a:pt x="66563" y="6029"/>
                    <a:pt x="82493" y="6029"/>
                  </a:cubicBezTo>
                  <a:cubicBezTo>
                    <a:pt x="94813" y="6029"/>
                    <a:pt x="95025" y="16870"/>
                    <a:pt x="95025" y="20909"/>
                  </a:cubicBezTo>
                  <a:cubicBezTo>
                    <a:pt x="95025" y="33663"/>
                    <a:pt x="85892" y="57257"/>
                    <a:pt x="82493" y="66185"/>
                  </a:cubicBezTo>
                  <a:cubicBezTo>
                    <a:pt x="80157" y="72137"/>
                    <a:pt x="79307" y="74050"/>
                    <a:pt x="79307" y="77663"/>
                  </a:cubicBezTo>
                  <a:cubicBezTo>
                    <a:pt x="79307" y="88929"/>
                    <a:pt x="88653" y="95944"/>
                    <a:pt x="99486" y="95944"/>
                  </a:cubicBezTo>
                  <a:cubicBezTo>
                    <a:pt x="120726" y="95944"/>
                    <a:pt x="130072" y="66610"/>
                    <a:pt x="130072" y="63421"/>
                  </a:cubicBezTo>
                  <a:cubicBezTo>
                    <a:pt x="130072" y="60658"/>
                    <a:pt x="127311" y="60658"/>
                    <a:pt x="126674" y="60658"/>
                  </a:cubicBezTo>
                  <a:cubicBezTo>
                    <a:pt x="123700" y="60658"/>
                    <a:pt x="123487" y="61934"/>
                    <a:pt x="122638" y="64272"/>
                  </a:cubicBezTo>
                  <a:cubicBezTo>
                    <a:pt x="117753" y="81277"/>
                    <a:pt x="108619" y="89992"/>
                    <a:pt x="100123" y="89992"/>
                  </a:cubicBezTo>
                  <a:cubicBezTo>
                    <a:pt x="95662" y="89992"/>
                    <a:pt x="94813" y="87016"/>
                    <a:pt x="94813" y="82552"/>
                  </a:cubicBezTo>
                  <a:cubicBezTo>
                    <a:pt x="94813" y="77663"/>
                    <a:pt x="95875" y="74900"/>
                    <a:pt x="99698" y="65335"/>
                  </a:cubicBezTo>
                  <a:cubicBezTo>
                    <a:pt x="102247" y="58745"/>
                    <a:pt x="110956" y="36213"/>
                    <a:pt x="110956" y="24310"/>
                  </a:cubicBezTo>
                  <a:cubicBezTo>
                    <a:pt x="110956" y="3691"/>
                    <a:pt x="94600" y="78"/>
                    <a:pt x="83343" y="78"/>
                  </a:cubicBezTo>
                  <a:cubicBezTo>
                    <a:pt x="65713" y="78"/>
                    <a:pt x="53819" y="10918"/>
                    <a:pt x="47446" y="19421"/>
                  </a:cubicBezTo>
                  <a:cubicBezTo>
                    <a:pt x="45960" y="4754"/>
                    <a:pt x="33428" y="78"/>
                    <a:pt x="24719" y="78"/>
                  </a:cubicBezTo>
                  <a:cubicBezTo>
                    <a:pt x="15586" y="78"/>
                    <a:pt x="10700" y="6667"/>
                    <a:pt x="7939" y="11556"/>
                  </a:cubicBezTo>
                  <a:cubicBezTo>
                    <a:pt x="3266" y="19421"/>
                    <a:pt x="292" y="31537"/>
                    <a:pt x="292" y="32600"/>
                  </a:cubicBezTo>
                  <a:cubicBezTo>
                    <a:pt x="292" y="35363"/>
                    <a:pt x="3266" y="35363"/>
                    <a:pt x="3903" y="35363"/>
                  </a:cubicBezTo>
                  <a:cubicBezTo>
                    <a:pt x="6877" y="35363"/>
                    <a:pt x="7089" y="34725"/>
                    <a:pt x="8576" y="28986"/>
                  </a:cubicBezTo>
                  <a:cubicBezTo>
                    <a:pt x="11762" y="16445"/>
                    <a:pt x="15798" y="6029"/>
                    <a:pt x="24082" y="6029"/>
                  </a:cubicBezTo>
                  <a:cubicBezTo>
                    <a:pt x="29604" y="6029"/>
                    <a:pt x="31091" y="10706"/>
                    <a:pt x="31091" y="16445"/>
                  </a:cubicBezTo>
                  <a:cubicBezTo>
                    <a:pt x="31091" y="20484"/>
                    <a:pt x="29180" y="28349"/>
                    <a:pt x="27693" y="34088"/>
                  </a:cubicBezTo>
                  <a:cubicBezTo>
                    <a:pt x="26206" y="39827"/>
                    <a:pt x="24082" y="48542"/>
                    <a:pt x="23020" y="53218"/>
                  </a:cubicBezTo>
                  <a:lnTo>
                    <a:pt x="16223" y="80427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F31555E-B5F3-EE9D-59E0-8B48050CBA97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1345112" y="5000077"/>
              <a:ext cx="353502" cy="425125"/>
            </a:xfrm>
            <a:custGeom>
              <a:avLst/>
              <a:gdLst>
                <a:gd name="csX0" fmla="*/ 353792 w 353502"/>
                <a:gd name="csY0" fmla="*/ 425206 h 425125"/>
                <a:gd name="csX1" fmla="*/ 353792 w 353502"/>
                <a:gd name="csY1" fmla="*/ 408809 h 425125"/>
                <a:gd name="csX2" fmla="*/ 304028 w 353502"/>
                <a:gd name="csY2" fmla="*/ 375406 h 425125"/>
                <a:gd name="csX3" fmla="*/ 304028 w 353502"/>
                <a:gd name="csY3" fmla="*/ 49881 h 425125"/>
                <a:gd name="csX4" fmla="*/ 353792 w 353502"/>
                <a:gd name="csY4" fmla="*/ 16478 h 425125"/>
                <a:gd name="csX5" fmla="*/ 353792 w 353502"/>
                <a:gd name="csY5" fmla="*/ 81 h 425125"/>
                <a:gd name="csX6" fmla="*/ 289 w 353502"/>
                <a:gd name="csY6" fmla="*/ 81 h 425125"/>
                <a:gd name="csX7" fmla="*/ 289 w 353502"/>
                <a:gd name="csY7" fmla="*/ 16478 h 425125"/>
                <a:gd name="csX8" fmla="*/ 50052 w 353502"/>
                <a:gd name="csY8" fmla="*/ 49881 h 425125"/>
                <a:gd name="csX9" fmla="*/ 50052 w 353502"/>
                <a:gd name="csY9" fmla="*/ 375406 h 425125"/>
                <a:gd name="csX10" fmla="*/ 289 w 353502"/>
                <a:gd name="csY10" fmla="*/ 408809 h 425125"/>
                <a:gd name="csX11" fmla="*/ 289 w 353502"/>
                <a:gd name="csY11" fmla="*/ 425206 h 425125"/>
                <a:gd name="csX12" fmla="*/ 146241 w 353502"/>
                <a:gd name="csY12" fmla="*/ 425206 h 425125"/>
                <a:gd name="csX13" fmla="*/ 146241 w 353502"/>
                <a:gd name="csY13" fmla="*/ 408809 h 425125"/>
                <a:gd name="csX14" fmla="*/ 96478 w 353502"/>
                <a:gd name="csY14" fmla="*/ 375406 h 425125"/>
                <a:gd name="csX15" fmla="*/ 96478 w 353502"/>
                <a:gd name="csY15" fmla="*/ 16478 h 425125"/>
                <a:gd name="csX16" fmla="*/ 257602 w 353502"/>
                <a:gd name="csY16" fmla="*/ 16478 h 425125"/>
                <a:gd name="csX17" fmla="*/ 257602 w 353502"/>
                <a:gd name="csY17" fmla="*/ 375406 h 425125"/>
                <a:gd name="csX18" fmla="*/ 207839 w 353502"/>
                <a:gd name="csY18" fmla="*/ 408809 h 425125"/>
                <a:gd name="csX19" fmla="*/ 207839 w 353502"/>
                <a:gd name="csY19" fmla="*/ 425206 h 425125"/>
                <a:gd name="csX20" fmla="*/ 353792 w 353502"/>
                <a:gd name="csY20" fmla="*/ 425206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53502" h="425125">
                  <a:moveTo>
                    <a:pt x="353792" y="425206"/>
                  </a:moveTo>
                  <a:lnTo>
                    <a:pt x="353792" y="408809"/>
                  </a:lnTo>
                  <a:cubicBezTo>
                    <a:pt x="313434" y="408809"/>
                    <a:pt x="304028" y="394840"/>
                    <a:pt x="304028" y="375406"/>
                  </a:cubicBezTo>
                  <a:lnTo>
                    <a:pt x="304028" y="49881"/>
                  </a:lnTo>
                  <a:cubicBezTo>
                    <a:pt x="304028" y="30143"/>
                    <a:pt x="313738" y="16478"/>
                    <a:pt x="353792" y="16478"/>
                  </a:cubicBezTo>
                  <a:lnTo>
                    <a:pt x="353792" y="81"/>
                  </a:lnTo>
                  <a:lnTo>
                    <a:pt x="289" y="81"/>
                  </a:lnTo>
                  <a:lnTo>
                    <a:pt x="289" y="16478"/>
                  </a:lnTo>
                  <a:cubicBezTo>
                    <a:pt x="40646" y="16478"/>
                    <a:pt x="50052" y="30447"/>
                    <a:pt x="50052" y="49881"/>
                  </a:cubicBezTo>
                  <a:lnTo>
                    <a:pt x="50052" y="375406"/>
                  </a:lnTo>
                  <a:cubicBezTo>
                    <a:pt x="50052" y="395144"/>
                    <a:pt x="40342" y="408809"/>
                    <a:pt x="289" y="408809"/>
                  </a:cubicBezTo>
                  <a:lnTo>
                    <a:pt x="289" y="425206"/>
                  </a:lnTo>
                  <a:lnTo>
                    <a:pt x="146241" y="425206"/>
                  </a:lnTo>
                  <a:lnTo>
                    <a:pt x="146241" y="408809"/>
                  </a:lnTo>
                  <a:cubicBezTo>
                    <a:pt x="105884" y="408809"/>
                    <a:pt x="96478" y="394840"/>
                    <a:pt x="96478" y="375406"/>
                  </a:cubicBezTo>
                  <a:lnTo>
                    <a:pt x="96478" y="16478"/>
                  </a:lnTo>
                  <a:lnTo>
                    <a:pt x="257602" y="16478"/>
                  </a:lnTo>
                  <a:lnTo>
                    <a:pt x="257602" y="375406"/>
                  </a:lnTo>
                  <a:cubicBezTo>
                    <a:pt x="257602" y="395144"/>
                    <a:pt x="247892" y="408809"/>
                    <a:pt x="207839" y="408809"/>
                  </a:cubicBezTo>
                  <a:lnTo>
                    <a:pt x="207839" y="425206"/>
                  </a:lnTo>
                  <a:lnTo>
                    <a:pt x="353792" y="425206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1517EDB-085B-3ADD-34C5-6DD5F3E5857F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1335424" y="5505907"/>
              <a:ext cx="64358" cy="143054"/>
            </a:xfrm>
            <a:custGeom>
              <a:avLst/>
              <a:gdLst>
                <a:gd name="csX0" fmla="*/ 59125 w 64358"/>
                <a:gd name="csY0" fmla="*/ 8179 h 143054"/>
                <a:gd name="csX1" fmla="*/ 50628 w 64358"/>
                <a:gd name="csY1" fmla="*/ 102 h 143054"/>
                <a:gd name="csX2" fmla="*/ 38734 w 64358"/>
                <a:gd name="csY2" fmla="*/ 11793 h 143054"/>
                <a:gd name="csX3" fmla="*/ 47230 w 64358"/>
                <a:gd name="csY3" fmla="*/ 19870 h 143054"/>
                <a:gd name="csX4" fmla="*/ 59125 w 64358"/>
                <a:gd name="csY4" fmla="*/ 8179 h 143054"/>
                <a:gd name="csX5" fmla="*/ 15794 w 64358"/>
                <a:gd name="csY5" fmla="*/ 116161 h 143054"/>
                <a:gd name="csX6" fmla="*/ 13882 w 64358"/>
                <a:gd name="csY6" fmla="*/ 125089 h 143054"/>
                <a:gd name="csX7" fmla="*/ 34061 w 64358"/>
                <a:gd name="csY7" fmla="*/ 143157 h 143054"/>
                <a:gd name="csX8" fmla="*/ 64647 w 64358"/>
                <a:gd name="csY8" fmla="*/ 110635 h 143054"/>
                <a:gd name="csX9" fmla="*/ 61249 w 64358"/>
                <a:gd name="csY9" fmla="*/ 107871 h 143054"/>
                <a:gd name="csX10" fmla="*/ 57213 w 64358"/>
                <a:gd name="csY10" fmla="*/ 111485 h 143054"/>
                <a:gd name="csX11" fmla="*/ 34698 w 64358"/>
                <a:gd name="csY11" fmla="*/ 137205 h 143054"/>
                <a:gd name="csX12" fmla="*/ 29388 w 64358"/>
                <a:gd name="csY12" fmla="*/ 129765 h 143054"/>
                <a:gd name="csX13" fmla="*/ 32786 w 64358"/>
                <a:gd name="csY13" fmla="*/ 116161 h 143054"/>
                <a:gd name="csX14" fmla="*/ 39583 w 64358"/>
                <a:gd name="csY14" fmla="*/ 99156 h 143054"/>
                <a:gd name="csX15" fmla="*/ 49991 w 64358"/>
                <a:gd name="csY15" fmla="*/ 72161 h 143054"/>
                <a:gd name="csX16" fmla="*/ 51266 w 64358"/>
                <a:gd name="csY16" fmla="*/ 65359 h 143054"/>
                <a:gd name="csX17" fmla="*/ 31087 w 64358"/>
                <a:gd name="csY17" fmla="*/ 47291 h 143054"/>
                <a:gd name="csX18" fmla="*/ 288 w 64358"/>
                <a:gd name="csY18" fmla="*/ 79813 h 143054"/>
                <a:gd name="csX19" fmla="*/ 3899 w 64358"/>
                <a:gd name="csY19" fmla="*/ 82576 h 143054"/>
                <a:gd name="csX20" fmla="*/ 7723 w 64358"/>
                <a:gd name="csY20" fmla="*/ 79175 h 143054"/>
                <a:gd name="csX21" fmla="*/ 30450 w 64358"/>
                <a:gd name="csY21" fmla="*/ 53243 h 143054"/>
                <a:gd name="csX22" fmla="*/ 35760 w 64358"/>
                <a:gd name="csY22" fmla="*/ 60682 h 143054"/>
                <a:gd name="csX23" fmla="*/ 29176 w 64358"/>
                <a:gd name="csY23" fmla="*/ 81939 h 143054"/>
                <a:gd name="csX24" fmla="*/ 15794 w 64358"/>
                <a:gd name="csY24" fmla="*/ 11616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58" h="143054">
                  <a:moveTo>
                    <a:pt x="59125" y="8179"/>
                  </a:moveTo>
                  <a:cubicBezTo>
                    <a:pt x="59125" y="4778"/>
                    <a:pt x="56576" y="102"/>
                    <a:pt x="50628" y="102"/>
                  </a:cubicBezTo>
                  <a:cubicBezTo>
                    <a:pt x="44894" y="102"/>
                    <a:pt x="38734" y="5629"/>
                    <a:pt x="38734" y="11793"/>
                  </a:cubicBezTo>
                  <a:cubicBezTo>
                    <a:pt x="38734" y="15406"/>
                    <a:pt x="41495" y="19870"/>
                    <a:pt x="47230" y="19870"/>
                  </a:cubicBezTo>
                  <a:cubicBezTo>
                    <a:pt x="53390" y="19870"/>
                    <a:pt x="59125" y="13919"/>
                    <a:pt x="59125" y="8179"/>
                  </a:cubicBezTo>
                  <a:close/>
                  <a:moveTo>
                    <a:pt x="15794" y="116161"/>
                  </a:moveTo>
                  <a:cubicBezTo>
                    <a:pt x="14944" y="118925"/>
                    <a:pt x="13882" y="121475"/>
                    <a:pt x="13882" y="125089"/>
                  </a:cubicBezTo>
                  <a:cubicBezTo>
                    <a:pt x="13882" y="135079"/>
                    <a:pt x="22379" y="143157"/>
                    <a:pt x="34061" y="143157"/>
                  </a:cubicBezTo>
                  <a:cubicBezTo>
                    <a:pt x="55301" y="143157"/>
                    <a:pt x="64647" y="113823"/>
                    <a:pt x="64647" y="110635"/>
                  </a:cubicBezTo>
                  <a:cubicBezTo>
                    <a:pt x="64647" y="107871"/>
                    <a:pt x="61886" y="107871"/>
                    <a:pt x="61249" y="107871"/>
                  </a:cubicBezTo>
                  <a:cubicBezTo>
                    <a:pt x="58275" y="107871"/>
                    <a:pt x="58063" y="109147"/>
                    <a:pt x="57213" y="111485"/>
                  </a:cubicBezTo>
                  <a:cubicBezTo>
                    <a:pt x="52328" y="128490"/>
                    <a:pt x="42982" y="137205"/>
                    <a:pt x="34698" y="137205"/>
                  </a:cubicBezTo>
                  <a:cubicBezTo>
                    <a:pt x="30450" y="137205"/>
                    <a:pt x="29388" y="134442"/>
                    <a:pt x="29388" y="129765"/>
                  </a:cubicBezTo>
                  <a:cubicBezTo>
                    <a:pt x="29388" y="124876"/>
                    <a:pt x="30875" y="120838"/>
                    <a:pt x="32786" y="116161"/>
                  </a:cubicBezTo>
                  <a:cubicBezTo>
                    <a:pt x="34910" y="110422"/>
                    <a:pt x="37247" y="104683"/>
                    <a:pt x="39583" y="99156"/>
                  </a:cubicBezTo>
                  <a:cubicBezTo>
                    <a:pt x="41495" y="94055"/>
                    <a:pt x="49142" y="74711"/>
                    <a:pt x="49991" y="72161"/>
                  </a:cubicBezTo>
                  <a:cubicBezTo>
                    <a:pt x="50628" y="70035"/>
                    <a:pt x="51266" y="67484"/>
                    <a:pt x="51266" y="65359"/>
                  </a:cubicBezTo>
                  <a:cubicBezTo>
                    <a:pt x="51266" y="55368"/>
                    <a:pt x="42769" y="47291"/>
                    <a:pt x="31087" y="47291"/>
                  </a:cubicBezTo>
                  <a:cubicBezTo>
                    <a:pt x="10059" y="47291"/>
                    <a:pt x="288" y="76199"/>
                    <a:pt x="288" y="79813"/>
                  </a:cubicBezTo>
                  <a:cubicBezTo>
                    <a:pt x="288" y="82576"/>
                    <a:pt x="3262" y="82576"/>
                    <a:pt x="3899" y="82576"/>
                  </a:cubicBezTo>
                  <a:cubicBezTo>
                    <a:pt x="6873" y="82576"/>
                    <a:pt x="7085" y="81514"/>
                    <a:pt x="7723" y="79175"/>
                  </a:cubicBezTo>
                  <a:cubicBezTo>
                    <a:pt x="13245" y="60895"/>
                    <a:pt x="22591" y="53243"/>
                    <a:pt x="30450" y="53243"/>
                  </a:cubicBezTo>
                  <a:cubicBezTo>
                    <a:pt x="33848" y="53243"/>
                    <a:pt x="35760" y="54943"/>
                    <a:pt x="35760" y="60682"/>
                  </a:cubicBezTo>
                  <a:cubicBezTo>
                    <a:pt x="35760" y="65571"/>
                    <a:pt x="34486" y="68760"/>
                    <a:pt x="29176" y="81939"/>
                  </a:cubicBezTo>
                  <a:lnTo>
                    <a:pt x="15794" y="116161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1AD4AD1-FDE0-8AFE-70EC-83FBF6D3AB98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1426160" y="5564999"/>
              <a:ext cx="156330" cy="57179"/>
            </a:xfrm>
            <a:custGeom>
              <a:avLst/>
              <a:gdLst>
                <a:gd name="csX0" fmla="*/ 148550 w 156330"/>
                <a:gd name="csY0" fmla="*/ 10518 h 57179"/>
                <a:gd name="csX1" fmla="*/ 156622 w 156330"/>
                <a:gd name="csY1" fmla="*/ 5203 h 57179"/>
                <a:gd name="csX2" fmla="*/ 148763 w 156330"/>
                <a:gd name="csY2" fmla="*/ 102 h 57179"/>
                <a:gd name="csX3" fmla="*/ 8150 w 156330"/>
                <a:gd name="csY3" fmla="*/ 102 h 57179"/>
                <a:gd name="csX4" fmla="*/ 291 w 156330"/>
                <a:gd name="csY4" fmla="*/ 5203 h 57179"/>
                <a:gd name="csX5" fmla="*/ 8363 w 156330"/>
                <a:gd name="csY5" fmla="*/ 10518 h 57179"/>
                <a:gd name="csX6" fmla="*/ 148550 w 156330"/>
                <a:gd name="csY6" fmla="*/ 10518 h 57179"/>
                <a:gd name="csX7" fmla="*/ 148763 w 156330"/>
                <a:gd name="csY7" fmla="*/ 57281 h 57179"/>
                <a:gd name="csX8" fmla="*/ 156622 w 156330"/>
                <a:gd name="csY8" fmla="*/ 52180 h 57179"/>
                <a:gd name="csX9" fmla="*/ 148550 w 156330"/>
                <a:gd name="csY9" fmla="*/ 46866 h 57179"/>
                <a:gd name="csX10" fmla="*/ 8363 w 156330"/>
                <a:gd name="csY10" fmla="*/ 46866 h 57179"/>
                <a:gd name="csX11" fmla="*/ 291 w 156330"/>
                <a:gd name="csY11" fmla="*/ 52180 h 57179"/>
                <a:gd name="csX12" fmla="*/ 8150 w 156330"/>
                <a:gd name="csY12" fmla="*/ 57281 h 57179"/>
                <a:gd name="csX13" fmla="*/ 148763 w 156330"/>
                <a:gd name="csY13" fmla="*/ 57281 h 57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330" h="57179">
                  <a:moveTo>
                    <a:pt x="148550" y="10518"/>
                  </a:moveTo>
                  <a:cubicBezTo>
                    <a:pt x="151736" y="10518"/>
                    <a:pt x="156622" y="10518"/>
                    <a:pt x="156622" y="5203"/>
                  </a:cubicBezTo>
                  <a:cubicBezTo>
                    <a:pt x="156622" y="102"/>
                    <a:pt x="151524" y="102"/>
                    <a:pt x="148763" y="102"/>
                  </a:cubicBezTo>
                  <a:lnTo>
                    <a:pt x="8150" y="102"/>
                  </a:lnTo>
                  <a:cubicBezTo>
                    <a:pt x="5389" y="102"/>
                    <a:pt x="291" y="102"/>
                    <a:pt x="291" y="5203"/>
                  </a:cubicBezTo>
                  <a:cubicBezTo>
                    <a:pt x="291" y="10518"/>
                    <a:pt x="5177" y="10518"/>
                    <a:pt x="8363" y="10518"/>
                  </a:cubicBezTo>
                  <a:lnTo>
                    <a:pt x="148550" y="10518"/>
                  </a:lnTo>
                  <a:close/>
                  <a:moveTo>
                    <a:pt x="148763" y="57281"/>
                  </a:moveTo>
                  <a:cubicBezTo>
                    <a:pt x="151524" y="57281"/>
                    <a:pt x="156622" y="57281"/>
                    <a:pt x="156622" y="52180"/>
                  </a:cubicBezTo>
                  <a:cubicBezTo>
                    <a:pt x="156622" y="46866"/>
                    <a:pt x="151736" y="46866"/>
                    <a:pt x="148550" y="46866"/>
                  </a:cubicBezTo>
                  <a:lnTo>
                    <a:pt x="8363" y="46866"/>
                  </a:lnTo>
                  <a:cubicBezTo>
                    <a:pt x="5177" y="46866"/>
                    <a:pt x="291" y="46866"/>
                    <a:pt x="291" y="52180"/>
                  </a:cubicBezTo>
                  <a:cubicBezTo>
                    <a:pt x="291" y="57281"/>
                    <a:pt x="5389" y="57281"/>
                    <a:pt x="8150" y="57281"/>
                  </a:cubicBezTo>
                  <a:lnTo>
                    <a:pt x="148763" y="57281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D0082E5-A997-36D3-7FD8-8C9AB6DD9F35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1620721" y="5505694"/>
              <a:ext cx="77315" cy="141141"/>
            </a:xfrm>
            <a:custGeom>
              <a:avLst/>
              <a:gdLst>
                <a:gd name="csX0" fmla="*/ 48301 w 77315"/>
                <a:gd name="csY0" fmla="*/ 6054 h 141141"/>
                <a:gd name="csX1" fmla="*/ 41929 w 77315"/>
                <a:gd name="csY1" fmla="*/ 102 h 141141"/>
                <a:gd name="csX2" fmla="*/ 297 w 77315"/>
                <a:gd name="csY2" fmla="*/ 13706 h 141141"/>
                <a:gd name="csX3" fmla="*/ 297 w 77315"/>
                <a:gd name="csY3" fmla="*/ 21358 h 141141"/>
                <a:gd name="csX4" fmla="*/ 31096 w 77315"/>
                <a:gd name="csY4" fmla="*/ 15406 h 141141"/>
                <a:gd name="csX5" fmla="*/ 31096 w 77315"/>
                <a:gd name="csY5" fmla="*/ 123814 h 141141"/>
                <a:gd name="csX6" fmla="*/ 9856 w 77315"/>
                <a:gd name="csY6" fmla="*/ 133591 h 141141"/>
                <a:gd name="csX7" fmla="*/ 1784 w 77315"/>
                <a:gd name="csY7" fmla="*/ 133591 h 141141"/>
                <a:gd name="csX8" fmla="*/ 1784 w 77315"/>
                <a:gd name="csY8" fmla="*/ 141244 h 141141"/>
                <a:gd name="csX9" fmla="*/ 39592 w 77315"/>
                <a:gd name="csY9" fmla="*/ 140393 h 141141"/>
                <a:gd name="csX10" fmla="*/ 77613 w 77315"/>
                <a:gd name="csY10" fmla="*/ 141244 h 141141"/>
                <a:gd name="csX11" fmla="*/ 77613 w 77315"/>
                <a:gd name="csY11" fmla="*/ 133591 h 141141"/>
                <a:gd name="csX12" fmla="*/ 69541 w 77315"/>
                <a:gd name="csY12" fmla="*/ 133591 h 141141"/>
                <a:gd name="csX13" fmla="*/ 48301 w 77315"/>
                <a:gd name="csY13" fmla="*/ 123814 h 141141"/>
                <a:gd name="csX14" fmla="*/ 48301 w 77315"/>
                <a:gd name="csY14" fmla="*/ 6054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15" h="141141">
                  <a:moveTo>
                    <a:pt x="48301" y="6054"/>
                  </a:moveTo>
                  <a:cubicBezTo>
                    <a:pt x="48301" y="314"/>
                    <a:pt x="47876" y="102"/>
                    <a:pt x="41929" y="102"/>
                  </a:cubicBezTo>
                  <a:cubicBezTo>
                    <a:pt x="28335" y="13493"/>
                    <a:pt x="9006" y="13706"/>
                    <a:pt x="297" y="13706"/>
                  </a:cubicBezTo>
                  <a:lnTo>
                    <a:pt x="297" y="21358"/>
                  </a:lnTo>
                  <a:cubicBezTo>
                    <a:pt x="5395" y="21358"/>
                    <a:pt x="19414" y="21358"/>
                    <a:pt x="31096" y="15406"/>
                  </a:cubicBezTo>
                  <a:lnTo>
                    <a:pt x="31096" y="123814"/>
                  </a:lnTo>
                  <a:cubicBezTo>
                    <a:pt x="31096" y="130828"/>
                    <a:pt x="31096" y="133591"/>
                    <a:pt x="9856" y="133591"/>
                  </a:cubicBezTo>
                  <a:lnTo>
                    <a:pt x="1784" y="133591"/>
                  </a:lnTo>
                  <a:lnTo>
                    <a:pt x="1784" y="141244"/>
                  </a:lnTo>
                  <a:cubicBezTo>
                    <a:pt x="5608" y="141031"/>
                    <a:pt x="31733" y="140393"/>
                    <a:pt x="39592" y="140393"/>
                  </a:cubicBezTo>
                  <a:cubicBezTo>
                    <a:pt x="46177" y="140393"/>
                    <a:pt x="72940" y="141031"/>
                    <a:pt x="77613" y="141244"/>
                  </a:cubicBezTo>
                  <a:lnTo>
                    <a:pt x="77613" y="133591"/>
                  </a:lnTo>
                  <a:lnTo>
                    <a:pt x="69541" y="133591"/>
                  </a:lnTo>
                  <a:cubicBezTo>
                    <a:pt x="48301" y="133591"/>
                    <a:pt x="48301" y="130828"/>
                    <a:pt x="48301" y="123814"/>
                  </a:cubicBezTo>
                  <a:lnTo>
                    <a:pt x="48301" y="6054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BAC8684-1472-2E64-D884-3886BD63CA19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1781231" y="5081156"/>
              <a:ext cx="216653" cy="207400"/>
            </a:xfrm>
            <a:custGeom>
              <a:avLst/>
              <a:gdLst>
                <a:gd name="csX0" fmla="*/ 80107 w 216653"/>
                <a:gd name="csY0" fmla="*/ 111534 h 207400"/>
                <a:gd name="csX1" fmla="*/ 131691 w 216653"/>
                <a:gd name="csY1" fmla="*/ 111534 h 207400"/>
                <a:gd name="csX2" fmla="*/ 216956 w 216653"/>
                <a:gd name="csY2" fmla="*/ 45943 h 207400"/>
                <a:gd name="csX3" fmla="*/ 157179 w 216653"/>
                <a:gd name="csY3" fmla="*/ 90 h 207400"/>
                <a:gd name="csX4" fmla="*/ 58866 w 216653"/>
                <a:gd name="csY4" fmla="*/ 90 h 207400"/>
                <a:gd name="csX5" fmla="*/ 49763 w 216653"/>
                <a:gd name="csY5" fmla="*/ 5860 h 207400"/>
                <a:gd name="csX6" fmla="*/ 58563 w 216653"/>
                <a:gd name="csY6" fmla="*/ 9504 h 207400"/>
                <a:gd name="csX7" fmla="*/ 71610 w 216653"/>
                <a:gd name="csY7" fmla="*/ 10111 h 207400"/>
                <a:gd name="csX8" fmla="*/ 78286 w 216653"/>
                <a:gd name="csY8" fmla="*/ 14970 h 207400"/>
                <a:gd name="csX9" fmla="*/ 77072 w 216653"/>
                <a:gd name="csY9" fmla="*/ 20739 h 207400"/>
                <a:gd name="csX10" fmla="*/ 36412 w 216653"/>
                <a:gd name="csY10" fmla="*/ 183805 h 207400"/>
                <a:gd name="csX11" fmla="*/ 8799 w 216653"/>
                <a:gd name="csY11" fmla="*/ 198077 h 207400"/>
                <a:gd name="csX12" fmla="*/ 303 w 216653"/>
                <a:gd name="csY12" fmla="*/ 203847 h 207400"/>
                <a:gd name="csX13" fmla="*/ 4855 w 216653"/>
                <a:gd name="csY13" fmla="*/ 207491 h 207400"/>
                <a:gd name="csX14" fmla="*/ 43391 w 216653"/>
                <a:gd name="csY14" fmla="*/ 206580 h 207400"/>
                <a:gd name="csX15" fmla="*/ 62811 w 216653"/>
                <a:gd name="csY15" fmla="*/ 206884 h 207400"/>
                <a:gd name="csX16" fmla="*/ 82534 w 216653"/>
                <a:gd name="csY16" fmla="*/ 207491 h 207400"/>
                <a:gd name="csX17" fmla="*/ 88603 w 216653"/>
                <a:gd name="csY17" fmla="*/ 201418 h 207400"/>
                <a:gd name="csX18" fmla="*/ 80107 w 216653"/>
                <a:gd name="csY18" fmla="*/ 198077 h 207400"/>
                <a:gd name="csX19" fmla="*/ 60383 w 216653"/>
                <a:gd name="csY19" fmla="*/ 192611 h 207400"/>
                <a:gd name="csX20" fmla="*/ 61294 w 216653"/>
                <a:gd name="csY20" fmla="*/ 187449 h 207400"/>
                <a:gd name="csX21" fmla="*/ 80107 w 216653"/>
                <a:gd name="csY21" fmla="*/ 111534 h 207400"/>
                <a:gd name="csX22" fmla="*/ 101954 w 216653"/>
                <a:gd name="csY22" fmla="*/ 21043 h 207400"/>
                <a:gd name="csX23" fmla="*/ 118340 w 216653"/>
                <a:gd name="csY23" fmla="*/ 9504 h 207400"/>
                <a:gd name="csX24" fmla="*/ 147469 w 216653"/>
                <a:gd name="csY24" fmla="*/ 9504 h 207400"/>
                <a:gd name="csX25" fmla="*/ 188737 w 216653"/>
                <a:gd name="csY25" fmla="*/ 38655 h 207400"/>
                <a:gd name="csX26" fmla="*/ 170834 w 216653"/>
                <a:gd name="csY26" fmla="*/ 87545 h 207400"/>
                <a:gd name="csX27" fmla="*/ 124105 w 216653"/>
                <a:gd name="csY27" fmla="*/ 103639 h 207400"/>
                <a:gd name="csX28" fmla="*/ 81320 w 216653"/>
                <a:gd name="csY28" fmla="*/ 103639 h 207400"/>
                <a:gd name="csX29" fmla="*/ 101954 w 216653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53" h="207400">
                  <a:moveTo>
                    <a:pt x="80107" y="111534"/>
                  </a:moveTo>
                  <a:lnTo>
                    <a:pt x="131691" y="111534"/>
                  </a:lnTo>
                  <a:cubicBezTo>
                    <a:pt x="174779" y="111534"/>
                    <a:pt x="216956" y="79953"/>
                    <a:pt x="216956" y="45943"/>
                  </a:cubicBezTo>
                  <a:cubicBezTo>
                    <a:pt x="216956" y="22561"/>
                    <a:pt x="196930" y="90"/>
                    <a:pt x="157179" y="90"/>
                  </a:cubicBezTo>
                  <a:lnTo>
                    <a:pt x="58866" y="90"/>
                  </a:lnTo>
                  <a:cubicBezTo>
                    <a:pt x="53101" y="90"/>
                    <a:pt x="49763" y="90"/>
                    <a:pt x="49763" y="5860"/>
                  </a:cubicBezTo>
                  <a:cubicBezTo>
                    <a:pt x="49763" y="9504"/>
                    <a:pt x="52494" y="9504"/>
                    <a:pt x="58563" y="9504"/>
                  </a:cubicBezTo>
                  <a:cubicBezTo>
                    <a:pt x="62507" y="9504"/>
                    <a:pt x="67969" y="9807"/>
                    <a:pt x="71610" y="10111"/>
                  </a:cubicBezTo>
                  <a:cubicBezTo>
                    <a:pt x="76465" y="10718"/>
                    <a:pt x="78286" y="11629"/>
                    <a:pt x="78286" y="14970"/>
                  </a:cubicBezTo>
                  <a:cubicBezTo>
                    <a:pt x="78286" y="16184"/>
                    <a:pt x="77983" y="17095"/>
                    <a:pt x="77072" y="20739"/>
                  </a:cubicBezTo>
                  <a:lnTo>
                    <a:pt x="36412" y="183805"/>
                  </a:lnTo>
                  <a:cubicBezTo>
                    <a:pt x="33378" y="195648"/>
                    <a:pt x="32771" y="198077"/>
                    <a:pt x="8799" y="198077"/>
                  </a:cubicBezTo>
                  <a:cubicBezTo>
                    <a:pt x="3641" y="198077"/>
                    <a:pt x="303" y="198077"/>
                    <a:pt x="303" y="203847"/>
                  </a:cubicBezTo>
                  <a:cubicBezTo>
                    <a:pt x="303" y="207491"/>
                    <a:pt x="3944" y="207491"/>
                    <a:pt x="4855" y="207491"/>
                  </a:cubicBezTo>
                  <a:cubicBezTo>
                    <a:pt x="13351" y="207491"/>
                    <a:pt x="34895" y="206580"/>
                    <a:pt x="43391" y="206580"/>
                  </a:cubicBezTo>
                  <a:cubicBezTo>
                    <a:pt x="49763" y="206580"/>
                    <a:pt x="56439" y="206884"/>
                    <a:pt x="62811" y="206884"/>
                  </a:cubicBezTo>
                  <a:cubicBezTo>
                    <a:pt x="69486" y="206884"/>
                    <a:pt x="76162" y="207491"/>
                    <a:pt x="82534" y="207491"/>
                  </a:cubicBezTo>
                  <a:cubicBezTo>
                    <a:pt x="84658" y="207491"/>
                    <a:pt x="88603" y="207491"/>
                    <a:pt x="88603" y="201418"/>
                  </a:cubicBezTo>
                  <a:cubicBezTo>
                    <a:pt x="88603" y="198077"/>
                    <a:pt x="85872" y="198077"/>
                    <a:pt x="80107" y="198077"/>
                  </a:cubicBezTo>
                  <a:cubicBezTo>
                    <a:pt x="68880" y="198077"/>
                    <a:pt x="60383" y="198077"/>
                    <a:pt x="60383" y="192611"/>
                  </a:cubicBezTo>
                  <a:cubicBezTo>
                    <a:pt x="60383" y="190789"/>
                    <a:pt x="60990" y="189271"/>
                    <a:pt x="61294" y="187449"/>
                  </a:cubicBezTo>
                  <a:lnTo>
                    <a:pt x="80107" y="111534"/>
                  </a:lnTo>
                  <a:close/>
                  <a:moveTo>
                    <a:pt x="101954" y="21043"/>
                  </a:moveTo>
                  <a:cubicBezTo>
                    <a:pt x="104685" y="10415"/>
                    <a:pt x="105292" y="9504"/>
                    <a:pt x="118340" y="9504"/>
                  </a:cubicBezTo>
                  <a:lnTo>
                    <a:pt x="147469" y="9504"/>
                  </a:lnTo>
                  <a:cubicBezTo>
                    <a:pt x="172655" y="9504"/>
                    <a:pt x="188737" y="17703"/>
                    <a:pt x="188737" y="38655"/>
                  </a:cubicBezTo>
                  <a:cubicBezTo>
                    <a:pt x="188737" y="50498"/>
                    <a:pt x="182668" y="76613"/>
                    <a:pt x="170834" y="87545"/>
                  </a:cubicBezTo>
                  <a:cubicBezTo>
                    <a:pt x="155662" y="101209"/>
                    <a:pt x="137456" y="103639"/>
                    <a:pt x="124105" y="103639"/>
                  </a:cubicBezTo>
                  <a:lnTo>
                    <a:pt x="81320" y="103639"/>
                  </a:lnTo>
                  <a:lnTo>
                    <a:pt x="101954" y="2104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CFD09DB-79B3-686B-3821-47B05260E5E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2036088" y="5060811"/>
              <a:ext cx="70397" cy="303661"/>
            </a:xfrm>
            <a:custGeom>
              <a:avLst/>
              <a:gdLst>
                <a:gd name="csX0" fmla="*/ 70708 w 70397"/>
                <a:gd name="csY0" fmla="*/ 300715 h 303661"/>
                <a:gd name="csX1" fmla="*/ 65550 w 70397"/>
                <a:gd name="csY1" fmla="*/ 294034 h 303661"/>
                <a:gd name="csX2" fmla="*/ 17910 w 70397"/>
                <a:gd name="csY2" fmla="*/ 151921 h 303661"/>
                <a:gd name="csX3" fmla="*/ 66763 w 70397"/>
                <a:gd name="csY3" fmla="*/ 8289 h 303661"/>
                <a:gd name="csX4" fmla="*/ 70708 w 70397"/>
                <a:gd name="csY4" fmla="*/ 3127 h 303661"/>
                <a:gd name="csX5" fmla="*/ 67674 w 70397"/>
                <a:gd name="csY5" fmla="*/ 90 h 303661"/>
                <a:gd name="csX6" fmla="*/ 19427 w 70397"/>
                <a:gd name="csY6" fmla="*/ 59304 h 303661"/>
                <a:gd name="csX7" fmla="*/ 311 w 70397"/>
                <a:gd name="csY7" fmla="*/ 151921 h 303661"/>
                <a:gd name="csX8" fmla="*/ 20338 w 70397"/>
                <a:gd name="csY8" fmla="*/ 246663 h 303661"/>
                <a:gd name="csX9" fmla="*/ 67674 w 70397"/>
                <a:gd name="csY9" fmla="*/ 303751 h 303661"/>
                <a:gd name="csX10" fmla="*/ 70708 w 70397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97" h="303661">
                  <a:moveTo>
                    <a:pt x="70708" y="300715"/>
                  </a:moveTo>
                  <a:cubicBezTo>
                    <a:pt x="70708" y="299804"/>
                    <a:pt x="70708" y="299197"/>
                    <a:pt x="65550" y="294034"/>
                  </a:cubicBezTo>
                  <a:cubicBezTo>
                    <a:pt x="27620" y="255773"/>
                    <a:pt x="17910" y="198381"/>
                    <a:pt x="17910" y="151921"/>
                  </a:cubicBezTo>
                  <a:cubicBezTo>
                    <a:pt x="17910" y="99084"/>
                    <a:pt x="29441" y="46247"/>
                    <a:pt x="66763" y="8289"/>
                  </a:cubicBezTo>
                  <a:cubicBezTo>
                    <a:pt x="70708" y="4645"/>
                    <a:pt x="70708" y="4038"/>
                    <a:pt x="70708" y="3127"/>
                  </a:cubicBezTo>
                  <a:cubicBezTo>
                    <a:pt x="70708" y="1001"/>
                    <a:pt x="69494" y="90"/>
                    <a:pt x="67674" y="90"/>
                  </a:cubicBezTo>
                  <a:cubicBezTo>
                    <a:pt x="64639" y="90"/>
                    <a:pt x="37330" y="20739"/>
                    <a:pt x="19427" y="59304"/>
                  </a:cubicBezTo>
                  <a:cubicBezTo>
                    <a:pt x="3952" y="92707"/>
                    <a:pt x="311" y="126413"/>
                    <a:pt x="311" y="151921"/>
                  </a:cubicBezTo>
                  <a:cubicBezTo>
                    <a:pt x="311" y="175606"/>
                    <a:pt x="3649" y="212349"/>
                    <a:pt x="20338" y="246663"/>
                  </a:cubicBezTo>
                  <a:cubicBezTo>
                    <a:pt x="38544" y="284013"/>
                    <a:pt x="64639" y="303751"/>
                    <a:pt x="67674" y="303751"/>
                  </a:cubicBezTo>
                  <a:cubicBezTo>
                    <a:pt x="69494" y="303751"/>
                    <a:pt x="70708" y="302840"/>
                    <a:pt x="70708" y="30071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A65D5FD-8FDE-9F13-4D53-9D1C486EC4D6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2132851" y="5154339"/>
              <a:ext cx="151111" cy="137558"/>
            </a:xfrm>
            <a:custGeom>
              <a:avLst/>
              <a:gdLst>
                <a:gd name="csX0" fmla="*/ 92863 w 151111"/>
                <a:gd name="csY0" fmla="*/ 42603 h 137558"/>
                <a:gd name="csX1" fmla="*/ 122903 w 151111"/>
                <a:gd name="csY1" fmla="*/ 6771 h 137558"/>
                <a:gd name="csX2" fmla="*/ 138075 w 151111"/>
                <a:gd name="csY2" fmla="*/ 10718 h 137558"/>
                <a:gd name="csX3" fmla="*/ 123510 w 151111"/>
                <a:gd name="csY3" fmla="*/ 27116 h 137558"/>
                <a:gd name="csX4" fmla="*/ 135040 w 151111"/>
                <a:gd name="csY4" fmla="*/ 37744 h 137558"/>
                <a:gd name="csX5" fmla="*/ 151426 w 151111"/>
                <a:gd name="csY5" fmla="*/ 20132 h 137558"/>
                <a:gd name="csX6" fmla="*/ 123206 w 151111"/>
                <a:gd name="csY6" fmla="*/ 90 h 137558"/>
                <a:gd name="csX7" fmla="*/ 91345 w 151111"/>
                <a:gd name="csY7" fmla="*/ 23168 h 137558"/>
                <a:gd name="csX8" fmla="*/ 58574 w 151111"/>
                <a:gd name="csY8" fmla="*/ 90 h 137558"/>
                <a:gd name="csX9" fmla="*/ 9721 w 151111"/>
                <a:gd name="csY9" fmla="*/ 46854 h 137558"/>
                <a:gd name="csX10" fmla="*/ 13362 w 151111"/>
                <a:gd name="csY10" fmla="*/ 49891 h 137558"/>
                <a:gd name="csX11" fmla="*/ 17307 w 151111"/>
                <a:gd name="csY11" fmla="*/ 46550 h 137558"/>
                <a:gd name="csX12" fmla="*/ 57967 w 151111"/>
                <a:gd name="csY12" fmla="*/ 6771 h 137558"/>
                <a:gd name="csX13" fmla="*/ 74353 w 151111"/>
                <a:gd name="csY13" fmla="*/ 27116 h 137558"/>
                <a:gd name="csX14" fmla="*/ 57967 w 151111"/>
                <a:gd name="csY14" fmla="*/ 99387 h 137558"/>
                <a:gd name="csX15" fmla="*/ 29141 w 151111"/>
                <a:gd name="csY15" fmla="*/ 130968 h 137558"/>
                <a:gd name="csX16" fmla="*/ 13969 w 151111"/>
                <a:gd name="csY16" fmla="*/ 127021 h 137558"/>
                <a:gd name="csX17" fmla="*/ 28231 w 151111"/>
                <a:gd name="csY17" fmla="*/ 110623 h 137558"/>
                <a:gd name="csX18" fmla="*/ 17004 w 151111"/>
                <a:gd name="csY18" fmla="*/ 99995 h 137558"/>
                <a:gd name="csX19" fmla="*/ 315 w 151111"/>
                <a:gd name="csY19" fmla="*/ 117607 h 137558"/>
                <a:gd name="csX20" fmla="*/ 28838 w 151111"/>
                <a:gd name="csY20" fmla="*/ 137649 h 137558"/>
                <a:gd name="csX21" fmla="*/ 60698 w 151111"/>
                <a:gd name="csY21" fmla="*/ 114570 h 137558"/>
                <a:gd name="csX22" fmla="*/ 93470 w 151111"/>
                <a:gd name="csY22" fmla="*/ 137649 h 137558"/>
                <a:gd name="csX23" fmla="*/ 142019 w 151111"/>
                <a:gd name="csY23" fmla="*/ 90885 h 137558"/>
                <a:gd name="csX24" fmla="*/ 138378 w 151111"/>
                <a:gd name="csY24" fmla="*/ 87848 h 137558"/>
                <a:gd name="csX25" fmla="*/ 134433 w 151111"/>
                <a:gd name="csY25" fmla="*/ 91189 h 137558"/>
                <a:gd name="csX26" fmla="*/ 94076 w 151111"/>
                <a:gd name="csY26" fmla="*/ 130968 h 137558"/>
                <a:gd name="csX27" fmla="*/ 77387 w 151111"/>
                <a:gd name="csY27" fmla="*/ 110927 h 137558"/>
                <a:gd name="csX28" fmla="*/ 82546 w 151111"/>
                <a:gd name="csY28" fmla="*/ 84204 h 137558"/>
                <a:gd name="csX29" fmla="*/ 92863 w 151111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111" h="137558">
                  <a:moveTo>
                    <a:pt x="92863" y="42603"/>
                  </a:moveTo>
                  <a:cubicBezTo>
                    <a:pt x="94683" y="34708"/>
                    <a:pt x="101662" y="6771"/>
                    <a:pt x="122903" y="6771"/>
                  </a:cubicBezTo>
                  <a:cubicBezTo>
                    <a:pt x="124420" y="6771"/>
                    <a:pt x="131702" y="6771"/>
                    <a:pt x="138075" y="10718"/>
                  </a:cubicBezTo>
                  <a:cubicBezTo>
                    <a:pt x="129578" y="12237"/>
                    <a:pt x="123510" y="19828"/>
                    <a:pt x="123510" y="27116"/>
                  </a:cubicBezTo>
                  <a:cubicBezTo>
                    <a:pt x="123510" y="31975"/>
                    <a:pt x="126847" y="37744"/>
                    <a:pt x="135040" y="37744"/>
                  </a:cubicBezTo>
                  <a:cubicBezTo>
                    <a:pt x="141716" y="37744"/>
                    <a:pt x="151426" y="32278"/>
                    <a:pt x="151426" y="20132"/>
                  </a:cubicBezTo>
                  <a:cubicBezTo>
                    <a:pt x="151426" y="4341"/>
                    <a:pt x="133523" y="90"/>
                    <a:pt x="123206" y="90"/>
                  </a:cubicBezTo>
                  <a:cubicBezTo>
                    <a:pt x="105607" y="90"/>
                    <a:pt x="94987" y="16184"/>
                    <a:pt x="91345" y="23168"/>
                  </a:cubicBezTo>
                  <a:cubicBezTo>
                    <a:pt x="83760" y="3127"/>
                    <a:pt x="67374" y="90"/>
                    <a:pt x="58574" y="90"/>
                  </a:cubicBezTo>
                  <a:cubicBezTo>
                    <a:pt x="27017" y="90"/>
                    <a:pt x="9721" y="39263"/>
                    <a:pt x="9721" y="46854"/>
                  </a:cubicBezTo>
                  <a:cubicBezTo>
                    <a:pt x="9721" y="49891"/>
                    <a:pt x="12756" y="49891"/>
                    <a:pt x="13362" y="49891"/>
                  </a:cubicBezTo>
                  <a:cubicBezTo>
                    <a:pt x="15790" y="49891"/>
                    <a:pt x="16700" y="49283"/>
                    <a:pt x="17307" y="46550"/>
                  </a:cubicBezTo>
                  <a:cubicBezTo>
                    <a:pt x="27624" y="14362"/>
                    <a:pt x="47651" y="6771"/>
                    <a:pt x="57967" y="6771"/>
                  </a:cubicBezTo>
                  <a:cubicBezTo>
                    <a:pt x="63733" y="6771"/>
                    <a:pt x="74353" y="9504"/>
                    <a:pt x="74353" y="27116"/>
                  </a:cubicBezTo>
                  <a:cubicBezTo>
                    <a:pt x="74353" y="36530"/>
                    <a:pt x="69195" y="56875"/>
                    <a:pt x="57967" y="99387"/>
                  </a:cubicBezTo>
                  <a:cubicBezTo>
                    <a:pt x="53113" y="118214"/>
                    <a:pt x="42492" y="130968"/>
                    <a:pt x="29141" y="130968"/>
                  </a:cubicBezTo>
                  <a:cubicBezTo>
                    <a:pt x="27320" y="130968"/>
                    <a:pt x="20341" y="130968"/>
                    <a:pt x="13969" y="127021"/>
                  </a:cubicBezTo>
                  <a:cubicBezTo>
                    <a:pt x="21555" y="125502"/>
                    <a:pt x="28231" y="119125"/>
                    <a:pt x="28231" y="110623"/>
                  </a:cubicBezTo>
                  <a:cubicBezTo>
                    <a:pt x="28231" y="102424"/>
                    <a:pt x="21555" y="99995"/>
                    <a:pt x="17004" y="99995"/>
                  </a:cubicBezTo>
                  <a:cubicBezTo>
                    <a:pt x="7901" y="99995"/>
                    <a:pt x="315" y="107890"/>
                    <a:pt x="315" y="117607"/>
                  </a:cubicBezTo>
                  <a:cubicBezTo>
                    <a:pt x="315" y="131576"/>
                    <a:pt x="15486" y="137649"/>
                    <a:pt x="28838" y="137649"/>
                  </a:cubicBezTo>
                  <a:cubicBezTo>
                    <a:pt x="48864" y="137649"/>
                    <a:pt x="59788" y="116392"/>
                    <a:pt x="60698" y="114570"/>
                  </a:cubicBezTo>
                  <a:cubicBezTo>
                    <a:pt x="64340" y="125806"/>
                    <a:pt x="75263" y="137649"/>
                    <a:pt x="93470" y="137649"/>
                  </a:cubicBezTo>
                  <a:cubicBezTo>
                    <a:pt x="124723" y="137649"/>
                    <a:pt x="142019" y="98476"/>
                    <a:pt x="142019" y="90885"/>
                  </a:cubicBezTo>
                  <a:cubicBezTo>
                    <a:pt x="142019" y="87848"/>
                    <a:pt x="139288" y="87848"/>
                    <a:pt x="138378" y="87848"/>
                  </a:cubicBezTo>
                  <a:cubicBezTo>
                    <a:pt x="135647" y="87848"/>
                    <a:pt x="135040" y="89063"/>
                    <a:pt x="134433" y="91189"/>
                  </a:cubicBezTo>
                  <a:cubicBezTo>
                    <a:pt x="124420" y="123680"/>
                    <a:pt x="103786" y="130968"/>
                    <a:pt x="94076" y="130968"/>
                  </a:cubicBezTo>
                  <a:cubicBezTo>
                    <a:pt x="82242" y="130968"/>
                    <a:pt x="77387" y="121251"/>
                    <a:pt x="77387" y="110927"/>
                  </a:cubicBezTo>
                  <a:cubicBezTo>
                    <a:pt x="77387" y="104246"/>
                    <a:pt x="79208" y="97565"/>
                    <a:pt x="82546" y="84204"/>
                  </a:cubicBezTo>
                  <a:lnTo>
                    <a:pt x="92863" y="4260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9716E5-B8BF-9220-1D8A-5EDF346E64FA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2307456" y="5193177"/>
              <a:ext cx="64358" cy="143054"/>
            </a:xfrm>
            <a:custGeom>
              <a:avLst/>
              <a:gdLst>
                <a:gd name="csX0" fmla="*/ 59157 w 64358"/>
                <a:gd name="csY0" fmla="*/ 8169 h 143054"/>
                <a:gd name="csX1" fmla="*/ 50660 w 64358"/>
                <a:gd name="csY1" fmla="*/ 92 h 143054"/>
                <a:gd name="csX2" fmla="*/ 38766 w 64358"/>
                <a:gd name="csY2" fmla="*/ 11783 h 143054"/>
                <a:gd name="csX3" fmla="*/ 47262 w 64358"/>
                <a:gd name="csY3" fmla="*/ 19860 h 143054"/>
                <a:gd name="csX4" fmla="*/ 59157 w 64358"/>
                <a:gd name="csY4" fmla="*/ 8169 h 143054"/>
                <a:gd name="csX5" fmla="*/ 15826 w 64358"/>
                <a:gd name="csY5" fmla="*/ 116151 h 143054"/>
                <a:gd name="csX6" fmla="*/ 13914 w 64358"/>
                <a:gd name="csY6" fmla="*/ 125079 h 143054"/>
                <a:gd name="csX7" fmla="*/ 34093 w 64358"/>
                <a:gd name="csY7" fmla="*/ 143146 h 143054"/>
                <a:gd name="csX8" fmla="*/ 64679 w 64358"/>
                <a:gd name="csY8" fmla="*/ 110624 h 143054"/>
                <a:gd name="csX9" fmla="*/ 61281 w 64358"/>
                <a:gd name="csY9" fmla="*/ 107861 h 143054"/>
                <a:gd name="csX10" fmla="*/ 57245 w 64358"/>
                <a:gd name="csY10" fmla="*/ 111475 h 143054"/>
                <a:gd name="csX11" fmla="*/ 34730 w 64358"/>
                <a:gd name="csY11" fmla="*/ 137195 h 143054"/>
                <a:gd name="csX12" fmla="*/ 29420 w 64358"/>
                <a:gd name="csY12" fmla="*/ 129755 h 143054"/>
                <a:gd name="csX13" fmla="*/ 32818 w 64358"/>
                <a:gd name="csY13" fmla="*/ 116151 h 143054"/>
                <a:gd name="csX14" fmla="*/ 39615 w 64358"/>
                <a:gd name="csY14" fmla="*/ 99146 h 143054"/>
                <a:gd name="csX15" fmla="*/ 50023 w 64358"/>
                <a:gd name="csY15" fmla="*/ 72150 h 143054"/>
                <a:gd name="csX16" fmla="*/ 51298 w 64358"/>
                <a:gd name="csY16" fmla="*/ 65348 h 143054"/>
                <a:gd name="csX17" fmla="*/ 31119 w 64358"/>
                <a:gd name="csY17" fmla="*/ 47281 h 143054"/>
                <a:gd name="csX18" fmla="*/ 320 w 64358"/>
                <a:gd name="csY18" fmla="*/ 79803 h 143054"/>
                <a:gd name="csX19" fmla="*/ 3931 w 64358"/>
                <a:gd name="csY19" fmla="*/ 82566 h 143054"/>
                <a:gd name="csX20" fmla="*/ 7755 w 64358"/>
                <a:gd name="csY20" fmla="*/ 79165 h 143054"/>
                <a:gd name="csX21" fmla="*/ 30482 w 64358"/>
                <a:gd name="csY21" fmla="*/ 53232 h 143054"/>
                <a:gd name="csX22" fmla="*/ 35792 w 64358"/>
                <a:gd name="csY22" fmla="*/ 60672 h 143054"/>
                <a:gd name="csX23" fmla="*/ 29207 w 64358"/>
                <a:gd name="csY23" fmla="*/ 81928 h 143054"/>
                <a:gd name="csX24" fmla="*/ 15826 w 64358"/>
                <a:gd name="csY24" fmla="*/ 11615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58" h="143054">
                  <a:moveTo>
                    <a:pt x="59157" y="8169"/>
                  </a:moveTo>
                  <a:cubicBezTo>
                    <a:pt x="59157" y="4768"/>
                    <a:pt x="56608" y="92"/>
                    <a:pt x="50660" y="92"/>
                  </a:cubicBezTo>
                  <a:cubicBezTo>
                    <a:pt x="44925" y="92"/>
                    <a:pt x="38766" y="5618"/>
                    <a:pt x="38766" y="11783"/>
                  </a:cubicBezTo>
                  <a:cubicBezTo>
                    <a:pt x="38766" y="15396"/>
                    <a:pt x="41527" y="19860"/>
                    <a:pt x="47262" y="19860"/>
                  </a:cubicBezTo>
                  <a:cubicBezTo>
                    <a:pt x="53422" y="19860"/>
                    <a:pt x="59157" y="13908"/>
                    <a:pt x="59157" y="8169"/>
                  </a:cubicBezTo>
                  <a:close/>
                  <a:moveTo>
                    <a:pt x="15826" y="116151"/>
                  </a:moveTo>
                  <a:cubicBezTo>
                    <a:pt x="14976" y="118914"/>
                    <a:pt x="13914" y="121465"/>
                    <a:pt x="13914" y="125079"/>
                  </a:cubicBezTo>
                  <a:cubicBezTo>
                    <a:pt x="13914" y="135069"/>
                    <a:pt x="22411" y="143146"/>
                    <a:pt x="34093" y="143146"/>
                  </a:cubicBezTo>
                  <a:cubicBezTo>
                    <a:pt x="55333" y="143146"/>
                    <a:pt x="64679" y="113813"/>
                    <a:pt x="64679" y="110624"/>
                  </a:cubicBezTo>
                  <a:cubicBezTo>
                    <a:pt x="64679" y="107861"/>
                    <a:pt x="61918" y="107861"/>
                    <a:pt x="61281" y="107861"/>
                  </a:cubicBezTo>
                  <a:cubicBezTo>
                    <a:pt x="58307" y="107861"/>
                    <a:pt x="58095" y="109136"/>
                    <a:pt x="57245" y="111475"/>
                  </a:cubicBezTo>
                  <a:cubicBezTo>
                    <a:pt x="52360" y="128480"/>
                    <a:pt x="43014" y="137195"/>
                    <a:pt x="34730" y="137195"/>
                  </a:cubicBezTo>
                  <a:cubicBezTo>
                    <a:pt x="30482" y="137195"/>
                    <a:pt x="29420" y="134431"/>
                    <a:pt x="29420" y="129755"/>
                  </a:cubicBezTo>
                  <a:cubicBezTo>
                    <a:pt x="29420" y="124866"/>
                    <a:pt x="30907" y="120827"/>
                    <a:pt x="32818" y="116151"/>
                  </a:cubicBezTo>
                  <a:cubicBezTo>
                    <a:pt x="34942" y="110412"/>
                    <a:pt x="37279" y="104673"/>
                    <a:pt x="39615" y="99146"/>
                  </a:cubicBezTo>
                  <a:cubicBezTo>
                    <a:pt x="41527" y="94044"/>
                    <a:pt x="49174" y="74701"/>
                    <a:pt x="50023" y="72150"/>
                  </a:cubicBezTo>
                  <a:cubicBezTo>
                    <a:pt x="50660" y="70025"/>
                    <a:pt x="51298" y="67474"/>
                    <a:pt x="51298" y="65348"/>
                  </a:cubicBezTo>
                  <a:cubicBezTo>
                    <a:pt x="51298" y="55358"/>
                    <a:pt x="42801" y="47281"/>
                    <a:pt x="31119" y="47281"/>
                  </a:cubicBezTo>
                  <a:cubicBezTo>
                    <a:pt x="10091" y="47281"/>
                    <a:pt x="320" y="76189"/>
                    <a:pt x="320" y="79803"/>
                  </a:cubicBezTo>
                  <a:cubicBezTo>
                    <a:pt x="320" y="82566"/>
                    <a:pt x="3294" y="82566"/>
                    <a:pt x="3931" y="82566"/>
                  </a:cubicBezTo>
                  <a:cubicBezTo>
                    <a:pt x="6905" y="82566"/>
                    <a:pt x="7117" y="81503"/>
                    <a:pt x="7755" y="79165"/>
                  </a:cubicBezTo>
                  <a:cubicBezTo>
                    <a:pt x="13277" y="60885"/>
                    <a:pt x="22623" y="53232"/>
                    <a:pt x="30482" y="53232"/>
                  </a:cubicBezTo>
                  <a:cubicBezTo>
                    <a:pt x="33880" y="53232"/>
                    <a:pt x="35792" y="54933"/>
                    <a:pt x="35792" y="60672"/>
                  </a:cubicBezTo>
                  <a:cubicBezTo>
                    <a:pt x="35792" y="65561"/>
                    <a:pt x="34518" y="68749"/>
                    <a:pt x="29207" y="81928"/>
                  </a:cubicBezTo>
                  <a:lnTo>
                    <a:pt x="15826" y="116151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3EDE1A1-F6CF-5556-B412-8D55D1CA157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2518890" y="5060811"/>
              <a:ext cx="12137" cy="303661"/>
            </a:xfrm>
            <a:custGeom>
              <a:avLst/>
              <a:gdLst>
                <a:gd name="csX0" fmla="*/ 12464 w 12137"/>
                <a:gd name="csY0" fmla="*/ 11022 h 303661"/>
                <a:gd name="csX1" fmla="*/ 6395 w 12137"/>
                <a:gd name="csY1" fmla="*/ 90 h 303661"/>
                <a:gd name="csX2" fmla="*/ 326 w 12137"/>
                <a:gd name="csY2" fmla="*/ 11022 h 303661"/>
                <a:gd name="csX3" fmla="*/ 326 w 12137"/>
                <a:gd name="csY3" fmla="*/ 292820 h 303661"/>
                <a:gd name="csX4" fmla="*/ 6395 w 12137"/>
                <a:gd name="csY4" fmla="*/ 303751 h 303661"/>
                <a:gd name="csX5" fmla="*/ 12464 w 12137"/>
                <a:gd name="csY5" fmla="*/ 292820 h 303661"/>
                <a:gd name="csX6" fmla="*/ 12464 w 12137"/>
                <a:gd name="csY6" fmla="*/ 1102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37" h="303661">
                  <a:moveTo>
                    <a:pt x="12464" y="11022"/>
                  </a:moveTo>
                  <a:cubicBezTo>
                    <a:pt x="12464" y="5556"/>
                    <a:pt x="12464" y="90"/>
                    <a:pt x="6395" y="90"/>
                  </a:cubicBezTo>
                  <a:cubicBezTo>
                    <a:pt x="326" y="90"/>
                    <a:pt x="326" y="5556"/>
                    <a:pt x="326" y="11022"/>
                  </a:cubicBezTo>
                  <a:lnTo>
                    <a:pt x="326" y="292820"/>
                  </a:lnTo>
                  <a:cubicBezTo>
                    <a:pt x="326" y="298286"/>
                    <a:pt x="326" y="303751"/>
                    <a:pt x="6395" y="303751"/>
                  </a:cubicBezTo>
                  <a:cubicBezTo>
                    <a:pt x="12464" y="303751"/>
                    <a:pt x="12464" y="298286"/>
                    <a:pt x="12464" y="292820"/>
                  </a:cubicBezTo>
                  <a:lnTo>
                    <a:pt x="12464" y="11022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4A59534-9887-7D73-94F4-A77BAF594B3A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2660155" y="5154339"/>
              <a:ext cx="151111" cy="137558"/>
            </a:xfrm>
            <a:custGeom>
              <a:avLst/>
              <a:gdLst>
                <a:gd name="csX0" fmla="*/ 92880 w 151111"/>
                <a:gd name="csY0" fmla="*/ 42603 h 137558"/>
                <a:gd name="csX1" fmla="*/ 122920 w 151111"/>
                <a:gd name="csY1" fmla="*/ 6771 h 137558"/>
                <a:gd name="csX2" fmla="*/ 138092 w 151111"/>
                <a:gd name="csY2" fmla="*/ 10718 h 137558"/>
                <a:gd name="csX3" fmla="*/ 123527 w 151111"/>
                <a:gd name="csY3" fmla="*/ 27116 h 137558"/>
                <a:gd name="csX4" fmla="*/ 135058 w 151111"/>
                <a:gd name="csY4" fmla="*/ 37744 h 137558"/>
                <a:gd name="csX5" fmla="*/ 151443 w 151111"/>
                <a:gd name="csY5" fmla="*/ 20132 h 137558"/>
                <a:gd name="csX6" fmla="*/ 123224 w 151111"/>
                <a:gd name="csY6" fmla="*/ 90 h 137558"/>
                <a:gd name="csX7" fmla="*/ 91363 w 151111"/>
                <a:gd name="csY7" fmla="*/ 23168 h 137558"/>
                <a:gd name="csX8" fmla="*/ 58592 w 151111"/>
                <a:gd name="csY8" fmla="*/ 90 h 137558"/>
                <a:gd name="csX9" fmla="*/ 9738 w 151111"/>
                <a:gd name="csY9" fmla="*/ 46854 h 137558"/>
                <a:gd name="csX10" fmla="*/ 13380 w 151111"/>
                <a:gd name="csY10" fmla="*/ 49891 h 137558"/>
                <a:gd name="csX11" fmla="*/ 17324 w 151111"/>
                <a:gd name="csY11" fmla="*/ 46550 h 137558"/>
                <a:gd name="csX12" fmla="*/ 57985 w 151111"/>
                <a:gd name="csY12" fmla="*/ 6771 h 137558"/>
                <a:gd name="csX13" fmla="*/ 74370 w 151111"/>
                <a:gd name="csY13" fmla="*/ 27116 h 137558"/>
                <a:gd name="csX14" fmla="*/ 57985 w 151111"/>
                <a:gd name="csY14" fmla="*/ 99387 h 137558"/>
                <a:gd name="csX15" fmla="*/ 29158 w 151111"/>
                <a:gd name="csY15" fmla="*/ 130968 h 137558"/>
                <a:gd name="csX16" fmla="*/ 13987 w 151111"/>
                <a:gd name="csY16" fmla="*/ 127021 h 137558"/>
                <a:gd name="csX17" fmla="*/ 28248 w 151111"/>
                <a:gd name="csY17" fmla="*/ 110623 h 137558"/>
                <a:gd name="csX18" fmla="*/ 17021 w 151111"/>
                <a:gd name="csY18" fmla="*/ 99995 h 137558"/>
                <a:gd name="csX19" fmla="*/ 332 w 151111"/>
                <a:gd name="csY19" fmla="*/ 117607 h 137558"/>
                <a:gd name="csX20" fmla="*/ 28855 w 151111"/>
                <a:gd name="csY20" fmla="*/ 137649 h 137558"/>
                <a:gd name="csX21" fmla="*/ 60716 w 151111"/>
                <a:gd name="csY21" fmla="*/ 114570 h 137558"/>
                <a:gd name="csX22" fmla="*/ 93487 w 151111"/>
                <a:gd name="csY22" fmla="*/ 137649 h 137558"/>
                <a:gd name="csX23" fmla="*/ 142037 w 151111"/>
                <a:gd name="csY23" fmla="*/ 90885 h 137558"/>
                <a:gd name="csX24" fmla="*/ 138395 w 151111"/>
                <a:gd name="csY24" fmla="*/ 87848 h 137558"/>
                <a:gd name="csX25" fmla="*/ 134451 w 151111"/>
                <a:gd name="csY25" fmla="*/ 91189 h 137558"/>
                <a:gd name="csX26" fmla="*/ 94094 w 151111"/>
                <a:gd name="csY26" fmla="*/ 130968 h 137558"/>
                <a:gd name="csX27" fmla="*/ 77405 w 151111"/>
                <a:gd name="csY27" fmla="*/ 110927 h 137558"/>
                <a:gd name="csX28" fmla="*/ 82563 w 151111"/>
                <a:gd name="csY28" fmla="*/ 84204 h 137558"/>
                <a:gd name="csX29" fmla="*/ 92880 w 151111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111" h="137558">
                  <a:moveTo>
                    <a:pt x="92880" y="42603"/>
                  </a:moveTo>
                  <a:cubicBezTo>
                    <a:pt x="94701" y="34708"/>
                    <a:pt x="101680" y="6771"/>
                    <a:pt x="122920" y="6771"/>
                  </a:cubicBezTo>
                  <a:cubicBezTo>
                    <a:pt x="124437" y="6771"/>
                    <a:pt x="131720" y="6771"/>
                    <a:pt x="138092" y="10718"/>
                  </a:cubicBezTo>
                  <a:cubicBezTo>
                    <a:pt x="129596" y="12237"/>
                    <a:pt x="123527" y="19828"/>
                    <a:pt x="123527" y="27116"/>
                  </a:cubicBezTo>
                  <a:cubicBezTo>
                    <a:pt x="123527" y="31975"/>
                    <a:pt x="126865" y="37744"/>
                    <a:pt x="135058" y="37744"/>
                  </a:cubicBezTo>
                  <a:cubicBezTo>
                    <a:pt x="141733" y="37744"/>
                    <a:pt x="151443" y="32278"/>
                    <a:pt x="151443" y="20132"/>
                  </a:cubicBezTo>
                  <a:cubicBezTo>
                    <a:pt x="151443" y="4341"/>
                    <a:pt x="133540" y="90"/>
                    <a:pt x="123224" y="90"/>
                  </a:cubicBezTo>
                  <a:cubicBezTo>
                    <a:pt x="105624" y="90"/>
                    <a:pt x="95004" y="16184"/>
                    <a:pt x="91363" y="23168"/>
                  </a:cubicBezTo>
                  <a:cubicBezTo>
                    <a:pt x="83777" y="3127"/>
                    <a:pt x="67391" y="90"/>
                    <a:pt x="58592" y="90"/>
                  </a:cubicBezTo>
                  <a:cubicBezTo>
                    <a:pt x="27034" y="90"/>
                    <a:pt x="9738" y="39263"/>
                    <a:pt x="9738" y="46854"/>
                  </a:cubicBezTo>
                  <a:cubicBezTo>
                    <a:pt x="9738" y="49891"/>
                    <a:pt x="12773" y="49891"/>
                    <a:pt x="13380" y="49891"/>
                  </a:cubicBezTo>
                  <a:cubicBezTo>
                    <a:pt x="15807" y="49891"/>
                    <a:pt x="16718" y="49283"/>
                    <a:pt x="17324" y="46550"/>
                  </a:cubicBezTo>
                  <a:cubicBezTo>
                    <a:pt x="27641" y="14362"/>
                    <a:pt x="47668" y="6771"/>
                    <a:pt x="57985" y="6771"/>
                  </a:cubicBezTo>
                  <a:cubicBezTo>
                    <a:pt x="63750" y="6771"/>
                    <a:pt x="74370" y="9504"/>
                    <a:pt x="74370" y="27116"/>
                  </a:cubicBezTo>
                  <a:cubicBezTo>
                    <a:pt x="74370" y="36530"/>
                    <a:pt x="69212" y="56875"/>
                    <a:pt x="57985" y="99387"/>
                  </a:cubicBezTo>
                  <a:cubicBezTo>
                    <a:pt x="53130" y="118214"/>
                    <a:pt x="42510" y="130968"/>
                    <a:pt x="29158" y="130968"/>
                  </a:cubicBezTo>
                  <a:cubicBezTo>
                    <a:pt x="27338" y="130968"/>
                    <a:pt x="20359" y="130968"/>
                    <a:pt x="13987" y="127021"/>
                  </a:cubicBezTo>
                  <a:cubicBezTo>
                    <a:pt x="21572" y="125502"/>
                    <a:pt x="28248" y="119125"/>
                    <a:pt x="28248" y="110623"/>
                  </a:cubicBezTo>
                  <a:cubicBezTo>
                    <a:pt x="28248" y="102424"/>
                    <a:pt x="21572" y="99995"/>
                    <a:pt x="17021" y="99995"/>
                  </a:cubicBezTo>
                  <a:cubicBezTo>
                    <a:pt x="7918" y="99995"/>
                    <a:pt x="332" y="107890"/>
                    <a:pt x="332" y="117607"/>
                  </a:cubicBezTo>
                  <a:cubicBezTo>
                    <a:pt x="332" y="131576"/>
                    <a:pt x="15504" y="137649"/>
                    <a:pt x="28855" y="137649"/>
                  </a:cubicBezTo>
                  <a:cubicBezTo>
                    <a:pt x="48882" y="137649"/>
                    <a:pt x="59805" y="116392"/>
                    <a:pt x="60716" y="114570"/>
                  </a:cubicBezTo>
                  <a:cubicBezTo>
                    <a:pt x="64357" y="125806"/>
                    <a:pt x="75281" y="137649"/>
                    <a:pt x="93487" y="137649"/>
                  </a:cubicBezTo>
                  <a:cubicBezTo>
                    <a:pt x="124741" y="137649"/>
                    <a:pt x="142037" y="98476"/>
                    <a:pt x="142037" y="90885"/>
                  </a:cubicBezTo>
                  <a:cubicBezTo>
                    <a:pt x="142037" y="87848"/>
                    <a:pt x="139306" y="87848"/>
                    <a:pt x="138395" y="87848"/>
                  </a:cubicBezTo>
                  <a:cubicBezTo>
                    <a:pt x="135664" y="87848"/>
                    <a:pt x="135058" y="89063"/>
                    <a:pt x="134451" y="91189"/>
                  </a:cubicBezTo>
                  <a:cubicBezTo>
                    <a:pt x="124437" y="123680"/>
                    <a:pt x="103804" y="130968"/>
                    <a:pt x="94094" y="130968"/>
                  </a:cubicBezTo>
                  <a:cubicBezTo>
                    <a:pt x="82260" y="130968"/>
                    <a:pt x="77405" y="121251"/>
                    <a:pt x="77405" y="110927"/>
                  </a:cubicBezTo>
                  <a:cubicBezTo>
                    <a:pt x="77405" y="104246"/>
                    <a:pt x="79225" y="97565"/>
                    <a:pt x="82563" y="84204"/>
                  </a:cubicBezTo>
                  <a:lnTo>
                    <a:pt x="92880" y="4260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462AA67-66F3-B8A5-6E20-8756789F9E0C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2847930" y="5192964"/>
              <a:ext cx="77315" cy="141141"/>
            </a:xfrm>
            <a:custGeom>
              <a:avLst/>
              <a:gdLst>
                <a:gd name="csX0" fmla="*/ 48341 w 77315"/>
                <a:gd name="csY0" fmla="*/ 6043 h 141141"/>
                <a:gd name="csX1" fmla="*/ 41969 w 77315"/>
                <a:gd name="csY1" fmla="*/ 92 h 141141"/>
                <a:gd name="csX2" fmla="*/ 338 w 77315"/>
                <a:gd name="csY2" fmla="*/ 13696 h 141141"/>
                <a:gd name="csX3" fmla="*/ 338 w 77315"/>
                <a:gd name="csY3" fmla="*/ 21348 h 141141"/>
                <a:gd name="csX4" fmla="*/ 31136 w 77315"/>
                <a:gd name="csY4" fmla="*/ 15396 h 141141"/>
                <a:gd name="csX5" fmla="*/ 31136 w 77315"/>
                <a:gd name="csY5" fmla="*/ 123803 h 141141"/>
                <a:gd name="csX6" fmla="*/ 9896 w 77315"/>
                <a:gd name="csY6" fmla="*/ 133581 h 141141"/>
                <a:gd name="csX7" fmla="*/ 1825 w 77315"/>
                <a:gd name="csY7" fmla="*/ 133581 h 141141"/>
                <a:gd name="csX8" fmla="*/ 1825 w 77315"/>
                <a:gd name="csY8" fmla="*/ 141233 h 141141"/>
                <a:gd name="csX9" fmla="*/ 39633 w 77315"/>
                <a:gd name="csY9" fmla="*/ 140383 h 141141"/>
                <a:gd name="csX10" fmla="*/ 77653 w 77315"/>
                <a:gd name="csY10" fmla="*/ 141233 h 141141"/>
                <a:gd name="csX11" fmla="*/ 77653 w 77315"/>
                <a:gd name="csY11" fmla="*/ 133581 h 141141"/>
                <a:gd name="csX12" fmla="*/ 69582 w 77315"/>
                <a:gd name="csY12" fmla="*/ 133581 h 141141"/>
                <a:gd name="csX13" fmla="*/ 48341 w 77315"/>
                <a:gd name="csY13" fmla="*/ 123803 h 141141"/>
                <a:gd name="csX14" fmla="*/ 48341 w 77315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15" h="141141">
                  <a:moveTo>
                    <a:pt x="48341" y="6043"/>
                  </a:moveTo>
                  <a:cubicBezTo>
                    <a:pt x="48341" y="304"/>
                    <a:pt x="47916" y="92"/>
                    <a:pt x="41969" y="92"/>
                  </a:cubicBezTo>
                  <a:cubicBezTo>
                    <a:pt x="28375" y="13483"/>
                    <a:pt x="9046" y="13696"/>
                    <a:pt x="338" y="13696"/>
                  </a:cubicBezTo>
                  <a:lnTo>
                    <a:pt x="338" y="21348"/>
                  </a:lnTo>
                  <a:cubicBezTo>
                    <a:pt x="5435" y="21348"/>
                    <a:pt x="19454" y="21348"/>
                    <a:pt x="31136" y="15396"/>
                  </a:cubicBezTo>
                  <a:lnTo>
                    <a:pt x="31136" y="123803"/>
                  </a:lnTo>
                  <a:cubicBezTo>
                    <a:pt x="31136" y="130818"/>
                    <a:pt x="31136" y="133581"/>
                    <a:pt x="9896" y="133581"/>
                  </a:cubicBezTo>
                  <a:lnTo>
                    <a:pt x="1825" y="133581"/>
                  </a:lnTo>
                  <a:lnTo>
                    <a:pt x="1825" y="141233"/>
                  </a:lnTo>
                  <a:cubicBezTo>
                    <a:pt x="5648" y="141021"/>
                    <a:pt x="31774" y="140383"/>
                    <a:pt x="39633" y="140383"/>
                  </a:cubicBezTo>
                  <a:cubicBezTo>
                    <a:pt x="46217" y="140383"/>
                    <a:pt x="72980" y="141021"/>
                    <a:pt x="77653" y="141233"/>
                  </a:cubicBezTo>
                  <a:lnTo>
                    <a:pt x="77653" y="133581"/>
                  </a:lnTo>
                  <a:lnTo>
                    <a:pt x="69582" y="133581"/>
                  </a:lnTo>
                  <a:cubicBezTo>
                    <a:pt x="48341" y="133581"/>
                    <a:pt x="48341" y="130818"/>
                    <a:pt x="48341" y="123803"/>
                  </a:cubicBezTo>
                  <a:lnTo>
                    <a:pt x="48341" y="604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92C619-A034-14BD-692B-356D8A51AAD1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2986998" y="5256369"/>
              <a:ext cx="35502" cy="90794"/>
            </a:xfrm>
            <a:custGeom>
              <a:avLst/>
              <a:gdLst>
                <a:gd name="csX0" fmla="*/ 35844 w 35502"/>
                <a:gd name="csY0" fmla="*/ 31975 h 90794"/>
                <a:gd name="csX1" fmla="*/ 16424 w 35502"/>
                <a:gd name="csY1" fmla="*/ 90 h 90794"/>
                <a:gd name="csX2" fmla="*/ 342 w 35502"/>
                <a:gd name="csY2" fmla="*/ 16184 h 90794"/>
                <a:gd name="csX3" fmla="*/ 16424 w 35502"/>
                <a:gd name="csY3" fmla="*/ 32278 h 90794"/>
                <a:gd name="csX4" fmla="*/ 27045 w 35502"/>
                <a:gd name="csY4" fmla="*/ 28331 h 90794"/>
                <a:gd name="csX5" fmla="*/ 28562 w 35502"/>
                <a:gd name="csY5" fmla="*/ 27420 h 90794"/>
                <a:gd name="csX6" fmla="*/ 29169 w 35502"/>
                <a:gd name="csY6" fmla="*/ 31975 h 90794"/>
                <a:gd name="csX7" fmla="*/ 8535 w 35502"/>
                <a:gd name="csY7" fmla="*/ 82686 h 90794"/>
                <a:gd name="csX8" fmla="*/ 5197 w 35502"/>
                <a:gd name="csY8" fmla="*/ 87545 h 90794"/>
                <a:gd name="csX9" fmla="*/ 8231 w 35502"/>
                <a:gd name="csY9" fmla="*/ 90885 h 90794"/>
                <a:gd name="csX10" fmla="*/ 35844 w 3550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02" h="90794">
                  <a:moveTo>
                    <a:pt x="35844" y="31975"/>
                  </a:moveTo>
                  <a:cubicBezTo>
                    <a:pt x="35844" y="11933"/>
                    <a:pt x="28258" y="90"/>
                    <a:pt x="16424" y="90"/>
                  </a:cubicBezTo>
                  <a:cubicBezTo>
                    <a:pt x="6411" y="90"/>
                    <a:pt x="342" y="7682"/>
                    <a:pt x="342" y="16184"/>
                  </a:cubicBezTo>
                  <a:cubicBezTo>
                    <a:pt x="342" y="24383"/>
                    <a:pt x="6411" y="32278"/>
                    <a:pt x="16424" y="32278"/>
                  </a:cubicBezTo>
                  <a:cubicBezTo>
                    <a:pt x="20065" y="32278"/>
                    <a:pt x="24010" y="31064"/>
                    <a:pt x="27045" y="28331"/>
                  </a:cubicBezTo>
                  <a:cubicBezTo>
                    <a:pt x="27955" y="27723"/>
                    <a:pt x="28258" y="27420"/>
                    <a:pt x="28562" y="27420"/>
                  </a:cubicBezTo>
                  <a:cubicBezTo>
                    <a:pt x="28865" y="27420"/>
                    <a:pt x="29169" y="27723"/>
                    <a:pt x="29169" y="31975"/>
                  </a:cubicBezTo>
                  <a:cubicBezTo>
                    <a:pt x="29169" y="54446"/>
                    <a:pt x="18548" y="72665"/>
                    <a:pt x="8535" y="82686"/>
                  </a:cubicBezTo>
                  <a:cubicBezTo>
                    <a:pt x="5197" y="86026"/>
                    <a:pt x="5197" y="86634"/>
                    <a:pt x="5197" y="87545"/>
                  </a:cubicBezTo>
                  <a:cubicBezTo>
                    <a:pt x="5197" y="89670"/>
                    <a:pt x="6714" y="90885"/>
                    <a:pt x="8231" y="90885"/>
                  </a:cubicBezTo>
                  <a:cubicBezTo>
                    <a:pt x="11569" y="90885"/>
                    <a:pt x="35844" y="67503"/>
                    <a:pt x="35844" y="3197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FA5B9BB-469E-710B-32FB-D54D768A2083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3104562" y="5154339"/>
              <a:ext cx="151111" cy="137558"/>
            </a:xfrm>
            <a:custGeom>
              <a:avLst/>
              <a:gdLst>
                <a:gd name="csX0" fmla="*/ 92895 w 151111"/>
                <a:gd name="csY0" fmla="*/ 42603 h 137558"/>
                <a:gd name="csX1" fmla="*/ 122935 w 151111"/>
                <a:gd name="csY1" fmla="*/ 6771 h 137558"/>
                <a:gd name="csX2" fmla="*/ 138107 w 151111"/>
                <a:gd name="csY2" fmla="*/ 10718 h 137558"/>
                <a:gd name="csX3" fmla="*/ 123542 w 151111"/>
                <a:gd name="csY3" fmla="*/ 27116 h 137558"/>
                <a:gd name="csX4" fmla="*/ 135072 w 151111"/>
                <a:gd name="csY4" fmla="*/ 37744 h 137558"/>
                <a:gd name="csX5" fmla="*/ 151458 w 151111"/>
                <a:gd name="csY5" fmla="*/ 20132 h 137558"/>
                <a:gd name="csX6" fmla="*/ 123238 w 151111"/>
                <a:gd name="csY6" fmla="*/ 90 h 137558"/>
                <a:gd name="csX7" fmla="*/ 91377 w 151111"/>
                <a:gd name="csY7" fmla="*/ 23168 h 137558"/>
                <a:gd name="csX8" fmla="*/ 58606 w 151111"/>
                <a:gd name="csY8" fmla="*/ 90 h 137558"/>
                <a:gd name="csX9" fmla="*/ 9753 w 151111"/>
                <a:gd name="csY9" fmla="*/ 46854 h 137558"/>
                <a:gd name="csX10" fmla="*/ 13394 w 151111"/>
                <a:gd name="csY10" fmla="*/ 49891 h 137558"/>
                <a:gd name="csX11" fmla="*/ 17339 w 151111"/>
                <a:gd name="csY11" fmla="*/ 46550 h 137558"/>
                <a:gd name="csX12" fmla="*/ 57999 w 151111"/>
                <a:gd name="csY12" fmla="*/ 6771 h 137558"/>
                <a:gd name="csX13" fmla="*/ 74385 w 151111"/>
                <a:gd name="csY13" fmla="*/ 27116 h 137558"/>
                <a:gd name="csX14" fmla="*/ 57999 w 151111"/>
                <a:gd name="csY14" fmla="*/ 99387 h 137558"/>
                <a:gd name="csX15" fmla="*/ 29173 w 151111"/>
                <a:gd name="csY15" fmla="*/ 130968 h 137558"/>
                <a:gd name="csX16" fmla="*/ 14001 w 151111"/>
                <a:gd name="csY16" fmla="*/ 127021 h 137558"/>
                <a:gd name="csX17" fmla="*/ 28263 w 151111"/>
                <a:gd name="csY17" fmla="*/ 110623 h 137558"/>
                <a:gd name="csX18" fmla="*/ 17036 w 151111"/>
                <a:gd name="csY18" fmla="*/ 99995 h 137558"/>
                <a:gd name="csX19" fmla="*/ 347 w 151111"/>
                <a:gd name="csY19" fmla="*/ 117607 h 137558"/>
                <a:gd name="csX20" fmla="*/ 28870 w 151111"/>
                <a:gd name="csY20" fmla="*/ 137649 h 137558"/>
                <a:gd name="csX21" fmla="*/ 60730 w 151111"/>
                <a:gd name="csY21" fmla="*/ 114570 h 137558"/>
                <a:gd name="csX22" fmla="*/ 93501 w 151111"/>
                <a:gd name="csY22" fmla="*/ 137649 h 137558"/>
                <a:gd name="csX23" fmla="*/ 142051 w 151111"/>
                <a:gd name="csY23" fmla="*/ 90885 h 137558"/>
                <a:gd name="csX24" fmla="*/ 138410 w 151111"/>
                <a:gd name="csY24" fmla="*/ 87848 h 137558"/>
                <a:gd name="csX25" fmla="*/ 134465 w 151111"/>
                <a:gd name="csY25" fmla="*/ 91189 h 137558"/>
                <a:gd name="csX26" fmla="*/ 94108 w 151111"/>
                <a:gd name="csY26" fmla="*/ 130968 h 137558"/>
                <a:gd name="csX27" fmla="*/ 77419 w 151111"/>
                <a:gd name="csY27" fmla="*/ 110927 h 137558"/>
                <a:gd name="csX28" fmla="*/ 82578 w 151111"/>
                <a:gd name="csY28" fmla="*/ 84204 h 137558"/>
                <a:gd name="csX29" fmla="*/ 92895 w 151111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111" h="137558">
                  <a:moveTo>
                    <a:pt x="92895" y="42603"/>
                  </a:moveTo>
                  <a:cubicBezTo>
                    <a:pt x="94715" y="34708"/>
                    <a:pt x="101694" y="6771"/>
                    <a:pt x="122935" y="6771"/>
                  </a:cubicBezTo>
                  <a:cubicBezTo>
                    <a:pt x="124452" y="6771"/>
                    <a:pt x="131734" y="6771"/>
                    <a:pt x="138107" y="10718"/>
                  </a:cubicBezTo>
                  <a:cubicBezTo>
                    <a:pt x="129610" y="12237"/>
                    <a:pt x="123542" y="19828"/>
                    <a:pt x="123542" y="27116"/>
                  </a:cubicBezTo>
                  <a:cubicBezTo>
                    <a:pt x="123542" y="31975"/>
                    <a:pt x="126879" y="37744"/>
                    <a:pt x="135072" y="37744"/>
                  </a:cubicBezTo>
                  <a:cubicBezTo>
                    <a:pt x="141748" y="37744"/>
                    <a:pt x="151458" y="32278"/>
                    <a:pt x="151458" y="20132"/>
                  </a:cubicBezTo>
                  <a:cubicBezTo>
                    <a:pt x="151458" y="4341"/>
                    <a:pt x="133555" y="90"/>
                    <a:pt x="123238" y="90"/>
                  </a:cubicBezTo>
                  <a:cubicBezTo>
                    <a:pt x="105639" y="90"/>
                    <a:pt x="95019" y="16184"/>
                    <a:pt x="91377" y="23168"/>
                  </a:cubicBezTo>
                  <a:cubicBezTo>
                    <a:pt x="83791" y="3127"/>
                    <a:pt x="67406" y="90"/>
                    <a:pt x="58606" y="90"/>
                  </a:cubicBezTo>
                  <a:cubicBezTo>
                    <a:pt x="27049" y="90"/>
                    <a:pt x="9753" y="39263"/>
                    <a:pt x="9753" y="46854"/>
                  </a:cubicBezTo>
                  <a:cubicBezTo>
                    <a:pt x="9753" y="49891"/>
                    <a:pt x="12787" y="49891"/>
                    <a:pt x="13394" y="49891"/>
                  </a:cubicBezTo>
                  <a:cubicBezTo>
                    <a:pt x="15822" y="49891"/>
                    <a:pt x="16732" y="49283"/>
                    <a:pt x="17339" y="46550"/>
                  </a:cubicBezTo>
                  <a:cubicBezTo>
                    <a:pt x="27656" y="14362"/>
                    <a:pt x="47683" y="6771"/>
                    <a:pt x="57999" y="6771"/>
                  </a:cubicBezTo>
                  <a:cubicBezTo>
                    <a:pt x="63765" y="6771"/>
                    <a:pt x="74385" y="9504"/>
                    <a:pt x="74385" y="27116"/>
                  </a:cubicBezTo>
                  <a:cubicBezTo>
                    <a:pt x="74385" y="36530"/>
                    <a:pt x="69227" y="56875"/>
                    <a:pt x="57999" y="99387"/>
                  </a:cubicBezTo>
                  <a:cubicBezTo>
                    <a:pt x="53144" y="118214"/>
                    <a:pt x="42524" y="130968"/>
                    <a:pt x="29173" y="130968"/>
                  </a:cubicBezTo>
                  <a:cubicBezTo>
                    <a:pt x="27352" y="130968"/>
                    <a:pt x="20373" y="130968"/>
                    <a:pt x="14001" y="127021"/>
                  </a:cubicBezTo>
                  <a:cubicBezTo>
                    <a:pt x="21587" y="125502"/>
                    <a:pt x="28263" y="119125"/>
                    <a:pt x="28263" y="110623"/>
                  </a:cubicBezTo>
                  <a:cubicBezTo>
                    <a:pt x="28263" y="102424"/>
                    <a:pt x="21587" y="99995"/>
                    <a:pt x="17036" y="99995"/>
                  </a:cubicBezTo>
                  <a:cubicBezTo>
                    <a:pt x="7932" y="99995"/>
                    <a:pt x="347" y="107890"/>
                    <a:pt x="347" y="117607"/>
                  </a:cubicBezTo>
                  <a:cubicBezTo>
                    <a:pt x="347" y="131576"/>
                    <a:pt x="15518" y="137649"/>
                    <a:pt x="28870" y="137649"/>
                  </a:cubicBezTo>
                  <a:cubicBezTo>
                    <a:pt x="48896" y="137649"/>
                    <a:pt x="59820" y="116392"/>
                    <a:pt x="60730" y="114570"/>
                  </a:cubicBezTo>
                  <a:cubicBezTo>
                    <a:pt x="64372" y="125806"/>
                    <a:pt x="75295" y="137649"/>
                    <a:pt x="93501" y="137649"/>
                  </a:cubicBezTo>
                  <a:cubicBezTo>
                    <a:pt x="124755" y="137649"/>
                    <a:pt x="142051" y="98476"/>
                    <a:pt x="142051" y="90885"/>
                  </a:cubicBezTo>
                  <a:cubicBezTo>
                    <a:pt x="142051" y="87848"/>
                    <a:pt x="139320" y="87848"/>
                    <a:pt x="138410" y="87848"/>
                  </a:cubicBezTo>
                  <a:cubicBezTo>
                    <a:pt x="135679" y="87848"/>
                    <a:pt x="135072" y="89063"/>
                    <a:pt x="134465" y="91189"/>
                  </a:cubicBezTo>
                  <a:cubicBezTo>
                    <a:pt x="124452" y="123680"/>
                    <a:pt x="103818" y="130968"/>
                    <a:pt x="94108" y="130968"/>
                  </a:cubicBezTo>
                  <a:cubicBezTo>
                    <a:pt x="82274" y="130968"/>
                    <a:pt x="77419" y="121251"/>
                    <a:pt x="77419" y="110927"/>
                  </a:cubicBezTo>
                  <a:cubicBezTo>
                    <a:pt x="77419" y="104246"/>
                    <a:pt x="79240" y="97565"/>
                    <a:pt x="82578" y="84204"/>
                  </a:cubicBezTo>
                  <a:lnTo>
                    <a:pt x="92895" y="4260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BF71B9D-9B81-81A0-EB4B-4CEA7A328669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3282566" y="5192964"/>
              <a:ext cx="93883" cy="141141"/>
            </a:xfrm>
            <a:custGeom>
              <a:avLst/>
              <a:gdLst>
                <a:gd name="csX0" fmla="*/ 94235 w 93883"/>
                <a:gd name="csY0" fmla="*/ 102547 h 141141"/>
                <a:gd name="csX1" fmla="*/ 87014 w 93883"/>
                <a:gd name="csY1" fmla="*/ 102547 h 141141"/>
                <a:gd name="csX2" fmla="*/ 81491 w 93883"/>
                <a:gd name="csY2" fmla="*/ 121890 h 141141"/>
                <a:gd name="csX3" fmla="*/ 60463 w 93883"/>
                <a:gd name="csY3" fmla="*/ 123166 h 141141"/>
                <a:gd name="csX4" fmla="*/ 21380 w 93883"/>
                <a:gd name="csY4" fmla="*/ 123166 h 141141"/>
                <a:gd name="csX5" fmla="*/ 63861 w 93883"/>
                <a:gd name="csY5" fmla="*/ 87455 h 141141"/>
                <a:gd name="csX6" fmla="*/ 94235 w 93883"/>
                <a:gd name="csY6" fmla="*/ 41541 h 141141"/>
                <a:gd name="csX7" fmla="*/ 44533 w 93883"/>
                <a:gd name="csY7" fmla="*/ 92 h 141141"/>
                <a:gd name="csX8" fmla="*/ 352 w 93883"/>
                <a:gd name="csY8" fmla="*/ 38140 h 141141"/>
                <a:gd name="csX9" fmla="*/ 11610 w 93883"/>
                <a:gd name="csY9" fmla="*/ 50044 h 141141"/>
                <a:gd name="csX10" fmla="*/ 22867 w 93883"/>
                <a:gd name="csY10" fmla="*/ 38778 h 141141"/>
                <a:gd name="csX11" fmla="*/ 10335 w 93883"/>
                <a:gd name="csY11" fmla="*/ 27512 h 141141"/>
                <a:gd name="csX12" fmla="*/ 41346 w 93883"/>
                <a:gd name="csY12" fmla="*/ 7744 h 141141"/>
                <a:gd name="csX13" fmla="*/ 73632 w 93883"/>
                <a:gd name="csY13" fmla="*/ 41541 h 141141"/>
                <a:gd name="csX14" fmla="*/ 53666 w 93883"/>
                <a:gd name="csY14" fmla="*/ 82353 h 141141"/>
                <a:gd name="csX15" fmla="*/ 2476 w 93883"/>
                <a:gd name="csY15" fmla="*/ 132943 h 141141"/>
                <a:gd name="csX16" fmla="*/ 352 w 93883"/>
                <a:gd name="csY16" fmla="*/ 141233 h 141141"/>
                <a:gd name="csX17" fmla="*/ 87863 w 93883"/>
                <a:gd name="csY17" fmla="*/ 141233 h 141141"/>
                <a:gd name="csX18" fmla="*/ 94235 w 93883"/>
                <a:gd name="csY18" fmla="*/ 102547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883" h="141141">
                  <a:moveTo>
                    <a:pt x="94235" y="102547"/>
                  </a:moveTo>
                  <a:lnTo>
                    <a:pt x="87014" y="102547"/>
                  </a:lnTo>
                  <a:cubicBezTo>
                    <a:pt x="86376" y="107223"/>
                    <a:pt x="84252" y="119765"/>
                    <a:pt x="81491" y="121890"/>
                  </a:cubicBezTo>
                  <a:cubicBezTo>
                    <a:pt x="79792" y="123166"/>
                    <a:pt x="63437" y="123166"/>
                    <a:pt x="60463" y="123166"/>
                  </a:cubicBezTo>
                  <a:lnTo>
                    <a:pt x="21380" y="123166"/>
                  </a:lnTo>
                  <a:cubicBezTo>
                    <a:pt x="43683" y="103397"/>
                    <a:pt x="51117" y="97445"/>
                    <a:pt x="63861" y="87455"/>
                  </a:cubicBezTo>
                  <a:cubicBezTo>
                    <a:pt x="79579" y="74914"/>
                    <a:pt x="94235" y="61735"/>
                    <a:pt x="94235" y="41541"/>
                  </a:cubicBezTo>
                  <a:cubicBezTo>
                    <a:pt x="94235" y="15821"/>
                    <a:pt x="71720" y="92"/>
                    <a:pt x="44533" y="92"/>
                  </a:cubicBezTo>
                  <a:cubicBezTo>
                    <a:pt x="18194" y="92"/>
                    <a:pt x="352" y="18585"/>
                    <a:pt x="352" y="38140"/>
                  </a:cubicBezTo>
                  <a:cubicBezTo>
                    <a:pt x="352" y="48981"/>
                    <a:pt x="9486" y="50044"/>
                    <a:pt x="11610" y="50044"/>
                  </a:cubicBezTo>
                  <a:cubicBezTo>
                    <a:pt x="16707" y="50044"/>
                    <a:pt x="22867" y="46430"/>
                    <a:pt x="22867" y="38778"/>
                  </a:cubicBezTo>
                  <a:cubicBezTo>
                    <a:pt x="22867" y="34952"/>
                    <a:pt x="21380" y="27512"/>
                    <a:pt x="10335" y="27512"/>
                  </a:cubicBezTo>
                  <a:cubicBezTo>
                    <a:pt x="16920" y="12420"/>
                    <a:pt x="31363" y="7744"/>
                    <a:pt x="41346" y="7744"/>
                  </a:cubicBezTo>
                  <a:cubicBezTo>
                    <a:pt x="62587" y="7744"/>
                    <a:pt x="73632" y="24324"/>
                    <a:pt x="73632" y="41541"/>
                  </a:cubicBezTo>
                  <a:cubicBezTo>
                    <a:pt x="73632" y="60034"/>
                    <a:pt x="60463" y="74701"/>
                    <a:pt x="53666" y="82353"/>
                  </a:cubicBezTo>
                  <a:lnTo>
                    <a:pt x="2476" y="132943"/>
                  </a:lnTo>
                  <a:cubicBezTo>
                    <a:pt x="352" y="134857"/>
                    <a:pt x="352" y="135282"/>
                    <a:pt x="352" y="141233"/>
                  </a:cubicBezTo>
                  <a:lnTo>
                    <a:pt x="87863" y="141233"/>
                  </a:lnTo>
                  <a:lnTo>
                    <a:pt x="94235" y="102547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4E9D85C-2F5E-CA6F-CAFF-EA2D423DE4B1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3431406" y="5256369"/>
              <a:ext cx="35502" cy="90794"/>
            </a:xfrm>
            <a:custGeom>
              <a:avLst/>
              <a:gdLst>
                <a:gd name="csX0" fmla="*/ 35859 w 35502"/>
                <a:gd name="csY0" fmla="*/ 31975 h 90794"/>
                <a:gd name="csX1" fmla="*/ 16439 w 35502"/>
                <a:gd name="csY1" fmla="*/ 90 h 90794"/>
                <a:gd name="csX2" fmla="*/ 357 w 35502"/>
                <a:gd name="csY2" fmla="*/ 16184 h 90794"/>
                <a:gd name="csX3" fmla="*/ 16439 w 35502"/>
                <a:gd name="csY3" fmla="*/ 32278 h 90794"/>
                <a:gd name="csX4" fmla="*/ 27059 w 35502"/>
                <a:gd name="csY4" fmla="*/ 28331 h 90794"/>
                <a:gd name="csX5" fmla="*/ 28576 w 35502"/>
                <a:gd name="csY5" fmla="*/ 27420 h 90794"/>
                <a:gd name="csX6" fmla="*/ 29183 w 35502"/>
                <a:gd name="csY6" fmla="*/ 31975 h 90794"/>
                <a:gd name="csX7" fmla="*/ 8550 w 35502"/>
                <a:gd name="csY7" fmla="*/ 82686 h 90794"/>
                <a:gd name="csX8" fmla="*/ 5212 w 35502"/>
                <a:gd name="csY8" fmla="*/ 87545 h 90794"/>
                <a:gd name="csX9" fmla="*/ 8246 w 35502"/>
                <a:gd name="csY9" fmla="*/ 90885 h 90794"/>
                <a:gd name="csX10" fmla="*/ 35859 w 3550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02" h="90794">
                  <a:moveTo>
                    <a:pt x="35859" y="31975"/>
                  </a:moveTo>
                  <a:cubicBezTo>
                    <a:pt x="35859" y="11933"/>
                    <a:pt x="28273" y="90"/>
                    <a:pt x="16439" y="90"/>
                  </a:cubicBezTo>
                  <a:cubicBezTo>
                    <a:pt x="6425" y="90"/>
                    <a:pt x="357" y="7682"/>
                    <a:pt x="357" y="16184"/>
                  </a:cubicBezTo>
                  <a:cubicBezTo>
                    <a:pt x="357" y="24383"/>
                    <a:pt x="6425" y="32278"/>
                    <a:pt x="16439" y="32278"/>
                  </a:cubicBezTo>
                  <a:cubicBezTo>
                    <a:pt x="20080" y="32278"/>
                    <a:pt x="24025" y="31064"/>
                    <a:pt x="27059" y="28331"/>
                  </a:cubicBezTo>
                  <a:cubicBezTo>
                    <a:pt x="27969" y="27723"/>
                    <a:pt x="28273" y="27420"/>
                    <a:pt x="28576" y="27420"/>
                  </a:cubicBezTo>
                  <a:cubicBezTo>
                    <a:pt x="28880" y="27420"/>
                    <a:pt x="29183" y="27723"/>
                    <a:pt x="29183" y="31975"/>
                  </a:cubicBezTo>
                  <a:cubicBezTo>
                    <a:pt x="29183" y="54446"/>
                    <a:pt x="18563" y="72665"/>
                    <a:pt x="8550" y="82686"/>
                  </a:cubicBezTo>
                  <a:cubicBezTo>
                    <a:pt x="5212" y="86026"/>
                    <a:pt x="5212" y="86634"/>
                    <a:pt x="5212" y="87545"/>
                  </a:cubicBezTo>
                  <a:cubicBezTo>
                    <a:pt x="5212" y="89670"/>
                    <a:pt x="6729" y="90885"/>
                    <a:pt x="8246" y="90885"/>
                  </a:cubicBezTo>
                  <a:cubicBezTo>
                    <a:pt x="11584" y="90885"/>
                    <a:pt x="35859" y="67503"/>
                    <a:pt x="35859" y="3197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0C1EC8F-F3C7-3DAE-E122-0183449C3C4F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3566265" y="5256369"/>
              <a:ext cx="32164" cy="32188"/>
            </a:xfrm>
            <a:custGeom>
              <a:avLst/>
              <a:gdLst>
                <a:gd name="csX0" fmla="*/ 32525 w 32164"/>
                <a:gd name="csY0" fmla="*/ 16184 h 32188"/>
                <a:gd name="csX1" fmla="*/ 16443 w 32164"/>
                <a:gd name="csY1" fmla="*/ 90 h 32188"/>
                <a:gd name="csX2" fmla="*/ 361 w 32164"/>
                <a:gd name="csY2" fmla="*/ 16184 h 32188"/>
                <a:gd name="csX3" fmla="*/ 16443 w 32164"/>
                <a:gd name="csY3" fmla="*/ 32278 h 32188"/>
                <a:gd name="csX4" fmla="*/ 32525 w 32164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64" h="32188">
                  <a:moveTo>
                    <a:pt x="32525" y="16184"/>
                  </a:moveTo>
                  <a:cubicBezTo>
                    <a:pt x="32525" y="7378"/>
                    <a:pt x="25243" y="90"/>
                    <a:pt x="16443" y="90"/>
                  </a:cubicBezTo>
                  <a:cubicBezTo>
                    <a:pt x="7644" y="90"/>
                    <a:pt x="361" y="7378"/>
                    <a:pt x="361" y="16184"/>
                  </a:cubicBezTo>
                  <a:cubicBezTo>
                    <a:pt x="361" y="24990"/>
                    <a:pt x="7644" y="32278"/>
                    <a:pt x="16443" y="32278"/>
                  </a:cubicBezTo>
                  <a:cubicBezTo>
                    <a:pt x="25243" y="32278"/>
                    <a:pt x="32525" y="24990"/>
                    <a:pt x="32525" y="16184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1CEB02B-CBB0-DD2F-5BD6-B5DB8BAA4FC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3701125" y="5256369"/>
              <a:ext cx="32164" cy="32188"/>
            </a:xfrm>
            <a:custGeom>
              <a:avLst/>
              <a:gdLst>
                <a:gd name="csX0" fmla="*/ 32530 w 32164"/>
                <a:gd name="csY0" fmla="*/ 16184 h 32188"/>
                <a:gd name="csX1" fmla="*/ 16448 w 32164"/>
                <a:gd name="csY1" fmla="*/ 90 h 32188"/>
                <a:gd name="csX2" fmla="*/ 366 w 32164"/>
                <a:gd name="csY2" fmla="*/ 16184 h 32188"/>
                <a:gd name="csX3" fmla="*/ 16448 w 32164"/>
                <a:gd name="csY3" fmla="*/ 32278 h 32188"/>
                <a:gd name="csX4" fmla="*/ 32530 w 32164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64" h="32188">
                  <a:moveTo>
                    <a:pt x="32530" y="16184"/>
                  </a:moveTo>
                  <a:cubicBezTo>
                    <a:pt x="32530" y="7378"/>
                    <a:pt x="25247" y="90"/>
                    <a:pt x="16448" y="90"/>
                  </a:cubicBezTo>
                  <a:cubicBezTo>
                    <a:pt x="7648" y="90"/>
                    <a:pt x="366" y="7378"/>
                    <a:pt x="366" y="16184"/>
                  </a:cubicBezTo>
                  <a:cubicBezTo>
                    <a:pt x="366" y="24990"/>
                    <a:pt x="7648" y="32278"/>
                    <a:pt x="16448" y="32278"/>
                  </a:cubicBezTo>
                  <a:cubicBezTo>
                    <a:pt x="25247" y="32278"/>
                    <a:pt x="32530" y="24990"/>
                    <a:pt x="32530" y="16184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799AF31-01B3-67C5-0E7B-3935C4C12ED1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3835984" y="5256369"/>
              <a:ext cx="32164" cy="32188"/>
            </a:xfrm>
            <a:custGeom>
              <a:avLst/>
              <a:gdLst>
                <a:gd name="csX0" fmla="*/ 32534 w 32164"/>
                <a:gd name="csY0" fmla="*/ 16184 h 32188"/>
                <a:gd name="csX1" fmla="*/ 16452 w 32164"/>
                <a:gd name="csY1" fmla="*/ 90 h 32188"/>
                <a:gd name="csX2" fmla="*/ 370 w 32164"/>
                <a:gd name="csY2" fmla="*/ 16184 h 32188"/>
                <a:gd name="csX3" fmla="*/ 16452 w 32164"/>
                <a:gd name="csY3" fmla="*/ 32278 h 32188"/>
                <a:gd name="csX4" fmla="*/ 32534 w 32164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64" h="32188">
                  <a:moveTo>
                    <a:pt x="32534" y="16184"/>
                  </a:moveTo>
                  <a:cubicBezTo>
                    <a:pt x="32534" y="7378"/>
                    <a:pt x="25252" y="90"/>
                    <a:pt x="16452" y="90"/>
                  </a:cubicBezTo>
                  <a:cubicBezTo>
                    <a:pt x="7652" y="90"/>
                    <a:pt x="370" y="7378"/>
                    <a:pt x="370" y="16184"/>
                  </a:cubicBezTo>
                  <a:cubicBezTo>
                    <a:pt x="370" y="24990"/>
                    <a:pt x="7652" y="32278"/>
                    <a:pt x="16452" y="32278"/>
                  </a:cubicBezTo>
                  <a:cubicBezTo>
                    <a:pt x="25252" y="32278"/>
                    <a:pt x="32534" y="24990"/>
                    <a:pt x="32534" y="16184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5391AEA-254E-98FA-2C44-227204039D26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3970843" y="5256369"/>
              <a:ext cx="35502" cy="90794"/>
            </a:xfrm>
            <a:custGeom>
              <a:avLst/>
              <a:gdLst>
                <a:gd name="csX0" fmla="*/ 35876 w 35502"/>
                <a:gd name="csY0" fmla="*/ 31975 h 90794"/>
                <a:gd name="csX1" fmla="*/ 16457 w 35502"/>
                <a:gd name="csY1" fmla="*/ 90 h 90794"/>
                <a:gd name="csX2" fmla="*/ 374 w 35502"/>
                <a:gd name="csY2" fmla="*/ 16184 h 90794"/>
                <a:gd name="csX3" fmla="*/ 16457 w 35502"/>
                <a:gd name="csY3" fmla="*/ 32278 h 90794"/>
                <a:gd name="csX4" fmla="*/ 27077 w 35502"/>
                <a:gd name="csY4" fmla="*/ 28331 h 90794"/>
                <a:gd name="csX5" fmla="*/ 28594 w 35502"/>
                <a:gd name="csY5" fmla="*/ 27420 h 90794"/>
                <a:gd name="csX6" fmla="*/ 29201 w 35502"/>
                <a:gd name="csY6" fmla="*/ 31975 h 90794"/>
                <a:gd name="csX7" fmla="*/ 8567 w 35502"/>
                <a:gd name="csY7" fmla="*/ 82686 h 90794"/>
                <a:gd name="csX8" fmla="*/ 5229 w 35502"/>
                <a:gd name="csY8" fmla="*/ 87545 h 90794"/>
                <a:gd name="csX9" fmla="*/ 8264 w 35502"/>
                <a:gd name="csY9" fmla="*/ 90885 h 90794"/>
                <a:gd name="csX10" fmla="*/ 35876 w 3550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02" h="90794">
                  <a:moveTo>
                    <a:pt x="35876" y="31975"/>
                  </a:moveTo>
                  <a:cubicBezTo>
                    <a:pt x="35876" y="11933"/>
                    <a:pt x="28291" y="90"/>
                    <a:pt x="16457" y="90"/>
                  </a:cubicBezTo>
                  <a:cubicBezTo>
                    <a:pt x="6443" y="90"/>
                    <a:pt x="374" y="7682"/>
                    <a:pt x="374" y="16184"/>
                  </a:cubicBezTo>
                  <a:cubicBezTo>
                    <a:pt x="374" y="24383"/>
                    <a:pt x="6443" y="32278"/>
                    <a:pt x="16457" y="32278"/>
                  </a:cubicBezTo>
                  <a:cubicBezTo>
                    <a:pt x="20098" y="32278"/>
                    <a:pt x="24042" y="31064"/>
                    <a:pt x="27077" y="28331"/>
                  </a:cubicBezTo>
                  <a:cubicBezTo>
                    <a:pt x="27987" y="27723"/>
                    <a:pt x="28291" y="27420"/>
                    <a:pt x="28594" y="27420"/>
                  </a:cubicBezTo>
                  <a:cubicBezTo>
                    <a:pt x="28897" y="27420"/>
                    <a:pt x="29201" y="27723"/>
                    <a:pt x="29201" y="31975"/>
                  </a:cubicBezTo>
                  <a:cubicBezTo>
                    <a:pt x="29201" y="54446"/>
                    <a:pt x="18581" y="72665"/>
                    <a:pt x="8567" y="82686"/>
                  </a:cubicBezTo>
                  <a:cubicBezTo>
                    <a:pt x="5229" y="86026"/>
                    <a:pt x="5229" y="86634"/>
                    <a:pt x="5229" y="87545"/>
                  </a:cubicBezTo>
                  <a:cubicBezTo>
                    <a:pt x="5229" y="89670"/>
                    <a:pt x="6747" y="90885"/>
                    <a:pt x="8264" y="90885"/>
                  </a:cubicBezTo>
                  <a:cubicBezTo>
                    <a:pt x="11602" y="90885"/>
                    <a:pt x="35876" y="67503"/>
                    <a:pt x="35876" y="31975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18F9946-7FD9-083A-4145-561D63ED5127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4088407" y="5154339"/>
              <a:ext cx="151111" cy="137558"/>
            </a:xfrm>
            <a:custGeom>
              <a:avLst/>
              <a:gdLst>
                <a:gd name="csX0" fmla="*/ 92927 w 151111"/>
                <a:gd name="csY0" fmla="*/ 42603 h 137558"/>
                <a:gd name="csX1" fmla="*/ 122967 w 151111"/>
                <a:gd name="csY1" fmla="*/ 6771 h 137558"/>
                <a:gd name="csX2" fmla="*/ 138139 w 151111"/>
                <a:gd name="csY2" fmla="*/ 10718 h 137558"/>
                <a:gd name="csX3" fmla="*/ 123574 w 151111"/>
                <a:gd name="csY3" fmla="*/ 27116 h 137558"/>
                <a:gd name="csX4" fmla="*/ 135104 w 151111"/>
                <a:gd name="csY4" fmla="*/ 37744 h 137558"/>
                <a:gd name="csX5" fmla="*/ 151490 w 151111"/>
                <a:gd name="csY5" fmla="*/ 20132 h 137558"/>
                <a:gd name="csX6" fmla="*/ 123270 w 151111"/>
                <a:gd name="csY6" fmla="*/ 90 h 137558"/>
                <a:gd name="csX7" fmla="*/ 91410 w 151111"/>
                <a:gd name="csY7" fmla="*/ 23168 h 137558"/>
                <a:gd name="csX8" fmla="*/ 58639 w 151111"/>
                <a:gd name="csY8" fmla="*/ 90 h 137558"/>
                <a:gd name="csX9" fmla="*/ 9785 w 151111"/>
                <a:gd name="csY9" fmla="*/ 46854 h 137558"/>
                <a:gd name="csX10" fmla="*/ 13427 w 151111"/>
                <a:gd name="csY10" fmla="*/ 49891 h 137558"/>
                <a:gd name="csX11" fmla="*/ 17371 w 151111"/>
                <a:gd name="csY11" fmla="*/ 46550 h 137558"/>
                <a:gd name="csX12" fmla="*/ 58032 w 151111"/>
                <a:gd name="csY12" fmla="*/ 6771 h 137558"/>
                <a:gd name="csX13" fmla="*/ 74417 w 151111"/>
                <a:gd name="csY13" fmla="*/ 27116 h 137558"/>
                <a:gd name="csX14" fmla="*/ 58032 w 151111"/>
                <a:gd name="csY14" fmla="*/ 99387 h 137558"/>
                <a:gd name="csX15" fmla="*/ 29205 w 151111"/>
                <a:gd name="csY15" fmla="*/ 130968 h 137558"/>
                <a:gd name="csX16" fmla="*/ 14033 w 151111"/>
                <a:gd name="csY16" fmla="*/ 127021 h 137558"/>
                <a:gd name="csX17" fmla="*/ 28295 w 151111"/>
                <a:gd name="csY17" fmla="*/ 110623 h 137558"/>
                <a:gd name="csX18" fmla="*/ 17068 w 151111"/>
                <a:gd name="csY18" fmla="*/ 99995 h 137558"/>
                <a:gd name="csX19" fmla="*/ 379 w 151111"/>
                <a:gd name="csY19" fmla="*/ 117607 h 137558"/>
                <a:gd name="csX20" fmla="*/ 28902 w 151111"/>
                <a:gd name="csY20" fmla="*/ 137649 h 137558"/>
                <a:gd name="csX21" fmla="*/ 60763 w 151111"/>
                <a:gd name="csY21" fmla="*/ 114570 h 137558"/>
                <a:gd name="csX22" fmla="*/ 93534 w 151111"/>
                <a:gd name="csY22" fmla="*/ 137649 h 137558"/>
                <a:gd name="csX23" fmla="*/ 142083 w 151111"/>
                <a:gd name="csY23" fmla="*/ 90885 h 137558"/>
                <a:gd name="csX24" fmla="*/ 138442 w 151111"/>
                <a:gd name="csY24" fmla="*/ 87848 h 137558"/>
                <a:gd name="csX25" fmla="*/ 134498 w 151111"/>
                <a:gd name="csY25" fmla="*/ 91189 h 137558"/>
                <a:gd name="csX26" fmla="*/ 94141 w 151111"/>
                <a:gd name="csY26" fmla="*/ 130968 h 137558"/>
                <a:gd name="csX27" fmla="*/ 77452 w 151111"/>
                <a:gd name="csY27" fmla="*/ 110927 h 137558"/>
                <a:gd name="csX28" fmla="*/ 82610 w 151111"/>
                <a:gd name="csY28" fmla="*/ 84204 h 137558"/>
                <a:gd name="csX29" fmla="*/ 92927 w 151111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111" h="137558">
                  <a:moveTo>
                    <a:pt x="92927" y="42603"/>
                  </a:moveTo>
                  <a:cubicBezTo>
                    <a:pt x="94747" y="34708"/>
                    <a:pt x="101726" y="6771"/>
                    <a:pt x="122967" y="6771"/>
                  </a:cubicBezTo>
                  <a:cubicBezTo>
                    <a:pt x="124484" y="6771"/>
                    <a:pt x="131767" y="6771"/>
                    <a:pt x="138139" y="10718"/>
                  </a:cubicBezTo>
                  <a:cubicBezTo>
                    <a:pt x="129643" y="12237"/>
                    <a:pt x="123574" y="19828"/>
                    <a:pt x="123574" y="27116"/>
                  </a:cubicBezTo>
                  <a:cubicBezTo>
                    <a:pt x="123574" y="31975"/>
                    <a:pt x="126912" y="37744"/>
                    <a:pt x="135104" y="37744"/>
                  </a:cubicBezTo>
                  <a:cubicBezTo>
                    <a:pt x="141780" y="37744"/>
                    <a:pt x="151490" y="32278"/>
                    <a:pt x="151490" y="20132"/>
                  </a:cubicBezTo>
                  <a:cubicBezTo>
                    <a:pt x="151490" y="4341"/>
                    <a:pt x="133587" y="90"/>
                    <a:pt x="123270" y="90"/>
                  </a:cubicBezTo>
                  <a:cubicBezTo>
                    <a:pt x="105671" y="90"/>
                    <a:pt x="95051" y="16184"/>
                    <a:pt x="91410" y="23168"/>
                  </a:cubicBezTo>
                  <a:cubicBezTo>
                    <a:pt x="83824" y="3127"/>
                    <a:pt x="67438" y="90"/>
                    <a:pt x="58639" y="90"/>
                  </a:cubicBezTo>
                  <a:cubicBezTo>
                    <a:pt x="27081" y="90"/>
                    <a:pt x="9785" y="39263"/>
                    <a:pt x="9785" y="46854"/>
                  </a:cubicBezTo>
                  <a:cubicBezTo>
                    <a:pt x="9785" y="49891"/>
                    <a:pt x="12820" y="49891"/>
                    <a:pt x="13427" y="49891"/>
                  </a:cubicBezTo>
                  <a:cubicBezTo>
                    <a:pt x="15854" y="49891"/>
                    <a:pt x="16764" y="49283"/>
                    <a:pt x="17371" y="46550"/>
                  </a:cubicBezTo>
                  <a:cubicBezTo>
                    <a:pt x="27688" y="14362"/>
                    <a:pt x="47715" y="6771"/>
                    <a:pt x="58032" y="6771"/>
                  </a:cubicBezTo>
                  <a:cubicBezTo>
                    <a:pt x="63797" y="6771"/>
                    <a:pt x="74417" y="9504"/>
                    <a:pt x="74417" y="27116"/>
                  </a:cubicBezTo>
                  <a:cubicBezTo>
                    <a:pt x="74417" y="36530"/>
                    <a:pt x="69259" y="56875"/>
                    <a:pt x="58032" y="99387"/>
                  </a:cubicBezTo>
                  <a:cubicBezTo>
                    <a:pt x="53177" y="118214"/>
                    <a:pt x="42556" y="130968"/>
                    <a:pt x="29205" y="130968"/>
                  </a:cubicBezTo>
                  <a:cubicBezTo>
                    <a:pt x="27385" y="130968"/>
                    <a:pt x="20406" y="130968"/>
                    <a:pt x="14033" y="127021"/>
                  </a:cubicBezTo>
                  <a:cubicBezTo>
                    <a:pt x="21619" y="125502"/>
                    <a:pt x="28295" y="119125"/>
                    <a:pt x="28295" y="110623"/>
                  </a:cubicBezTo>
                  <a:cubicBezTo>
                    <a:pt x="28295" y="102424"/>
                    <a:pt x="21619" y="99995"/>
                    <a:pt x="17068" y="99995"/>
                  </a:cubicBezTo>
                  <a:cubicBezTo>
                    <a:pt x="7965" y="99995"/>
                    <a:pt x="379" y="107890"/>
                    <a:pt x="379" y="117607"/>
                  </a:cubicBezTo>
                  <a:cubicBezTo>
                    <a:pt x="379" y="131576"/>
                    <a:pt x="15551" y="137649"/>
                    <a:pt x="28902" y="137649"/>
                  </a:cubicBezTo>
                  <a:cubicBezTo>
                    <a:pt x="48929" y="137649"/>
                    <a:pt x="59852" y="116392"/>
                    <a:pt x="60763" y="114570"/>
                  </a:cubicBezTo>
                  <a:cubicBezTo>
                    <a:pt x="64404" y="125806"/>
                    <a:pt x="75328" y="137649"/>
                    <a:pt x="93534" y="137649"/>
                  </a:cubicBezTo>
                  <a:cubicBezTo>
                    <a:pt x="124788" y="137649"/>
                    <a:pt x="142083" y="98476"/>
                    <a:pt x="142083" y="90885"/>
                  </a:cubicBezTo>
                  <a:cubicBezTo>
                    <a:pt x="142083" y="87848"/>
                    <a:pt x="139353" y="87848"/>
                    <a:pt x="138442" y="87848"/>
                  </a:cubicBezTo>
                  <a:cubicBezTo>
                    <a:pt x="135711" y="87848"/>
                    <a:pt x="135104" y="89063"/>
                    <a:pt x="134498" y="91189"/>
                  </a:cubicBezTo>
                  <a:cubicBezTo>
                    <a:pt x="124484" y="123680"/>
                    <a:pt x="103851" y="130968"/>
                    <a:pt x="94141" y="130968"/>
                  </a:cubicBezTo>
                  <a:cubicBezTo>
                    <a:pt x="82307" y="130968"/>
                    <a:pt x="77452" y="121251"/>
                    <a:pt x="77452" y="110927"/>
                  </a:cubicBezTo>
                  <a:cubicBezTo>
                    <a:pt x="77452" y="104246"/>
                    <a:pt x="79272" y="97565"/>
                    <a:pt x="82610" y="84204"/>
                  </a:cubicBezTo>
                  <a:lnTo>
                    <a:pt x="92927" y="4260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5B1F25C-C5ED-21BC-B2F4-8AFDB2205A60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4263013" y="5193177"/>
              <a:ext cx="64358" cy="143054"/>
            </a:xfrm>
            <a:custGeom>
              <a:avLst/>
              <a:gdLst>
                <a:gd name="csX0" fmla="*/ 59221 w 64358"/>
                <a:gd name="csY0" fmla="*/ 8169 h 143054"/>
                <a:gd name="csX1" fmla="*/ 50725 w 64358"/>
                <a:gd name="csY1" fmla="*/ 92 h 143054"/>
                <a:gd name="csX2" fmla="*/ 38830 w 64358"/>
                <a:gd name="csY2" fmla="*/ 11783 h 143054"/>
                <a:gd name="csX3" fmla="*/ 47326 w 64358"/>
                <a:gd name="csY3" fmla="*/ 19860 h 143054"/>
                <a:gd name="csX4" fmla="*/ 59221 w 64358"/>
                <a:gd name="csY4" fmla="*/ 8169 h 143054"/>
                <a:gd name="csX5" fmla="*/ 15890 w 64358"/>
                <a:gd name="csY5" fmla="*/ 116151 h 143054"/>
                <a:gd name="csX6" fmla="*/ 13978 w 64358"/>
                <a:gd name="csY6" fmla="*/ 125079 h 143054"/>
                <a:gd name="csX7" fmla="*/ 34157 w 64358"/>
                <a:gd name="csY7" fmla="*/ 143146 h 143054"/>
                <a:gd name="csX8" fmla="*/ 64743 w 64358"/>
                <a:gd name="csY8" fmla="*/ 110624 h 143054"/>
                <a:gd name="csX9" fmla="*/ 61345 w 64358"/>
                <a:gd name="csY9" fmla="*/ 107861 h 143054"/>
                <a:gd name="csX10" fmla="*/ 57309 w 64358"/>
                <a:gd name="csY10" fmla="*/ 111475 h 143054"/>
                <a:gd name="csX11" fmla="*/ 34794 w 64358"/>
                <a:gd name="csY11" fmla="*/ 137195 h 143054"/>
                <a:gd name="csX12" fmla="*/ 29484 w 64358"/>
                <a:gd name="csY12" fmla="*/ 129755 h 143054"/>
                <a:gd name="csX13" fmla="*/ 32883 w 64358"/>
                <a:gd name="csY13" fmla="*/ 116151 h 143054"/>
                <a:gd name="csX14" fmla="*/ 39680 w 64358"/>
                <a:gd name="csY14" fmla="*/ 99146 h 143054"/>
                <a:gd name="csX15" fmla="*/ 50087 w 64358"/>
                <a:gd name="csY15" fmla="*/ 72150 h 143054"/>
                <a:gd name="csX16" fmla="*/ 51362 w 64358"/>
                <a:gd name="csY16" fmla="*/ 65348 h 143054"/>
                <a:gd name="csX17" fmla="*/ 31183 w 64358"/>
                <a:gd name="csY17" fmla="*/ 47281 h 143054"/>
                <a:gd name="csX18" fmla="*/ 385 w 64358"/>
                <a:gd name="csY18" fmla="*/ 79803 h 143054"/>
                <a:gd name="csX19" fmla="*/ 3995 w 64358"/>
                <a:gd name="csY19" fmla="*/ 82566 h 143054"/>
                <a:gd name="csX20" fmla="*/ 7819 w 64358"/>
                <a:gd name="csY20" fmla="*/ 79165 h 143054"/>
                <a:gd name="csX21" fmla="*/ 30546 w 64358"/>
                <a:gd name="csY21" fmla="*/ 53232 h 143054"/>
                <a:gd name="csX22" fmla="*/ 35856 w 64358"/>
                <a:gd name="csY22" fmla="*/ 60672 h 143054"/>
                <a:gd name="csX23" fmla="*/ 29272 w 64358"/>
                <a:gd name="csY23" fmla="*/ 81928 h 143054"/>
                <a:gd name="csX24" fmla="*/ 15890 w 64358"/>
                <a:gd name="csY24" fmla="*/ 11615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58" h="143054">
                  <a:moveTo>
                    <a:pt x="59221" y="8169"/>
                  </a:moveTo>
                  <a:cubicBezTo>
                    <a:pt x="59221" y="4768"/>
                    <a:pt x="56672" y="92"/>
                    <a:pt x="50725" y="92"/>
                  </a:cubicBezTo>
                  <a:cubicBezTo>
                    <a:pt x="44990" y="92"/>
                    <a:pt x="38830" y="5618"/>
                    <a:pt x="38830" y="11783"/>
                  </a:cubicBezTo>
                  <a:cubicBezTo>
                    <a:pt x="38830" y="15396"/>
                    <a:pt x="41591" y="19860"/>
                    <a:pt x="47326" y="19860"/>
                  </a:cubicBezTo>
                  <a:cubicBezTo>
                    <a:pt x="53486" y="19860"/>
                    <a:pt x="59221" y="13908"/>
                    <a:pt x="59221" y="8169"/>
                  </a:cubicBezTo>
                  <a:close/>
                  <a:moveTo>
                    <a:pt x="15890" y="116151"/>
                  </a:moveTo>
                  <a:cubicBezTo>
                    <a:pt x="15041" y="118914"/>
                    <a:pt x="13978" y="121465"/>
                    <a:pt x="13978" y="125079"/>
                  </a:cubicBezTo>
                  <a:cubicBezTo>
                    <a:pt x="13978" y="135069"/>
                    <a:pt x="22475" y="143146"/>
                    <a:pt x="34157" y="143146"/>
                  </a:cubicBezTo>
                  <a:cubicBezTo>
                    <a:pt x="55398" y="143146"/>
                    <a:pt x="64743" y="113813"/>
                    <a:pt x="64743" y="110624"/>
                  </a:cubicBezTo>
                  <a:cubicBezTo>
                    <a:pt x="64743" y="107861"/>
                    <a:pt x="61982" y="107861"/>
                    <a:pt x="61345" y="107861"/>
                  </a:cubicBezTo>
                  <a:cubicBezTo>
                    <a:pt x="58371" y="107861"/>
                    <a:pt x="58159" y="109136"/>
                    <a:pt x="57309" y="111475"/>
                  </a:cubicBezTo>
                  <a:cubicBezTo>
                    <a:pt x="52424" y="128480"/>
                    <a:pt x="43078" y="137195"/>
                    <a:pt x="34794" y="137195"/>
                  </a:cubicBezTo>
                  <a:cubicBezTo>
                    <a:pt x="30546" y="137195"/>
                    <a:pt x="29484" y="134431"/>
                    <a:pt x="29484" y="129755"/>
                  </a:cubicBezTo>
                  <a:cubicBezTo>
                    <a:pt x="29484" y="124866"/>
                    <a:pt x="30971" y="120827"/>
                    <a:pt x="32883" y="116151"/>
                  </a:cubicBezTo>
                  <a:cubicBezTo>
                    <a:pt x="35007" y="110412"/>
                    <a:pt x="37343" y="104673"/>
                    <a:pt x="39680" y="99146"/>
                  </a:cubicBezTo>
                  <a:cubicBezTo>
                    <a:pt x="41591" y="94044"/>
                    <a:pt x="49238" y="74701"/>
                    <a:pt x="50087" y="72150"/>
                  </a:cubicBezTo>
                  <a:cubicBezTo>
                    <a:pt x="50725" y="70025"/>
                    <a:pt x="51362" y="67474"/>
                    <a:pt x="51362" y="65348"/>
                  </a:cubicBezTo>
                  <a:cubicBezTo>
                    <a:pt x="51362" y="55358"/>
                    <a:pt x="42866" y="47281"/>
                    <a:pt x="31183" y="47281"/>
                  </a:cubicBezTo>
                  <a:cubicBezTo>
                    <a:pt x="10155" y="47281"/>
                    <a:pt x="385" y="76189"/>
                    <a:pt x="385" y="79803"/>
                  </a:cubicBezTo>
                  <a:cubicBezTo>
                    <a:pt x="385" y="82566"/>
                    <a:pt x="3358" y="82566"/>
                    <a:pt x="3995" y="82566"/>
                  </a:cubicBezTo>
                  <a:cubicBezTo>
                    <a:pt x="6969" y="82566"/>
                    <a:pt x="7182" y="81503"/>
                    <a:pt x="7819" y="79165"/>
                  </a:cubicBezTo>
                  <a:cubicBezTo>
                    <a:pt x="13341" y="60885"/>
                    <a:pt x="22687" y="53232"/>
                    <a:pt x="30546" y="53232"/>
                  </a:cubicBezTo>
                  <a:cubicBezTo>
                    <a:pt x="33945" y="53232"/>
                    <a:pt x="35856" y="54933"/>
                    <a:pt x="35856" y="60672"/>
                  </a:cubicBezTo>
                  <a:cubicBezTo>
                    <a:pt x="35856" y="65561"/>
                    <a:pt x="34582" y="68749"/>
                    <a:pt x="29272" y="81928"/>
                  </a:cubicBezTo>
                  <a:lnTo>
                    <a:pt x="15890" y="116151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1C1E48C-F68C-B1DA-25A0-714BFA35C1CC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4361821" y="5275651"/>
              <a:ext cx="143585" cy="10415"/>
            </a:xfrm>
            <a:custGeom>
              <a:avLst/>
              <a:gdLst>
                <a:gd name="csX0" fmla="*/ 135477 w 143585"/>
                <a:gd name="csY0" fmla="*/ 10507 h 10415"/>
                <a:gd name="csX1" fmla="*/ 143973 w 143585"/>
                <a:gd name="csY1" fmla="*/ 5406 h 10415"/>
                <a:gd name="csX2" fmla="*/ 135477 w 143585"/>
                <a:gd name="csY2" fmla="*/ 92 h 10415"/>
                <a:gd name="csX3" fmla="*/ 8884 w 143585"/>
                <a:gd name="csY3" fmla="*/ 92 h 10415"/>
                <a:gd name="csX4" fmla="*/ 387 w 143585"/>
                <a:gd name="csY4" fmla="*/ 5193 h 10415"/>
                <a:gd name="csX5" fmla="*/ 8884 w 143585"/>
                <a:gd name="csY5" fmla="*/ 10507 h 10415"/>
                <a:gd name="csX6" fmla="*/ 135477 w 143585"/>
                <a:gd name="csY6" fmla="*/ 10507 h 1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585" h="10415">
                  <a:moveTo>
                    <a:pt x="135477" y="10507"/>
                  </a:moveTo>
                  <a:cubicBezTo>
                    <a:pt x="138876" y="10507"/>
                    <a:pt x="143973" y="10507"/>
                    <a:pt x="143973" y="5406"/>
                  </a:cubicBezTo>
                  <a:cubicBezTo>
                    <a:pt x="143973" y="92"/>
                    <a:pt x="139088" y="92"/>
                    <a:pt x="135477" y="92"/>
                  </a:cubicBezTo>
                  <a:lnTo>
                    <a:pt x="8884" y="92"/>
                  </a:lnTo>
                  <a:cubicBezTo>
                    <a:pt x="5485" y="92"/>
                    <a:pt x="387" y="92"/>
                    <a:pt x="387" y="5193"/>
                  </a:cubicBezTo>
                  <a:cubicBezTo>
                    <a:pt x="387" y="10507"/>
                    <a:pt x="5273" y="10507"/>
                    <a:pt x="8884" y="10507"/>
                  </a:cubicBezTo>
                  <a:lnTo>
                    <a:pt x="135477" y="10507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89D37F5-84D3-31C4-96E6-A63AFE4D5538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4551681" y="5192964"/>
              <a:ext cx="77315" cy="141141"/>
            </a:xfrm>
            <a:custGeom>
              <a:avLst/>
              <a:gdLst>
                <a:gd name="csX0" fmla="*/ 48397 w 77315"/>
                <a:gd name="csY0" fmla="*/ 6043 h 141141"/>
                <a:gd name="csX1" fmla="*/ 42025 w 77315"/>
                <a:gd name="csY1" fmla="*/ 92 h 141141"/>
                <a:gd name="csX2" fmla="*/ 394 w 77315"/>
                <a:gd name="csY2" fmla="*/ 13696 h 141141"/>
                <a:gd name="csX3" fmla="*/ 394 w 77315"/>
                <a:gd name="csY3" fmla="*/ 21348 h 141141"/>
                <a:gd name="csX4" fmla="*/ 31192 w 77315"/>
                <a:gd name="csY4" fmla="*/ 15396 h 141141"/>
                <a:gd name="csX5" fmla="*/ 31192 w 77315"/>
                <a:gd name="csY5" fmla="*/ 123803 h 141141"/>
                <a:gd name="csX6" fmla="*/ 9952 w 77315"/>
                <a:gd name="csY6" fmla="*/ 133581 h 141141"/>
                <a:gd name="csX7" fmla="*/ 1880 w 77315"/>
                <a:gd name="csY7" fmla="*/ 133581 h 141141"/>
                <a:gd name="csX8" fmla="*/ 1880 w 77315"/>
                <a:gd name="csY8" fmla="*/ 141233 h 141141"/>
                <a:gd name="csX9" fmla="*/ 39689 w 77315"/>
                <a:gd name="csY9" fmla="*/ 140383 h 141141"/>
                <a:gd name="csX10" fmla="*/ 77709 w 77315"/>
                <a:gd name="csY10" fmla="*/ 141233 h 141141"/>
                <a:gd name="csX11" fmla="*/ 77709 w 77315"/>
                <a:gd name="csY11" fmla="*/ 133581 h 141141"/>
                <a:gd name="csX12" fmla="*/ 69638 w 77315"/>
                <a:gd name="csY12" fmla="*/ 133581 h 141141"/>
                <a:gd name="csX13" fmla="*/ 48397 w 77315"/>
                <a:gd name="csY13" fmla="*/ 123803 h 141141"/>
                <a:gd name="csX14" fmla="*/ 48397 w 77315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15" h="141141">
                  <a:moveTo>
                    <a:pt x="48397" y="6043"/>
                  </a:moveTo>
                  <a:cubicBezTo>
                    <a:pt x="48397" y="304"/>
                    <a:pt x="47972" y="92"/>
                    <a:pt x="42025" y="92"/>
                  </a:cubicBezTo>
                  <a:cubicBezTo>
                    <a:pt x="28431" y="13483"/>
                    <a:pt x="9102" y="13696"/>
                    <a:pt x="394" y="13696"/>
                  </a:cubicBezTo>
                  <a:lnTo>
                    <a:pt x="394" y="21348"/>
                  </a:lnTo>
                  <a:cubicBezTo>
                    <a:pt x="5491" y="21348"/>
                    <a:pt x="19510" y="21348"/>
                    <a:pt x="31192" y="15396"/>
                  </a:cubicBezTo>
                  <a:lnTo>
                    <a:pt x="31192" y="123803"/>
                  </a:lnTo>
                  <a:cubicBezTo>
                    <a:pt x="31192" y="130818"/>
                    <a:pt x="31192" y="133581"/>
                    <a:pt x="9952" y="133581"/>
                  </a:cubicBezTo>
                  <a:lnTo>
                    <a:pt x="1880" y="133581"/>
                  </a:lnTo>
                  <a:lnTo>
                    <a:pt x="1880" y="141233"/>
                  </a:lnTo>
                  <a:cubicBezTo>
                    <a:pt x="5704" y="141021"/>
                    <a:pt x="31830" y="140383"/>
                    <a:pt x="39689" y="140383"/>
                  </a:cubicBezTo>
                  <a:cubicBezTo>
                    <a:pt x="46273" y="140383"/>
                    <a:pt x="73036" y="141021"/>
                    <a:pt x="77709" y="141233"/>
                  </a:cubicBezTo>
                  <a:lnTo>
                    <a:pt x="77709" y="133581"/>
                  </a:lnTo>
                  <a:lnTo>
                    <a:pt x="69638" y="133581"/>
                  </a:lnTo>
                  <a:cubicBezTo>
                    <a:pt x="48397" y="133581"/>
                    <a:pt x="48397" y="130818"/>
                    <a:pt x="48397" y="123803"/>
                  </a:cubicBezTo>
                  <a:lnTo>
                    <a:pt x="48397" y="6043"/>
                  </a:ln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6D9985B-40D5-482D-64CC-E2A13767BF6D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4681950" y="5060811"/>
              <a:ext cx="70397" cy="303661"/>
            </a:xfrm>
            <a:custGeom>
              <a:avLst/>
              <a:gdLst>
                <a:gd name="csX0" fmla="*/ 70795 w 70397"/>
                <a:gd name="csY0" fmla="*/ 151921 h 303661"/>
                <a:gd name="csX1" fmla="*/ 50768 w 70397"/>
                <a:gd name="csY1" fmla="*/ 57178 h 303661"/>
                <a:gd name="csX2" fmla="*/ 3432 w 70397"/>
                <a:gd name="csY2" fmla="*/ 90 h 303661"/>
                <a:gd name="csX3" fmla="*/ 398 w 70397"/>
                <a:gd name="csY3" fmla="*/ 3127 h 303661"/>
                <a:gd name="csX4" fmla="*/ 6163 w 70397"/>
                <a:gd name="csY4" fmla="*/ 10111 h 303661"/>
                <a:gd name="csX5" fmla="*/ 53196 w 70397"/>
                <a:gd name="csY5" fmla="*/ 151921 h 303661"/>
                <a:gd name="csX6" fmla="*/ 4343 w 70397"/>
                <a:gd name="csY6" fmla="*/ 295553 h 303661"/>
                <a:gd name="csX7" fmla="*/ 398 w 70397"/>
                <a:gd name="csY7" fmla="*/ 300715 h 303661"/>
                <a:gd name="csX8" fmla="*/ 3432 w 70397"/>
                <a:gd name="csY8" fmla="*/ 303751 h 303661"/>
                <a:gd name="csX9" fmla="*/ 51679 w 70397"/>
                <a:gd name="csY9" fmla="*/ 244538 h 303661"/>
                <a:gd name="csX10" fmla="*/ 70795 w 70397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97" h="303661">
                  <a:moveTo>
                    <a:pt x="70795" y="151921"/>
                  </a:moveTo>
                  <a:cubicBezTo>
                    <a:pt x="70795" y="128235"/>
                    <a:pt x="67457" y="91492"/>
                    <a:pt x="50768" y="57178"/>
                  </a:cubicBezTo>
                  <a:cubicBezTo>
                    <a:pt x="32562" y="19828"/>
                    <a:pt x="6467" y="90"/>
                    <a:pt x="3432" y="90"/>
                  </a:cubicBezTo>
                  <a:cubicBezTo>
                    <a:pt x="1612" y="90"/>
                    <a:pt x="398" y="1305"/>
                    <a:pt x="398" y="3127"/>
                  </a:cubicBezTo>
                  <a:cubicBezTo>
                    <a:pt x="398" y="4038"/>
                    <a:pt x="398" y="4645"/>
                    <a:pt x="6163" y="10111"/>
                  </a:cubicBezTo>
                  <a:cubicBezTo>
                    <a:pt x="35900" y="40173"/>
                    <a:pt x="53196" y="88456"/>
                    <a:pt x="53196" y="151921"/>
                  </a:cubicBezTo>
                  <a:cubicBezTo>
                    <a:pt x="53196" y="203847"/>
                    <a:pt x="41969" y="257291"/>
                    <a:pt x="4343" y="295553"/>
                  </a:cubicBezTo>
                  <a:cubicBezTo>
                    <a:pt x="398" y="299197"/>
                    <a:pt x="398" y="299804"/>
                    <a:pt x="398" y="300715"/>
                  </a:cubicBezTo>
                  <a:cubicBezTo>
                    <a:pt x="398" y="302537"/>
                    <a:pt x="1612" y="303751"/>
                    <a:pt x="3432" y="303751"/>
                  </a:cubicBezTo>
                  <a:cubicBezTo>
                    <a:pt x="6467" y="303751"/>
                    <a:pt x="33776" y="283102"/>
                    <a:pt x="51679" y="244538"/>
                  </a:cubicBezTo>
                  <a:cubicBezTo>
                    <a:pt x="67154" y="211135"/>
                    <a:pt x="70795" y="177428"/>
                    <a:pt x="70795" y="151921"/>
                  </a:cubicBezTo>
                  <a:close/>
                </a:path>
              </a:pathLst>
            </a:custGeom>
            <a:solidFill>
              <a:srgbClr val="000000"/>
            </a:solidFill>
            <a:ln w="3044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5AABFF46-346F-A751-07AD-31DB941BE825}"/>
              </a:ext>
            </a:extLst>
          </p:cNvPr>
          <p:cNvSpPr/>
          <p:nvPr/>
        </p:nvSpPr>
        <p:spPr>
          <a:xfrm>
            <a:off x="8198569" y="1426284"/>
            <a:ext cx="3140156" cy="61536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DAF8-31B7-958B-F1F0-A469DAE29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Neural N-Gram Language Models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C33E05-0E65-F465-74D8-3A1E73760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3499" r="13306"/>
          <a:stretch>
            <a:fillRect/>
          </a:stretch>
        </p:blipFill>
        <p:spPr>
          <a:xfrm>
            <a:off x="3576741" y="1198866"/>
            <a:ext cx="5691249" cy="49423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75B0A-D49F-C62C-93F9-CC76AE78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4</a:t>
            </a:fld>
            <a:endParaRPr lang="en-CA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0AAFDD-1A94-337D-FF36-18B758AB14C5}"/>
              </a:ext>
            </a:extLst>
          </p:cNvPr>
          <p:cNvSpPr txBox="1">
            <a:spLocks/>
          </p:cNvSpPr>
          <p:nvPr/>
        </p:nvSpPr>
        <p:spPr>
          <a:xfrm>
            <a:off x="5945985" y="6161383"/>
            <a:ext cx="3322005" cy="3899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2000"/>
              <a:t>[</a:t>
            </a:r>
            <a:r>
              <a:rPr lang="en-CA" sz="2000" err="1"/>
              <a:t>Src</a:t>
            </a:r>
            <a:r>
              <a:rPr lang="en-CA" sz="2000"/>
              <a:t>: Bengio et al., 2003]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61952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8A15-5738-8F45-67A3-08D8C9C4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Neural Trigram Language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0DAAA-09B0-D69D-6993-FF9A6D5EF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5</a:t>
            </a:fld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B3BC9-9855-F0A6-9298-F5EAEBBC6430}"/>
              </a:ext>
            </a:extLst>
          </p:cNvPr>
          <p:cNvSpPr>
            <a:spLocks noGrp="1"/>
          </p:cNvSpPr>
          <p:nvPr/>
        </p:nvSpPr>
        <p:spPr>
          <a:xfrm>
            <a:off x="818745" y="1242818"/>
            <a:ext cx="10515600" cy="1114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Given two previous words, compute probability distribution over possible next words</a:t>
            </a:r>
            <a:endParaRPr lang="en-US" sz="2400" i="1" baseline="-250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52603B-136D-4059-09E7-5E285F0F380D}"/>
              </a:ext>
            </a:extLst>
          </p:cNvPr>
          <p:cNvSpPr txBox="1">
            <a:spLocks/>
          </p:cNvSpPr>
          <p:nvPr/>
        </p:nvSpPr>
        <p:spPr>
          <a:xfrm>
            <a:off x="818745" y="2830512"/>
            <a:ext cx="10554511" cy="1315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Input is concatenation of vectors (embeddings) of previous two words: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189A25-8861-3BF0-D00A-A72402167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88" y="2098400"/>
            <a:ext cx="1854200" cy="3937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F2FD1E-6CA7-A3D0-C932-A38E72505666}"/>
              </a:ext>
            </a:extLst>
          </p:cNvPr>
          <p:cNvSpPr/>
          <p:nvPr/>
        </p:nvSpPr>
        <p:spPr>
          <a:xfrm rot="5400000">
            <a:off x="6782821" y="2984208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Nunito" pitchFamily="2" charset="0"/>
              <a:ea typeface="TIMES-ROMAN"/>
              <a:cs typeface="TIMES-ROMAN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1DEBE9-D6C9-AD9D-B152-E7C198757EB8}"/>
              </a:ext>
            </a:extLst>
          </p:cNvPr>
          <p:cNvSpPr/>
          <p:nvPr/>
        </p:nvSpPr>
        <p:spPr>
          <a:xfrm rot="5400000">
            <a:off x="7430521" y="370810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Nunito" pitchFamily="2" charset="0"/>
              <a:ea typeface="TIMES-ROMAN"/>
              <a:cs typeface="TIMES-ROMAN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49840-B867-2A38-A7F2-B1459F2C7BA6}"/>
              </a:ext>
            </a:extLst>
          </p:cNvPr>
          <p:cNvSpPr/>
          <p:nvPr/>
        </p:nvSpPr>
        <p:spPr>
          <a:xfrm rot="5400000">
            <a:off x="7049521" y="370810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Nunito" pitchFamily="2" charset="0"/>
              <a:ea typeface="TIMES-ROMAN"/>
              <a:cs typeface="TIMES-ROMAN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1D64C1-17C5-1664-180A-69236EB5542D}"/>
              </a:ext>
            </a:extLst>
          </p:cNvPr>
          <p:cNvSpPr/>
          <p:nvPr/>
        </p:nvSpPr>
        <p:spPr>
          <a:xfrm rot="5400000">
            <a:off x="6668521" y="370810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Nunito" pitchFamily="2" charset="0"/>
              <a:ea typeface="TIMES-ROMAN"/>
              <a:cs typeface="TIMES-ROMAN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695F58-13A1-1C44-3603-7D6307C8CED2}"/>
              </a:ext>
            </a:extLst>
          </p:cNvPr>
          <p:cNvSpPr/>
          <p:nvPr/>
        </p:nvSpPr>
        <p:spPr>
          <a:xfrm rot="5400000">
            <a:off x="6287521" y="370810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Nunito" pitchFamily="2" charset="0"/>
              <a:ea typeface="TIMES-ROMAN"/>
              <a:cs typeface="TIMES-ROMAN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AC01DCD2-FE57-9097-BE64-D43E964EE2A3}"/>
              </a:ext>
            </a:extLst>
          </p:cNvPr>
          <p:cNvSpPr/>
          <p:nvPr/>
        </p:nvSpPr>
        <p:spPr>
          <a:xfrm rot="5400000">
            <a:off x="4967417" y="3274071"/>
            <a:ext cx="406400" cy="1768652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Nunito" pitchFamily="2" charset="0"/>
            </a:endParaRPr>
          </a:p>
        </p:txBody>
      </p:sp>
      <p:sp>
        <p:nvSpPr>
          <p:cNvPr id="14" name="Rounded Rectangle 49">
            <a:extLst>
              <a:ext uri="{FF2B5EF4-FFF2-40B4-BE49-F238E27FC236}">
                <a16:creationId xmlns:a16="http://schemas.microsoft.com/office/drawing/2014/main" id="{8EF326A8-2670-9F88-7349-2D149C2A8802}"/>
              </a:ext>
            </a:extLst>
          </p:cNvPr>
          <p:cNvSpPr/>
          <p:nvPr/>
        </p:nvSpPr>
        <p:spPr>
          <a:xfrm rot="5400000">
            <a:off x="4979108" y="2984208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Nunito" pitchFamily="2" charset="0"/>
              <a:ea typeface="TIMES-ROMAN"/>
              <a:cs typeface="TIMES-ROMAN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076B469-A918-0CA9-0473-E5DE34FFFF0C}"/>
              </a:ext>
            </a:extLst>
          </p:cNvPr>
          <p:cNvSpPr/>
          <p:nvPr/>
        </p:nvSpPr>
        <p:spPr>
          <a:xfrm rot="5400000">
            <a:off x="5626808" y="370810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Nunito" pitchFamily="2" charset="0"/>
              <a:ea typeface="TIMES-ROMAN"/>
              <a:cs typeface="TIMES-ROMAN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A9AB3FE-A4A5-67E4-938C-F93C226C4FAE}"/>
              </a:ext>
            </a:extLst>
          </p:cNvPr>
          <p:cNvSpPr/>
          <p:nvPr/>
        </p:nvSpPr>
        <p:spPr>
          <a:xfrm rot="5400000">
            <a:off x="5245808" y="370810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Nunito" pitchFamily="2" charset="0"/>
              <a:ea typeface="TIMES-ROMAN"/>
              <a:cs typeface="TIMES-ROMAN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49719CB-0537-C393-8187-9658A7EFB9FA}"/>
              </a:ext>
            </a:extLst>
          </p:cNvPr>
          <p:cNvSpPr/>
          <p:nvPr/>
        </p:nvSpPr>
        <p:spPr>
          <a:xfrm rot="5400000">
            <a:off x="4864808" y="370810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Nunito" pitchFamily="2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99079A6-C4D0-026A-756A-283D25AF1B72}"/>
              </a:ext>
            </a:extLst>
          </p:cNvPr>
          <p:cNvSpPr/>
          <p:nvPr/>
        </p:nvSpPr>
        <p:spPr>
          <a:xfrm rot="5400000">
            <a:off x="4483808" y="370810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Nunito" pitchFamily="2" charset="0"/>
              <a:ea typeface="TIMES-ROMAN"/>
              <a:cs typeface="TIMES-ROMAN"/>
            </a:endParaRP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EDF49E3F-9EFB-8101-BC14-AFBFED149B1E}"/>
              </a:ext>
            </a:extLst>
          </p:cNvPr>
          <p:cNvSpPr/>
          <p:nvPr/>
        </p:nvSpPr>
        <p:spPr>
          <a:xfrm rot="5400000">
            <a:off x="6769337" y="3275157"/>
            <a:ext cx="406400" cy="1768652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Nunito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38468B1-3524-6B23-E0F5-14E4409B8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848" y="5183383"/>
            <a:ext cx="4610100" cy="431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E7C301-B89C-9E71-347E-F91DAA6AF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738" y="3720808"/>
            <a:ext cx="190500" cy="203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F22A86D-6A95-AAD5-8A2F-0CA9D48350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308" y="4461291"/>
            <a:ext cx="990600" cy="330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F834C94-F119-F070-DD02-4FEB67D7F6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8184" y="4461291"/>
            <a:ext cx="1054100" cy="330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70225A4-7398-3202-9C20-2E9F687F52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5446" y="3936708"/>
            <a:ext cx="1816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1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5DFF-0977-D596-C612-178F109E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Neural Trigram Language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D6BCF-E9E0-4963-DDCE-60C0AEC1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6</a:t>
            </a:fld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B3BC9-9855-F0A6-9298-F5EAEBBC6430}"/>
              </a:ext>
            </a:extLst>
          </p:cNvPr>
          <p:cNvSpPr>
            <a:spLocks noGrp="1"/>
          </p:cNvSpPr>
          <p:nvPr/>
        </p:nvSpPr>
        <p:spPr>
          <a:xfrm>
            <a:off x="552545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Output is a vector      containing probabilities of all possible next words:</a:t>
            </a:r>
            <a:endParaRPr lang="en-US" sz="2400" i="1" baseline="-25000" dirty="0">
              <a:latin typeface="Nunito" pitchFamily="2" charset="0"/>
            </a:endParaRPr>
          </a:p>
          <a:p>
            <a:endParaRPr lang="en-US" sz="2400" dirty="0">
              <a:latin typeface="Nunito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6175A-7755-1B16-740F-31D9E8EB9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676" y="1325563"/>
            <a:ext cx="203180" cy="232206"/>
          </a:xfrm>
          <a:prstGeom prst="rect">
            <a:avLst/>
          </a:prstGeom>
        </p:spPr>
      </p:pic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3E51C6F7-8B54-9334-B45A-4162C8C100A9}"/>
              </a:ext>
            </a:extLst>
          </p:cNvPr>
          <p:cNvSpPr/>
          <p:nvPr/>
        </p:nvSpPr>
        <p:spPr>
          <a:xfrm rot="5400000">
            <a:off x="6516621" y="3223629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D0D494-0B3B-1C35-D35F-E4282BF0E532}"/>
              </a:ext>
            </a:extLst>
          </p:cNvPr>
          <p:cNvSpPr/>
          <p:nvPr/>
        </p:nvSpPr>
        <p:spPr>
          <a:xfrm rot="5400000">
            <a:off x="7164321" y="3947529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F94A87-C3DF-71E0-86F4-25E19700EF15}"/>
              </a:ext>
            </a:extLst>
          </p:cNvPr>
          <p:cNvSpPr/>
          <p:nvPr/>
        </p:nvSpPr>
        <p:spPr>
          <a:xfrm rot="5400000">
            <a:off x="6783321" y="3947529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B96809-BE1C-C150-D109-F6436624FAD5}"/>
              </a:ext>
            </a:extLst>
          </p:cNvPr>
          <p:cNvSpPr/>
          <p:nvPr/>
        </p:nvSpPr>
        <p:spPr>
          <a:xfrm rot="5400000">
            <a:off x="6402321" y="3947529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8BD2EE-5D46-07A5-0DA4-142DCE51F8FC}"/>
              </a:ext>
            </a:extLst>
          </p:cNvPr>
          <p:cNvSpPr/>
          <p:nvPr/>
        </p:nvSpPr>
        <p:spPr>
          <a:xfrm rot="5400000">
            <a:off x="6021321" y="3947529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61D15A8C-A4FC-3278-A73B-9864545CA0AD}"/>
              </a:ext>
            </a:extLst>
          </p:cNvPr>
          <p:cNvSpPr/>
          <p:nvPr/>
        </p:nvSpPr>
        <p:spPr>
          <a:xfrm rot="5400000">
            <a:off x="4701217" y="3513492"/>
            <a:ext cx="406400" cy="1768652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ounded Rectangle 49">
            <a:extLst>
              <a:ext uri="{FF2B5EF4-FFF2-40B4-BE49-F238E27FC236}">
                <a16:creationId xmlns:a16="http://schemas.microsoft.com/office/drawing/2014/main" id="{4483C1D8-4324-8B26-57B4-E4F218951760}"/>
              </a:ext>
            </a:extLst>
          </p:cNvPr>
          <p:cNvSpPr/>
          <p:nvPr/>
        </p:nvSpPr>
        <p:spPr>
          <a:xfrm rot="5400000">
            <a:off x="4712908" y="3223629"/>
            <a:ext cx="381000" cy="1676400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E2E7BC-CBD9-50FA-3568-598A4CF611C6}"/>
              </a:ext>
            </a:extLst>
          </p:cNvPr>
          <p:cNvSpPr/>
          <p:nvPr/>
        </p:nvSpPr>
        <p:spPr>
          <a:xfrm rot="5400000">
            <a:off x="5360608" y="3947529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C9A83D4-BAB3-CE12-C980-49B62A3ABB69}"/>
              </a:ext>
            </a:extLst>
          </p:cNvPr>
          <p:cNvSpPr/>
          <p:nvPr/>
        </p:nvSpPr>
        <p:spPr>
          <a:xfrm rot="5400000">
            <a:off x="4979608" y="3947529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F24D68-AB99-2CC2-C4F3-41DCD57663CB}"/>
              </a:ext>
            </a:extLst>
          </p:cNvPr>
          <p:cNvSpPr/>
          <p:nvPr/>
        </p:nvSpPr>
        <p:spPr>
          <a:xfrm rot="5400000">
            <a:off x="4598608" y="3947529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1EAC304-D7B7-94FA-C073-53140F2C354E}"/>
              </a:ext>
            </a:extLst>
          </p:cNvPr>
          <p:cNvSpPr/>
          <p:nvPr/>
        </p:nvSpPr>
        <p:spPr>
          <a:xfrm rot="5400000">
            <a:off x="4217608" y="3947529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5288E892-30A4-8843-B6C1-CA98B19DE450}"/>
              </a:ext>
            </a:extLst>
          </p:cNvPr>
          <p:cNvSpPr/>
          <p:nvPr/>
        </p:nvSpPr>
        <p:spPr>
          <a:xfrm rot="5400000">
            <a:off x="6503137" y="3514578"/>
            <a:ext cx="406400" cy="1768652"/>
          </a:xfrm>
          <a:prstGeom prst="rightBrace">
            <a:avLst>
              <a:gd name="adj1" fmla="val 48333"/>
              <a:gd name="adj2" fmla="val 50309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CC635D-A743-D54F-8F17-F14E70BF9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538" y="3960229"/>
            <a:ext cx="190500" cy="203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D27FBC-4BE3-E3F3-E459-7B076F4CE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108" y="4700712"/>
            <a:ext cx="990600" cy="330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C57D01E-E0A1-5B2C-0028-938B4E311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984" y="4700712"/>
            <a:ext cx="1054100" cy="330200"/>
          </a:xfrm>
          <a:prstGeom prst="rect">
            <a:avLst/>
          </a:prstGeom>
        </p:spPr>
      </p:pic>
      <p:sp>
        <p:nvSpPr>
          <p:cNvPr id="22" name="Rounded Rectangle 24">
            <a:extLst>
              <a:ext uri="{FF2B5EF4-FFF2-40B4-BE49-F238E27FC236}">
                <a16:creationId xmlns:a16="http://schemas.microsoft.com/office/drawing/2014/main" id="{29CEE61F-88A1-455B-3368-E5291623A6D5}"/>
              </a:ext>
            </a:extLst>
          </p:cNvPr>
          <p:cNvSpPr/>
          <p:nvPr/>
        </p:nvSpPr>
        <p:spPr>
          <a:xfrm rot="5400000">
            <a:off x="5611650" y="-296182"/>
            <a:ext cx="381000" cy="550525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3627A49-7F6F-A7B9-A5DD-BD693E72AAEA}"/>
              </a:ext>
            </a:extLst>
          </p:cNvPr>
          <p:cNvSpPr/>
          <p:nvPr/>
        </p:nvSpPr>
        <p:spPr>
          <a:xfrm rot="5400000">
            <a:off x="5877170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9E634E9-84A9-FDD4-6EF0-1D972F7A39D6}"/>
              </a:ext>
            </a:extLst>
          </p:cNvPr>
          <p:cNvSpPr/>
          <p:nvPr/>
        </p:nvSpPr>
        <p:spPr>
          <a:xfrm rot="5400000">
            <a:off x="5496170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2C8B317-E259-DF36-37D9-DF0D8BA6DE48}"/>
              </a:ext>
            </a:extLst>
          </p:cNvPr>
          <p:cNvSpPr/>
          <p:nvPr/>
        </p:nvSpPr>
        <p:spPr>
          <a:xfrm rot="5400000">
            <a:off x="5115170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9476597-15E1-5E0A-1D51-DF6D8AC0D092}"/>
              </a:ext>
            </a:extLst>
          </p:cNvPr>
          <p:cNvSpPr/>
          <p:nvPr/>
        </p:nvSpPr>
        <p:spPr>
          <a:xfrm rot="5400000">
            <a:off x="4734170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699ACB9-BD7D-DB92-EF9C-3B8963FC931E}"/>
              </a:ext>
            </a:extLst>
          </p:cNvPr>
          <p:cNvSpPr/>
          <p:nvPr/>
        </p:nvSpPr>
        <p:spPr>
          <a:xfrm rot="5400000">
            <a:off x="6258170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51606EC-B4D4-69E8-36DA-A2888E1AEC7C}"/>
              </a:ext>
            </a:extLst>
          </p:cNvPr>
          <p:cNvSpPr/>
          <p:nvPr/>
        </p:nvSpPr>
        <p:spPr>
          <a:xfrm rot="5400000">
            <a:off x="6639170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611AD9-8213-4DB6-3F2D-D5D0E801F78C}"/>
              </a:ext>
            </a:extLst>
          </p:cNvPr>
          <p:cNvSpPr/>
          <p:nvPr/>
        </p:nvSpPr>
        <p:spPr>
          <a:xfrm rot="5400000">
            <a:off x="4352385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7220141-A374-BAF3-7399-BFDE69E3986F}"/>
              </a:ext>
            </a:extLst>
          </p:cNvPr>
          <p:cNvSpPr/>
          <p:nvPr/>
        </p:nvSpPr>
        <p:spPr>
          <a:xfrm rot="5400000">
            <a:off x="3971385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70C0405-1769-DA58-53C7-F5E219CA6DB2}"/>
              </a:ext>
            </a:extLst>
          </p:cNvPr>
          <p:cNvSpPr/>
          <p:nvPr/>
        </p:nvSpPr>
        <p:spPr>
          <a:xfrm rot="5400000">
            <a:off x="3590385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28F2B72-ED53-6482-337F-26E0474DA5E4}"/>
              </a:ext>
            </a:extLst>
          </p:cNvPr>
          <p:cNvSpPr/>
          <p:nvPr/>
        </p:nvSpPr>
        <p:spPr>
          <a:xfrm rot="5400000">
            <a:off x="3209385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A3B12D7-841E-6E04-671B-9008B570F4A4}"/>
              </a:ext>
            </a:extLst>
          </p:cNvPr>
          <p:cNvSpPr/>
          <p:nvPr/>
        </p:nvSpPr>
        <p:spPr>
          <a:xfrm rot="5400000">
            <a:off x="7392136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5EE691D-EE94-D6F6-7EA4-D3BE61DEF3A5}"/>
              </a:ext>
            </a:extLst>
          </p:cNvPr>
          <p:cNvSpPr/>
          <p:nvPr/>
        </p:nvSpPr>
        <p:spPr>
          <a:xfrm rot="5400000">
            <a:off x="7011136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A920B3F-292B-DAF7-3AC6-DA8FAA7F74DE}"/>
              </a:ext>
            </a:extLst>
          </p:cNvPr>
          <p:cNvSpPr/>
          <p:nvPr/>
        </p:nvSpPr>
        <p:spPr>
          <a:xfrm rot="5400000">
            <a:off x="7773136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B68BB0-9C62-FAC4-9692-297E9FB228D2}"/>
              </a:ext>
            </a:extLst>
          </p:cNvPr>
          <p:cNvSpPr/>
          <p:nvPr/>
        </p:nvSpPr>
        <p:spPr>
          <a:xfrm rot="5400000">
            <a:off x="8154136" y="234214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21BF533-A6BA-3670-B0DE-9C83E8A3F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602" y="2338541"/>
            <a:ext cx="203180" cy="232206"/>
          </a:xfrm>
          <a:prstGeom prst="rect">
            <a:avLst/>
          </a:prstGeom>
        </p:spPr>
      </p:pic>
      <p:sp>
        <p:nvSpPr>
          <p:cNvPr id="38" name="TextBox 36">
            <a:extLst>
              <a:ext uri="{FF2B5EF4-FFF2-40B4-BE49-F238E27FC236}">
                <a16:creationId xmlns:a16="http://schemas.microsoft.com/office/drawing/2014/main" id="{5360F559-424A-E503-81D5-A97DD8D2A9E1}"/>
              </a:ext>
            </a:extLst>
          </p:cNvPr>
          <p:cNvSpPr txBox="1"/>
          <p:nvPr/>
        </p:nvSpPr>
        <p:spPr>
          <a:xfrm>
            <a:off x="9801928" y="3459154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…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D822AF6-0F37-DC03-1B2F-BACED46F65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356" y="2498358"/>
            <a:ext cx="2133600" cy="3937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5AB2BA0-FDEB-A312-70F1-01AAB47F56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2356" y="3049081"/>
            <a:ext cx="2197100" cy="39370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AA034C-D108-DD54-C537-18CD332EB54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363282" y="2456447"/>
            <a:ext cx="961992" cy="205802"/>
          </a:xfrm>
          <a:prstGeom prst="line">
            <a:avLst/>
          </a:prstGeom>
          <a:solidFill>
            <a:schemeClr val="accent1"/>
          </a:solidFill>
          <a:ln w="50800" cap="rnd" cmpd="sng" algn="ctr">
            <a:solidFill>
              <a:srgbClr val="FF92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C5A9139-5595-BE68-E582-46A0B9F7B72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58530" y="2527541"/>
            <a:ext cx="1376470" cy="653972"/>
          </a:xfrm>
          <a:prstGeom prst="line">
            <a:avLst/>
          </a:prstGeom>
          <a:solidFill>
            <a:schemeClr val="accent1"/>
          </a:solidFill>
          <a:ln w="50800" cap="rnd" cmpd="sng" algn="ctr">
            <a:solidFill>
              <a:srgbClr val="FF92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7469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69021-A911-0328-0B2C-3B357812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013F-FDE6-8CBC-ED5C-CA81C63D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Neural Trigram Language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65383-8CD3-FFEA-7182-0137FF4A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7</a:t>
            </a:fld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9132FA-8640-4F67-C9BE-096245805403}"/>
              </a:ext>
            </a:extLst>
          </p:cNvPr>
          <p:cNvSpPr>
            <a:spLocks noGrp="1"/>
          </p:cNvSpPr>
          <p:nvPr/>
        </p:nvSpPr>
        <p:spPr>
          <a:xfrm>
            <a:off x="552545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To get     , do matrix multiplication of parameter matrix        and input, then “</a:t>
            </a:r>
            <a:r>
              <a:rPr lang="en-US" sz="2400" dirty="0" err="1">
                <a:latin typeface="Nunito" pitchFamily="2" charset="0"/>
              </a:rPr>
              <a:t>softmax</a:t>
            </a:r>
            <a:r>
              <a:rPr lang="en-US" sz="2400" dirty="0">
                <a:latin typeface="Nunito" pitchFamily="2" charset="0"/>
              </a:rPr>
              <a:t>” transformation</a:t>
            </a:r>
            <a:endParaRPr lang="en-US" sz="2400" i="1" baseline="-25000" dirty="0">
              <a:latin typeface="Nunito" pitchFamily="2" charset="0"/>
            </a:endParaRPr>
          </a:p>
          <a:p>
            <a:pPr marL="0" indent="0">
              <a:buNone/>
            </a:pPr>
            <a:endParaRPr lang="en-US" sz="2400" dirty="0">
              <a:latin typeface="Nunito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A821A3-7911-99A6-02DC-27B8E85F327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672870" y="1325563"/>
            <a:ext cx="203180" cy="2322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1FB991-3B7C-7028-C183-B1BF780B43C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66726" y="1293095"/>
            <a:ext cx="482600" cy="292100"/>
          </a:xfrm>
          <a:prstGeom prst="rect">
            <a:avLst/>
          </a:prstGeom>
        </p:spPr>
      </p:pic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A22FD68-88FC-B1C3-AAD0-FD630441CE07}"/>
              </a:ext>
            </a:extLst>
          </p:cNvPr>
          <p:cNvGrpSpPr/>
          <p:nvPr/>
        </p:nvGrpSpPr>
        <p:grpSpPr>
          <a:xfrm>
            <a:off x="2707927" y="2799940"/>
            <a:ext cx="9226255" cy="2764965"/>
            <a:chOff x="2707463" y="2046518"/>
            <a:chExt cx="9226255" cy="276496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D425F75D-A15E-7276-5F02-8218B8DB2D46}"/>
                </a:ext>
              </a:extLst>
            </p:cNvPr>
            <p:cNvGrpSpPr/>
            <p:nvPr/>
          </p:nvGrpSpPr>
          <p:grpSpPr>
            <a:xfrm>
              <a:off x="3511246" y="2156196"/>
              <a:ext cx="4171348" cy="1571904"/>
              <a:chOff x="3728501" y="2796833"/>
              <a:chExt cx="4171348" cy="1571904"/>
            </a:xfrm>
          </p:grpSpPr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178D8573-C9DC-C2A5-ADE1-E03BB5CCC255}"/>
                  </a:ext>
                </a:extLst>
              </p:cNvPr>
              <p:cNvCxnSpPr>
                <a:cxnSpLocks/>
                <a:endCxn id="126" idx="5"/>
              </p:cNvCxnSpPr>
              <p:nvPr/>
            </p:nvCxnSpPr>
            <p:spPr bwMode="auto">
              <a:xfrm flipH="1" flipV="1">
                <a:off x="3761979" y="2958477"/>
                <a:ext cx="4137870" cy="137297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AF779BEB-B871-8A26-5C4D-92F49ACE774B}"/>
                  </a:ext>
                </a:extLst>
              </p:cNvPr>
              <p:cNvCxnSpPr>
                <a:cxnSpLocks/>
                <a:endCxn id="126" idx="5"/>
              </p:cNvCxnSpPr>
              <p:nvPr/>
            </p:nvCxnSpPr>
            <p:spPr bwMode="auto">
              <a:xfrm flipH="1" flipV="1">
                <a:off x="3761979" y="2958477"/>
                <a:ext cx="3815968" cy="140995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B6D69A75-4D2A-9DBF-5FEE-1E2DB9D256E5}"/>
                  </a:ext>
                </a:extLst>
              </p:cNvPr>
              <p:cNvCxnSpPr>
                <a:cxnSpLocks/>
                <a:endCxn id="126" idx="5"/>
              </p:cNvCxnSpPr>
              <p:nvPr/>
            </p:nvCxnSpPr>
            <p:spPr bwMode="auto">
              <a:xfrm flipH="1" flipV="1">
                <a:off x="3761979" y="2958477"/>
                <a:ext cx="3303378" cy="137297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8731E4CC-9031-6048-977B-23C0AE3B0864}"/>
                  </a:ext>
                </a:extLst>
              </p:cNvPr>
              <p:cNvCxnSpPr>
                <a:cxnSpLocks/>
                <a:endCxn id="126" idx="5"/>
              </p:cNvCxnSpPr>
              <p:nvPr/>
            </p:nvCxnSpPr>
            <p:spPr bwMode="auto">
              <a:xfrm flipH="1" flipV="1">
                <a:off x="3761979" y="2958477"/>
                <a:ext cx="2920502" cy="137297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E1610FC0-E02F-2577-A2E7-835AE00AF181}"/>
                  </a:ext>
                </a:extLst>
              </p:cNvPr>
              <p:cNvCxnSpPr>
                <a:cxnSpLocks/>
                <a:endCxn id="126" idx="4"/>
              </p:cNvCxnSpPr>
              <p:nvPr/>
            </p:nvCxnSpPr>
            <p:spPr bwMode="auto">
              <a:xfrm flipH="1" flipV="1">
                <a:off x="3728501" y="2877655"/>
                <a:ext cx="2358554" cy="149108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569D047B-38C3-BC9B-4CD5-2C18E4C7EF5D}"/>
                  </a:ext>
                </a:extLst>
              </p:cNvPr>
              <p:cNvCxnSpPr>
                <a:cxnSpLocks/>
                <a:endCxn id="126" idx="4"/>
              </p:cNvCxnSpPr>
              <p:nvPr/>
            </p:nvCxnSpPr>
            <p:spPr bwMode="auto">
              <a:xfrm flipH="1" flipV="1">
                <a:off x="3728501" y="2877655"/>
                <a:ext cx="1950074" cy="147228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AB8045FC-0E2B-E8AF-ABA6-8565F07871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3742523" y="2796833"/>
                <a:ext cx="1511744" cy="154519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549D10EB-E3E2-3807-F47A-A89D471D8636}"/>
                </a:ext>
              </a:extLst>
            </p:cNvPr>
            <p:cNvGrpSpPr/>
            <p:nvPr/>
          </p:nvGrpSpPr>
          <p:grpSpPr>
            <a:xfrm>
              <a:off x="3544724" y="2156196"/>
              <a:ext cx="5139873" cy="1787804"/>
              <a:chOff x="3761979" y="2796833"/>
              <a:chExt cx="5139873" cy="1787804"/>
            </a:xfrm>
          </p:grpSpPr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691701F5-047E-2147-B5D0-A2328D1D736D}"/>
                  </a:ext>
                </a:extLst>
              </p:cNvPr>
              <p:cNvCxnSpPr>
                <a:cxnSpLocks/>
                <a:stCxn id="111" idx="2"/>
                <a:endCxn id="124" idx="6"/>
              </p:cNvCxnSpPr>
              <p:nvPr/>
            </p:nvCxnSpPr>
            <p:spPr bwMode="auto">
              <a:xfrm flipH="1" flipV="1">
                <a:off x="4604801" y="2991955"/>
                <a:ext cx="246223" cy="137678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7FCD32FA-4DFF-25AC-4BD6-F9ABAD8BAACC}"/>
                  </a:ext>
                </a:extLst>
              </p:cNvPr>
              <p:cNvCxnSpPr>
                <a:cxnSpLocks/>
                <a:stCxn id="111" idx="2"/>
                <a:endCxn id="123" idx="6"/>
              </p:cNvCxnSpPr>
              <p:nvPr/>
            </p:nvCxnSpPr>
            <p:spPr bwMode="auto">
              <a:xfrm flipV="1">
                <a:off x="4851024" y="2991955"/>
                <a:ext cx="134777" cy="137678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CA56321A-4D59-86B1-CA08-BEC8A689074A}"/>
                  </a:ext>
                </a:extLst>
              </p:cNvPr>
              <p:cNvCxnSpPr>
                <a:cxnSpLocks/>
                <a:stCxn id="111" idx="2"/>
                <a:endCxn id="120" idx="1"/>
              </p:cNvCxnSpPr>
              <p:nvPr/>
            </p:nvCxnSpPr>
            <p:spPr bwMode="auto">
              <a:xfrm flipV="1">
                <a:off x="4851024" y="2796833"/>
                <a:ext cx="597384" cy="157190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5775A665-9FC7-0A4E-2617-8422FB71353C}"/>
                  </a:ext>
                </a:extLst>
              </p:cNvPr>
              <p:cNvCxnSpPr>
                <a:cxnSpLocks/>
                <a:endCxn id="119" idx="1"/>
              </p:cNvCxnSpPr>
              <p:nvPr/>
            </p:nvCxnSpPr>
            <p:spPr bwMode="auto">
              <a:xfrm flipV="1">
                <a:off x="4719101" y="2796833"/>
                <a:ext cx="1110307" cy="178780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D68637FF-26AB-4434-686F-27F35C88F2DA}"/>
                  </a:ext>
                </a:extLst>
              </p:cNvPr>
              <p:cNvCxnSpPr>
                <a:cxnSpLocks/>
                <a:stCxn id="111" idx="4"/>
                <a:endCxn id="118" idx="0"/>
              </p:cNvCxnSpPr>
              <p:nvPr/>
            </p:nvCxnSpPr>
            <p:spPr bwMode="auto">
              <a:xfrm flipV="1">
                <a:off x="4736724" y="2877655"/>
                <a:ext cx="1507162" cy="160538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DCD0D93B-7BED-794C-7735-7333E7AC1AC4}"/>
                  </a:ext>
                </a:extLst>
              </p:cNvPr>
              <p:cNvCxnSpPr>
                <a:cxnSpLocks/>
                <a:stCxn id="111" idx="4"/>
                <a:endCxn id="117" idx="7"/>
              </p:cNvCxnSpPr>
              <p:nvPr/>
            </p:nvCxnSpPr>
            <p:spPr bwMode="auto">
              <a:xfrm flipV="1">
                <a:off x="4736724" y="2958477"/>
                <a:ext cx="1854684" cy="152456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F8AE26BA-4F87-A2FB-3697-64EEA9BCDF2C}"/>
                  </a:ext>
                </a:extLst>
              </p:cNvPr>
              <p:cNvCxnSpPr>
                <a:cxnSpLocks/>
                <a:stCxn id="111" idx="4"/>
              </p:cNvCxnSpPr>
              <p:nvPr/>
            </p:nvCxnSpPr>
            <p:spPr bwMode="auto">
              <a:xfrm flipV="1">
                <a:off x="4736724" y="2958477"/>
                <a:ext cx="2269162" cy="152456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85C5C776-D80C-9C9B-9DC4-741B0F28AB96}"/>
                  </a:ext>
                </a:extLst>
              </p:cNvPr>
              <p:cNvCxnSpPr>
                <a:cxnSpLocks/>
                <a:stCxn id="111" idx="2"/>
              </p:cNvCxnSpPr>
              <p:nvPr/>
            </p:nvCxnSpPr>
            <p:spPr bwMode="auto">
              <a:xfrm flipV="1">
                <a:off x="4851024" y="2958477"/>
                <a:ext cx="2610088" cy="141026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D1F13DD4-F6E0-4A57-A51F-96418BEFD168}"/>
                  </a:ext>
                </a:extLst>
              </p:cNvPr>
              <p:cNvCxnSpPr>
                <a:cxnSpLocks/>
                <a:stCxn id="111" idx="2"/>
              </p:cNvCxnSpPr>
              <p:nvPr/>
            </p:nvCxnSpPr>
            <p:spPr bwMode="auto">
              <a:xfrm flipV="1">
                <a:off x="4851024" y="2991955"/>
                <a:ext cx="2956876" cy="137678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B16584BA-9320-09C0-8486-5D041ED011A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871501" y="2991955"/>
                <a:ext cx="3348369" cy="135007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37E1C1A0-BF91-693A-CB56-63F09BA8F469}"/>
                  </a:ext>
                </a:extLst>
              </p:cNvPr>
              <p:cNvCxnSpPr>
                <a:cxnSpLocks/>
                <a:stCxn id="111" idx="2"/>
              </p:cNvCxnSpPr>
              <p:nvPr/>
            </p:nvCxnSpPr>
            <p:spPr bwMode="auto">
              <a:xfrm flipV="1">
                <a:off x="4851024" y="3018379"/>
                <a:ext cx="3669828" cy="135035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2C07CB3C-A93A-9AD3-AD05-4313A6AA87AF}"/>
                  </a:ext>
                </a:extLst>
              </p:cNvPr>
              <p:cNvCxnSpPr>
                <a:cxnSpLocks/>
                <a:stCxn id="111" idx="2"/>
                <a:endCxn id="125" idx="3"/>
              </p:cNvCxnSpPr>
              <p:nvPr/>
            </p:nvCxnSpPr>
            <p:spPr bwMode="auto">
              <a:xfrm flipH="1" flipV="1">
                <a:off x="4142979" y="2796833"/>
                <a:ext cx="708045" cy="157190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50AE3609-662A-4741-6325-BB142EA9EE2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927224" y="3018379"/>
                <a:ext cx="3974628" cy="13236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2A49E0F0-E52B-7AA0-84CC-0CFD9EA2504B}"/>
                  </a:ext>
                </a:extLst>
              </p:cNvPr>
              <p:cNvCxnSpPr>
                <a:cxnSpLocks/>
                <a:stCxn id="111" idx="7"/>
                <a:endCxn id="126" idx="3"/>
              </p:cNvCxnSpPr>
              <p:nvPr/>
            </p:nvCxnSpPr>
            <p:spPr bwMode="auto">
              <a:xfrm flipH="1" flipV="1">
                <a:off x="3761979" y="2796833"/>
                <a:ext cx="1169867" cy="1767026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01" name="Rounded Rectangle 7">
              <a:extLst>
                <a:ext uri="{FF2B5EF4-FFF2-40B4-BE49-F238E27FC236}">
                  <a16:creationId xmlns:a16="http://schemas.microsoft.com/office/drawing/2014/main" id="{2F878572-7579-91C9-DC2E-B40F066C5514}"/>
                </a:ext>
              </a:extLst>
            </p:cNvPr>
            <p:cNvSpPr/>
            <p:nvPr/>
          </p:nvSpPr>
          <p:spPr>
            <a:xfrm rot="5400000">
              <a:off x="6818482" y="3004200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DBBDFA9-AE23-BC8A-570A-F91B856FE5F5}"/>
                </a:ext>
              </a:extLst>
            </p:cNvPr>
            <p:cNvSpPr/>
            <p:nvPr/>
          </p:nvSpPr>
          <p:spPr>
            <a:xfrm rot="5400000">
              <a:off x="7466182" y="37281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B6D1D6A-8806-ECC8-F1A5-C201FD17488E}"/>
                </a:ext>
              </a:extLst>
            </p:cNvPr>
            <p:cNvSpPr/>
            <p:nvPr/>
          </p:nvSpPr>
          <p:spPr>
            <a:xfrm rot="5400000">
              <a:off x="7085182" y="37281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523AF3A-7667-2761-3F05-0243876DCC34}"/>
                </a:ext>
              </a:extLst>
            </p:cNvPr>
            <p:cNvSpPr/>
            <p:nvPr/>
          </p:nvSpPr>
          <p:spPr>
            <a:xfrm rot="5400000">
              <a:off x="6704182" y="37281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26EEB3C-8BE2-092E-E4DD-0AB2D39DB178}"/>
                </a:ext>
              </a:extLst>
            </p:cNvPr>
            <p:cNvSpPr/>
            <p:nvPr/>
          </p:nvSpPr>
          <p:spPr>
            <a:xfrm rot="5400000">
              <a:off x="6323182" y="37281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06" name="Right Brace 105">
              <a:extLst>
                <a:ext uri="{FF2B5EF4-FFF2-40B4-BE49-F238E27FC236}">
                  <a16:creationId xmlns:a16="http://schemas.microsoft.com/office/drawing/2014/main" id="{E68C7A58-7323-A7CB-8E56-05CB21017409}"/>
                </a:ext>
              </a:extLst>
            </p:cNvPr>
            <p:cNvSpPr/>
            <p:nvPr/>
          </p:nvSpPr>
          <p:spPr>
            <a:xfrm rot="5400000">
              <a:off x="5003078" y="3294063"/>
              <a:ext cx="406400" cy="1768652"/>
            </a:xfrm>
            <a:prstGeom prst="rightBrace">
              <a:avLst>
                <a:gd name="adj1" fmla="val 48333"/>
                <a:gd name="adj2" fmla="val 50309"/>
              </a:avLst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Nunito" pitchFamily="2" charset="0"/>
              </a:endParaRPr>
            </a:p>
          </p:txBody>
        </p:sp>
        <p:sp>
          <p:nvSpPr>
            <p:cNvPr id="107" name="Rounded Rectangle 49">
              <a:extLst>
                <a:ext uri="{FF2B5EF4-FFF2-40B4-BE49-F238E27FC236}">
                  <a16:creationId xmlns:a16="http://schemas.microsoft.com/office/drawing/2014/main" id="{C165348B-580C-D58F-93FE-241FD430F2E4}"/>
                </a:ext>
              </a:extLst>
            </p:cNvPr>
            <p:cNvSpPr/>
            <p:nvPr/>
          </p:nvSpPr>
          <p:spPr>
            <a:xfrm rot="5400000">
              <a:off x="5014769" y="3004200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DCCE679F-B373-522D-2709-72ACF60B3A54}"/>
                </a:ext>
              </a:extLst>
            </p:cNvPr>
            <p:cNvSpPr/>
            <p:nvPr/>
          </p:nvSpPr>
          <p:spPr>
            <a:xfrm rot="5400000">
              <a:off x="5662469" y="37281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7E179D8-039C-EBF1-5BD2-763A2CE7171F}"/>
                </a:ext>
              </a:extLst>
            </p:cNvPr>
            <p:cNvSpPr/>
            <p:nvPr/>
          </p:nvSpPr>
          <p:spPr>
            <a:xfrm rot="5400000">
              <a:off x="5281469" y="37281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B6D4120D-F56F-3291-609D-9C2266246130}"/>
                </a:ext>
              </a:extLst>
            </p:cNvPr>
            <p:cNvSpPr/>
            <p:nvPr/>
          </p:nvSpPr>
          <p:spPr>
            <a:xfrm rot="5400000">
              <a:off x="4900469" y="37281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F36A1300-6446-4A04-382B-FD30968F3BCF}"/>
                </a:ext>
              </a:extLst>
            </p:cNvPr>
            <p:cNvSpPr/>
            <p:nvPr/>
          </p:nvSpPr>
          <p:spPr>
            <a:xfrm rot="5400000">
              <a:off x="4519469" y="37281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12" name="Right Brace 111">
              <a:extLst>
                <a:ext uri="{FF2B5EF4-FFF2-40B4-BE49-F238E27FC236}">
                  <a16:creationId xmlns:a16="http://schemas.microsoft.com/office/drawing/2014/main" id="{DDDA4634-CADC-ABE0-1FF9-A41A1EE844D0}"/>
                </a:ext>
              </a:extLst>
            </p:cNvPr>
            <p:cNvSpPr/>
            <p:nvPr/>
          </p:nvSpPr>
          <p:spPr>
            <a:xfrm rot="5400000">
              <a:off x="6804998" y="3295149"/>
              <a:ext cx="406400" cy="1768652"/>
            </a:xfrm>
            <a:prstGeom prst="rightBrace">
              <a:avLst>
                <a:gd name="adj1" fmla="val 48333"/>
                <a:gd name="adj2" fmla="val 50309"/>
              </a:avLst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Nunito" pitchFamily="2" charset="0"/>
              </a:endParaRPr>
            </a:p>
          </p:txBody>
        </p: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632E6EC5-AB13-2C57-3BC1-FC50CC786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681399" y="3740800"/>
              <a:ext cx="190500" cy="203200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EE6F25C3-55BA-1B0F-14B7-1B3558400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709969" y="4481283"/>
              <a:ext cx="990600" cy="330200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9C2C5177-BA04-5EE6-DCB3-11EA8D90D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6523845" y="4481283"/>
              <a:ext cx="1054100" cy="330200"/>
            </a:xfrm>
            <a:prstGeom prst="rect">
              <a:avLst/>
            </a:prstGeom>
          </p:spPr>
        </p:pic>
        <p:sp>
          <p:nvSpPr>
            <p:cNvPr id="116" name="Rounded Rectangle 24">
              <a:extLst>
                <a:ext uri="{FF2B5EF4-FFF2-40B4-BE49-F238E27FC236}">
                  <a16:creationId xmlns:a16="http://schemas.microsoft.com/office/drawing/2014/main" id="{E5791A70-D0A8-A192-1DFB-1F6E17707639}"/>
                </a:ext>
              </a:extLst>
            </p:cNvPr>
            <p:cNvSpPr/>
            <p:nvPr/>
          </p:nvSpPr>
          <p:spPr>
            <a:xfrm rot="5400000">
              <a:off x="5913511" y="-515611"/>
              <a:ext cx="381000" cy="550525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BA95FE1-A746-B02C-A49D-D37A2D617464}"/>
                </a:ext>
              </a:extLst>
            </p:cNvPr>
            <p:cNvSpPr/>
            <p:nvPr/>
          </p:nvSpPr>
          <p:spPr>
            <a:xfrm rot="5400000">
              <a:off x="6179031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DBC88E8-E50F-3051-FB70-BD363F6F7971}"/>
                </a:ext>
              </a:extLst>
            </p:cNvPr>
            <p:cNvSpPr/>
            <p:nvPr/>
          </p:nvSpPr>
          <p:spPr>
            <a:xfrm rot="5400000">
              <a:off x="5798031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6F32A1-5318-8E6F-3516-1315BF6E1B63}"/>
                </a:ext>
              </a:extLst>
            </p:cNvPr>
            <p:cNvSpPr/>
            <p:nvPr/>
          </p:nvSpPr>
          <p:spPr>
            <a:xfrm rot="5400000">
              <a:off x="5417031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185C03B-1FCD-6F03-AA95-A4EC13DF4952}"/>
                </a:ext>
              </a:extLst>
            </p:cNvPr>
            <p:cNvSpPr/>
            <p:nvPr/>
          </p:nvSpPr>
          <p:spPr>
            <a:xfrm rot="5400000">
              <a:off x="5036031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FAB4455-ED42-FE7F-9F09-E6D00D5F9772}"/>
                </a:ext>
              </a:extLst>
            </p:cNvPr>
            <p:cNvSpPr/>
            <p:nvPr/>
          </p:nvSpPr>
          <p:spPr>
            <a:xfrm rot="5400000">
              <a:off x="6560031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0391D883-9EC9-C346-D76E-7BA67583E448}"/>
                </a:ext>
              </a:extLst>
            </p:cNvPr>
            <p:cNvSpPr/>
            <p:nvPr/>
          </p:nvSpPr>
          <p:spPr>
            <a:xfrm rot="5400000">
              <a:off x="6941031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FA279E81-46E3-75A7-01BF-2A848F219A7F}"/>
                </a:ext>
              </a:extLst>
            </p:cNvPr>
            <p:cNvSpPr/>
            <p:nvPr/>
          </p:nvSpPr>
          <p:spPr>
            <a:xfrm rot="5400000">
              <a:off x="4654246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EE400096-E699-C8D5-A37B-86EFB0F4B3EF}"/>
                </a:ext>
              </a:extLst>
            </p:cNvPr>
            <p:cNvSpPr/>
            <p:nvPr/>
          </p:nvSpPr>
          <p:spPr>
            <a:xfrm rot="5400000">
              <a:off x="4273246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E7BA2217-5265-4334-1C13-97DC72D6AC27}"/>
                </a:ext>
              </a:extLst>
            </p:cNvPr>
            <p:cNvSpPr/>
            <p:nvPr/>
          </p:nvSpPr>
          <p:spPr>
            <a:xfrm rot="5400000">
              <a:off x="3892246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DCACA6D7-B5FF-2C3C-6EA8-6FAB0AAAF713}"/>
                </a:ext>
              </a:extLst>
            </p:cNvPr>
            <p:cNvSpPr/>
            <p:nvPr/>
          </p:nvSpPr>
          <p:spPr>
            <a:xfrm rot="5400000">
              <a:off x="3511246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AB91E76A-6233-17FE-EEBA-5C8078C4CC76}"/>
                </a:ext>
              </a:extLst>
            </p:cNvPr>
            <p:cNvSpPr/>
            <p:nvPr/>
          </p:nvSpPr>
          <p:spPr>
            <a:xfrm rot="5400000">
              <a:off x="7693997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089735F0-313B-1B31-A64F-8FB38D7CC0C5}"/>
                </a:ext>
              </a:extLst>
            </p:cNvPr>
            <p:cNvSpPr/>
            <p:nvPr/>
          </p:nvSpPr>
          <p:spPr>
            <a:xfrm rot="5400000">
              <a:off x="7312997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4DA07FE-3EF4-9989-4B76-F1B300144B14}"/>
                </a:ext>
              </a:extLst>
            </p:cNvPr>
            <p:cNvSpPr/>
            <p:nvPr/>
          </p:nvSpPr>
          <p:spPr>
            <a:xfrm rot="5400000">
              <a:off x="8074997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550082C6-2F70-76DF-84D0-A44BD8FFC2FE}"/>
                </a:ext>
              </a:extLst>
            </p:cNvPr>
            <p:cNvSpPr/>
            <p:nvPr/>
          </p:nvSpPr>
          <p:spPr>
            <a:xfrm rot="5400000">
              <a:off x="8455997" y="212271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latin typeface="Nunito" pitchFamily="2" charset="0"/>
                <a:ea typeface="TIMES-ROMAN"/>
                <a:cs typeface="TIMES-ROMAN"/>
              </a:endParaRPr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09429881-BBAE-2ECF-D114-0CC16AC12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2707463" y="2119112"/>
              <a:ext cx="203180" cy="232206"/>
            </a:xfrm>
            <a:prstGeom prst="rect">
              <a:avLst/>
            </a:prstGeom>
          </p:spPr>
        </p:pic>
        <p:sp>
          <p:nvSpPr>
            <p:cNvPr id="133" name="TextBox 229">
              <a:extLst>
                <a:ext uri="{FF2B5EF4-FFF2-40B4-BE49-F238E27FC236}">
                  <a16:creationId xmlns:a16="http://schemas.microsoft.com/office/drawing/2014/main" id="{D2267B83-2A19-3BEF-9937-024EECE21E43}"/>
                </a:ext>
              </a:extLst>
            </p:cNvPr>
            <p:cNvSpPr txBox="1"/>
            <p:nvPr/>
          </p:nvSpPr>
          <p:spPr>
            <a:xfrm>
              <a:off x="8570297" y="2928793"/>
              <a:ext cx="33634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>
                  <a:latin typeface="Nunito" pitchFamily="2" charset="0"/>
                </a:rPr>
                <a:t>“fully-connected layer”</a:t>
              </a:r>
            </a:p>
          </p:txBody>
        </p:sp>
      </p:grpSp>
      <p:grpSp>
        <p:nvGrpSpPr>
          <p:cNvPr id="73" name="Group 72" descr="\documentclass{article}&#10;\usepackage{amsmath,amssymb}&#10;\pagestyle{empty}&#10;\begin{document}&#10;&#10;\begin{align*}&#10;\mathbf{s} = \text{softmax}(\mathbf{W}\mathbf{c}) \\&#10;\mathbf{W} \in \mathbb{R}^{|V|\times 2d} \quad \mathbf{c}\in\mathbb{R}^{2d}&#10;\end{align*}&#10;&#10;&#10;\end{document}" title="IguanaTex Shape Display">
            <a:extLst>
              <a:ext uri="{FF2B5EF4-FFF2-40B4-BE49-F238E27FC236}">
                <a16:creationId xmlns:a16="http://schemas.microsoft.com/office/drawing/2014/main" id="{C21CBF8A-A2C2-21FB-54DE-681C5190774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68939" y="3601413"/>
            <a:ext cx="2540950" cy="623268"/>
            <a:chOff x="7228183" y="4481533"/>
            <a:chExt cx="2540950" cy="623268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650DCAA-2937-B0E9-0D1E-46D2B6A6375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7833041" y="4555937"/>
              <a:ext cx="95877" cy="114988"/>
            </a:xfrm>
            <a:custGeom>
              <a:avLst/>
              <a:gdLst>
                <a:gd name="csX0" fmla="*/ 44204 w 95877"/>
                <a:gd name="csY0" fmla="*/ 39917 h 114988"/>
                <a:gd name="csX1" fmla="*/ 18263 w 95877"/>
                <a:gd name="csY1" fmla="*/ 23634 h 114988"/>
                <a:gd name="csX2" fmla="*/ 46747 w 95877"/>
                <a:gd name="csY2" fmla="*/ 8101 h 114988"/>
                <a:gd name="csX3" fmla="*/ 76756 w 95877"/>
                <a:gd name="csY3" fmla="*/ 29145 h 114988"/>
                <a:gd name="csX4" fmla="*/ 82605 w 95877"/>
                <a:gd name="csY4" fmla="*/ 34155 h 114988"/>
                <a:gd name="csX5" fmla="*/ 88709 w 95877"/>
                <a:gd name="csY5" fmla="*/ 27141 h 114988"/>
                <a:gd name="csX6" fmla="*/ 88709 w 95877"/>
                <a:gd name="csY6" fmla="*/ 7099 h 114988"/>
                <a:gd name="csX7" fmla="*/ 84131 w 95877"/>
                <a:gd name="csY7" fmla="*/ 85 h 114988"/>
                <a:gd name="csX8" fmla="*/ 72687 w 95877"/>
                <a:gd name="csY8" fmla="*/ 4845 h 114988"/>
                <a:gd name="csX9" fmla="*/ 47001 w 95877"/>
                <a:gd name="csY9" fmla="*/ 85 h 114988"/>
                <a:gd name="csX10" fmla="*/ 207 w 95877"/>
                <a:gd name="csY10" fmla="*/ 32903 h 114988"/>
                <a:gd name="csX11" fmla="*/ 10380 w 95877"/>
                <a:gd name="csY11" fmla="*/ 53947 h 114988"/>
                <a:gd name="csX12" fmla="*/ 49799 w 95877"/>
                <a:gd name="csY12" fmla="*/ 67725 h 114988"/>
                <a:gd name="csX13" fmla="*/ 78028 w 95877"/>
                <a:gd name="csY13" fmla="*/ 87266 h 114988"/>
                <a:gd name="csX14" fmla="*/ 49036 w 95877"/>
                <a:gd name="csY14" fmla="*/ 106055 h 114988"/>
                <a:gd name="csX15" fmla="*/ 12414 w 95877"/>
                <a:gd name="csY15" fmla="*/ 76995 h 114988"/>
                <a:gd name="csX16" fmla="*/ 6311 w 95877"/>
                <a:gd name="csY16" fmla="*/ 73487 h 114988"/>
                <a:gd name="csX17" fmla="*/ 207 w 95877"/>
                <a:gd name="csY17" fmla="*/ 80752 h 114988"/>
                <a:gd name="csX18" fmla="*/ 207 w 95877"/>
                <a:gd name="csY18" fmla="*/ 108059 h 114988"/>
                <a:gd name="csX19" fmla="*/ 4785 w 95877"/>
                <a:gd name="csY19" fmla="*/ 115074 h 114988"/>
                <a:gd name="csX20" fmla="*/ 12414 w 95877"/>
                <a:gd name="csY20" fmla="*/ 111316 h 114988"/>
                <a:gd name="csX21" fmla="*/ 19026 w 95877"/>
                <a:gd name="csY21" fmla="*/ 107057 h 114988"/>
                <a:gd name="csX22" fmla="*/ 49036 w 95877"/>
                <a:gd name="csY22" fmla="*/ 115074 h 114988"/>
                <a:gd name="csX23" fmla="*/ 96084 w 95877"/>
                <a:gd name="csY23" fmla="*/ 78498 h 114988"/>
                <a:gd name="csX24" fmla="*/ 82097 w 95877"/>
                <a:gd name="csY24" fmla="*/ 51942 h 114988"/>
                <a:gd name="csX25" fmla="*/ 44204 w 95877"/>
                <a:gd name="csY25" fmla="*/ 39917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95877" h="114988">
                  <a:moveTo>
                    <a:pt x="44204" y="39917"/>
                  </a:moveTo>
                  <a:cubicBezTo>
                    <a:pt x="34794" y="38164"/>
                    <a:pt x="18263" y="35408"/>
                    <a:pt x="18263" y="23634"/>
                  </a:cubicBezTo>
                  <a:cubicBezTo>
                    <a:pt x="18263" y="8101"/>
                    <a:pt x="41915" y="8101"/>
                    <a:pt x="46747" y="8101"/>
                  </a:cubicBezTo>
                  <a:cubicBezTo>
                    <a:pt x="65821" y="8101"/>
                    <a:pt x="75485" y="15366"/>
                    <a:pt x="76756" y="29145"/>
                  </a:cubicBezTo>
                  <a:cubicBezTo>
                    <a:pt x="77011" y="32903"/>
                    <a:pt x="77265" y="34155"/>
                    <a:pt x="82605" y="34155"/>
                  </a:cubicBezTo>
                  <a:cubicBezTo>
                    <a:pt x="88709" y="34155"/>
                    <a:pt x="88709" y="32903"/>
                    <a:pt x="88709" y="27141"/>
                  </a:cubicBezTo>
                  <a:lnTo>
                    <a:pt x="88709" y="7099"/>
                  </a:lnTo>
                  <a:cubicBezTo>
                    <a:pt x="88709" y="2339"/>
                    <a:pt x="88709" y="85"/>
                    <a:pt x="84131" y="85"/>
                  </a:cubicBezTo>
                  <a:cubicBezTo>
                    <a:pt x="83114" y="85"/>
                    <a:pt x="82605" y="85"/>
                    <a:pt x="72687" y="4845"/>
                  </a:cubicBezTo>
                  <a:cubicBezTo>
                    <a:pt x="66075" y="1588"/>
                    <a:pt x="57174" y="85"/>
                    <a:pt x="47001" y="85"/>
                  </a:cubicBezTo>
                  <a:cubicBezTo>
                    <a:pt x="39372" y="85"/>
                    <a:pt x="207" y="85"/>
                    <a:pt x="207" y="32903"/>
                  </a:cubicBezTo>
                  <a:cubicBezTo>
                    <a:pt x="207" y="42924"/>
                    <a:pt x="5293" y="49688"/>
                    <a:pt x="10380" y="53947"/>
                  </a:cubicBezTo>
                  <a:cubicBezTo>
                    <a:pt x="20552" y="62715"/>
                    <a:pt x="30216" y="64218"/>
                    <a:pt x="49799" y="67725"/>
                  </a:cubicBezTo>
                  <a:cubicBezTo>
                    <a:pt x="58954" y="69228"/>
                    <a:pt x="78028" y="72485"/>
                    <a:pt x="78028" y="87266"/>
                  </a:cubicBezTo>
                  <a:cubicBezTo>
                    <a:pt x="78028" y="106055"/>
                    <a:pt x="54631" y="106055"/>
                    <a:pt x="49036" y="106055"/>
                  </a:cubicBezTo>
                  <a:cubicBezTo>
                    <a:pt x="22078" y="106055"/>
                    <a:pt x="15466" y="87767"/>
                    <a:pt x="12414" y="76995"/>
                  </a:cubicBezTo>
                  <a:cubicBezTo>
                    <a:pt x="11143" y="73487"/>
                    <a:pt x="9871" y="73487"/>
                    <a:pt x="6311" y="73487"/>
                  </a:cubicBezTo>
                  <a:cubicBezTo>
                    <a:pt x="207" y="73487"/>
                    <a:pt x="207" y="74990"/>
                    <a:pt x="207" y="80752"/>
                  </a:cubicBezTo>
                  <a:lnTo>
                    <a:pt x="207" y="108059"/>
                  </a:lnTo>
                  <a:cubicBezTo>
                    <a:pt x="207" y="112819"/>
                    <a:pt x="207" y="115074"/>
                    <a:pt x="4785" y="115074"/>
                  </a:cubicBezTo>
                  <a:cubicBezTo>
                    <a:pt x="6565" y="115074"/>
                    <a:pt x="7074" y="115074"/>
                    <a:pt x="12414" y="111316"/>
                  </a:cubicBezTo>
                  <a:cubicBezTo>
                    <a:pt x="12668" y="111316"/>
                    <a:pt x="18263" y="107558"/>
                    <a:pt x="19026" y="107057"/>
                  </a:cubicBezTo>
                  <a:cubicBezTo>
                    <a:pt x="30725" y="115074"/>
                    <a:pt x="43949" y="115074"/>
                    <a:pt x="49036" y="115074"/>
                  </a:cubicBezTo>
                  <a:cubicBezTo>
                    <a:pt x="56920" y="115074"/>
                    <a:pt x="96084" y="115074"/>
                    <a:pt x="96084" y="78498"/>
                  </a:cubicBezTo>
                  <a:cubicBezTo>
                    <a:pt x="96084" y="67725"/>
                    <a:pt x="90998" y="58957"/>
                    <a:pt x="82097" y="51942"/>
                  </a:cubicBezTo>
                  <a:cubicBezTo>
                    <a:pt x="72178" y="44677"/>
                    <a:pt x="64040" y="43174"/>
                    <a:pt x="44204" y="39917"/>
                  </a:cubicBez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D163831-D137-B62B-B49D-E5CC0878A49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023621" y="4577482"/>
              <a:ext cx="169120" cy="58621"/>
            </a:xfrm>
            <a:custGeom>
              <a:avLst/>
              <a:gdLst>
                <a:gd name="csX0" fmla="*/ 160688 w 169120"/>
                <a:gd name="csY0" fmla="*/ 10106 h 58621"/>
                <a:gd name="csX1" fmla="*/ 169335 w 169120"/>
                <a:gd name="csY1" fmla="*/ 5095 h 58621"/>
                <a:gd name="csX2" fmla="*/ 160942 w 169120"/>
                <a:gd name="csY2" fmla="*/ 85 h 58621"/>
                <a:gd name="csX3" fmla="*/ 8607 w 169120"/>
                <a:gd name="csY3" fmla="*/ 85 h 58621"/>
                <a:gd name="csX4" fmla="*/ 214 w 169120"/>
                <a:gd name="csY4" fmla="*/ 5095 h 58621"/>
                <a:gd name="csX5" fmla="*/ 8861 w 169120"/>
                <a:gd name="csY5" fmla="*/ 10106 h 58621"/>
                <a:gd name="csX6" fmla="*/ 160688 w 169120"/>
                <a:gd name="csY6" fmla="*/ 10106 h 58621"/>
                <a:gd name="csX7" fmla="*/ 160942 w 169120"/>
                <a:gd name="csY7" fmla="*/ 58706 h 58621"/>
                <a:gd name="csX8" fmla="*/ 169335 w 169120"/>
                <a:gd name="csY8" fmla="*/ 53696 h 58621"/>
                <a:gd name="csX9" fmla="*/ 160688 w 169120"/>
                <a:gd name="csY9" fmla="*/ 48686 h 58621"/>
                <a:gd name="csX10" fmla="*/ 8861 w 169120"/>
                <a:gd name="csY10" fmla="*/ 48686 h 58621"/>
                <a:gd name="csX11" fmla="*/ 214 w 169120"/>
                <a:gd name="csY11" fmla="*/ 53696 h 58621"/>
                <a:gd name="csX12" fmla="*/ 8607 w 169120"/>
                <a:gd name="csY12" fmla="*/ 58706 h 58621"/>
                <a:gd name="csX13" fmla="*/ 160942 w 169120"/>
                <a:gd name="csY13" fmla="*/ 58706 h 58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9120" h="58621">
                  <a:moveTo>
                    <a:pt x="160688" y="10106"/>
                  </a:moveTo>
                  <a:cubicBezTo>
                    <a:pt x="164503" y="10106"/>
                    <a:pt x="169335" y="10106"/>
                    <a:pt x="169335" y="5095"/>
                  </a:cubicBezTo>
                  <a:cubicBezTo>
                    <a:pt x="169335" y="85"/>
                    <a:pt x="164503" y="85"/>
                    <a:pt x="160942" y="85"/>
                  </a:cubicBezTo>
                  <a:lnTo>
                    <a:pt x="8607" y="85"/>
                  </a:lnTo>
                  <a:cubicBezTo>
                    <a:pt x="5046" y="85"/>
                    <a:pt x="214" y="85"/>
                    <a:pt x="214" y="5095"/>
                  </a:cubicBezTo>
                  <a:cubicBezTo>
                    <a:pt x="214" y="10106"/>
                    <a:pt x="5046" y="10106"/>
                    <a:pt x="8861" y="10106"/>
                  </a:cubicBezTo>
                  <a:lnTo>
                    <a:pt x="160688" y="10106"/>
                  </a:lnTo>
                  <a:close/>
                  <a:moveTo>
                    <a:pt x="160942" y="58706"/>
                  </a:moveTo>
                  <a:cubicBezTo>
                    <a:pt x="164503" y="58706"/>
                    <a:pt x="169335" y="58706"/>
                    <a:pt x="169335" y="53696"/>
                  </a:cubicBezTo>
                  <a:cubicBezTo>
                    <a:pt x="169335" y="48686"/>
                    <a:pt x="164503" y="48686"/>
                    <a:pt x="160688" y="48686"/>
                  </a:cubicBezTo>
                  <a:lnTo>
                    <a:pt x="8861" y="48686"/>
                  </a:lnTo>
                  <a:cubicBezTo>
                    <a:pt x="5046" y="48686"/>
                    <a:pt x="214" y="48686"/>
                    <a:pt x="214" y="53696"/>
                  </a:cubicBezTo>
                  <a:cubicBezTo>
                    <a:pt x="214" y="58706"/>
                    <a:pt x="5046" y="58706"/>
                    <a:pt x="8607" y="58706"/>
                  </a:cubicBezTo>
                  <a:lnTo>
                    <a:pt x="160942" y="58706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5DF1A63-1E19-073E-78F0-28466D1028A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286216" y="4557190"/>
              <a:ext cx="83161" cy="114988"/>
            </a:xfrm>
            <a:custGeom>
              <a:avLst/>
              <a:gdLst>
                <a:gd name="csX0" fmla="*/ 44730 w 83161"/>
                <a:gd name="csY0" fmla="*/ 63717 h 114988"/>
                <a:gd name="csX1" fmla="*/ 71179 w 83161"/>
                <a:gd name="csY1" fmla="*/ 86765 h 114988"/>
                <a:gd name="csX2" fmla="*/ 42441 w 83161"/>
                <a:gd name="csY2" fmla="*/ 109562 h 114988"/>
                <a:gd name="csX3" fmla="*/ 7091 w 83161"/>
                <a:gd name="csY3" fmla="*/ 73988 h 114988"/>
                <a:gd name="csX4" fmla="*/ 3531 w 83161"/>
                <a:gd name="csY4" fmla="*/ 69729 h 114988"/>
                <a:gd name="csX5" fmla="*/ 225 w 83161"/>
                <a:gd name="csY5" fmla="*/ 75992 h 114988"/>
                <a:gd name="csX6" fmla="*/ 225 w 83161"/>
                <a:gd name="csY6" fmla="*/ 109061 h 114988"/>
                <a:gd name="csX7" fmla="*/ 3022 w 83161"/>
                <a:gd name="csY7" fmla="*/ 115074 h 114988"/>
                <a:gd name="csX8" fmla="*/ 9380 w 83161"/>
                <a:gd name="csY8" fmla="*/ 110063 h 114988"/>
                <a:gd name="csX9" fmla="*/ 14466 w 83161"/>
                <a:gd name="csY9" fmla="*/ 104301 h 114988"/>
                <a:gd name="csX10" fmla="*/ 42441 w 83161"/>
                <a:gd name="csY10" fmla="*/ 115074 h 114988"/>
                <a:gd name="csX11" fmla="*/ 83386 w 83161"/>
                <a:gd name="csY11" fmla="*/ 80251 h 114988"/>
                <a:gd name="csX12" fmla="*/ 72705 w 83161"/>
                <a:gd name="csY12" fmla="*/ 56452 h 114988"/>
                <a:gd name="csX13" fmla="*/ 43713 w 83161"/>
                <a:gd name="csY13" fmla="*/ 44427 h 114988"/>
                <a:gd name="csX14" fmla="*/ 12432 w 83161"/>
                <a:gd name="csY14" fmla="*/ 23884 h 114988"/>
                <a:gd name="csX15" fmla="*/ 40915 w 83161"/>
                <a:gd name="csY15" fmla="*/ 4845 h 114988"/>
                <a:gd name="csX16" fmla="*/ 70670 w 83161"/>
                <a:gd name="csY16" fmla="*/ 35158 h 114988"/>
                <a:gd name="csX17" fmla="*/ 73722 w 83161"/>
                <a:gd name="csY17" fmla="*/ 37412 h 114988"/>
                <a:gd name="csX18" fmla="*/ 77028 w 83161"/>
                <a:gd name="csY18" fmla="*/ 31400 h 114988"/>
                <a:gd name="csX19" fmla="*/ 77028 w 83161"/>
                <a:gd name="csY19" fmla="*/ 6097 h 114988"/>
                <a:gd name="csX20" fmla="*/ 74231 w 83161"/>
                <a:gd name="csY20" fmla="*/ 85 h 114988"/>
                <a:gd name="csX21" fmla="*/ 69145 w 83161"/>
                <a:gd name="csY21" fmla="*/ 3091 h 114988"/>
                <a:gd name="csX22" fmla="*/ 64821 w 83161"/>
                <a:gd name="csY22" fmla="*/ 7099 h 114988"/>
                <a:gd name="csX23" fmla="*/ 40915 w 83161"/>
                <a:gd name="csY23" fmla="*/ 85 h 114988"/>
                <a:gd name="csX24" fmla="*/ 225 w 83161"/>
                <a:gd name="csY24" fmla="*/ 30899 h 114988"/>
                <a:gd name="csX25" fmla="*/ 11160 w 83161"/>
                <a:gd name="csY25" fmla="*/ 52193 h 114988"/>
                <a:gd name="csX26" fmla="*/ 44730 w 83161"/>
                <a:gd name="csY26" fmla="*/ 63717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83161" h="114988">
                  <a:moveTo>
                    <a:pt x="44730" y="63717"/>
                  </a:moveTo>
                  <a:cubicBezTo>
                    <a:pt x="50325" y="64719"/>
                    <a:pt x="71179" y="68727"/>
                    <a:pt x="71179" y="86765"/>
                  </a:cubicBezTo>
                  <a:cubicBezTo>
                    <a:pt x="71179" y="99541"/>
                    <a:pt x="62278" y="109562"/>
                    <a:pt x="42441" y="109562"/>
                  </a:cubicBezTo>
                  <a:cubicBezTo>
                    <a:pt x="21079" y="109562"/>
                    <a:pt x="11923" y="95282"/>
                    <a:pt x="7091" y="73988"/>
                  </a:cubicBezTo>
                  <a:cubicBezTo>
                    <a:pt x="6328" y="70731"/>
                    <a:pt x="6074" y="69729"/>
                    <a:pt x="3531" y="69729"/>
                  </a:cubicBezTo>
                  <a:cubicBezTo>
                    <a:pt x="225" y="69729"/>
                    <a:pt x="225" y="71483"/>
                    <a:pt x="225" y="75992"/>
                  </a:cubicBezTo>
                  <a:lnTo>
                    <a:pt x="225" y="109061"/>
                  </a:lnTo>
                  <a:cubicBezTo>
                    <a:pt x="225" y="113320"/>
                    <a:pt x="225" y="115074"/>
                    <a:pt x="3022" y="115074"/>
                  </a:cubicBezTo>
                  <a:cubicBezTo>
                    <a:pt x="4294" y="115074"/>
                    <a:pt x="4548" y="114823"/>
                    <a:pt x="9380" y="110063"/>
                  </a:cubicBezTo>
                  <a:cubicBezTo>
                    <a:pt x="9889" y="109562"/>
                    <a:pt x="9889" y="109061"/>
                    <a:pt x="14466" y="104301"/>
                  </a:cubicBezTo>
                  <a:cubicBezTo>
                    <a:pt x="25656" y="114823"/>
                    <a:pt x="37101" y="115074"/>
                    <a:pt x="42441" y="115074"/>
                  </a:cubicBezTo>
                  <a:cubicBezTo>
                    <a:pt x="71688" y="115074"/>
                    <a:pt x="83386" y="98289"/>
                    <a:pt x="83386" y="80251"/>
                  </a:cubicBezTo>
                  <a:cubicBezTo>
                    <a:pt x="83386" y="66974"/>
                    <a:pt x="75757" y="59458"/>
                    <a:pt x="72705" y="56452"/>
                  </a:cubicBezTo>
                  <a:cubicBezTo>
                    <a:pt x="64312" y="48435"/>
                    <a:pt x="54394" y="46431"/>
                    <a:pt x="43713" y="44427"/>
                  </a:cubicBezTo>
                  <a:cubicBezTo>
                    <a:pt x="29471" y="41671"/>
                    <a:pt x="12432" y="38414"/>
                    <a:pt x="12432" y="23884"/>
                  </a:cubicBezTo>
                  <a:cubicBezTo>
                    <a:pt x="12432" y="15116"/>
                    <a:pt x="19044" y="4845"/>
                    <a:pt x="40915" y="4845"/>
                  </a:cubicBezTo>
                  <a:cubicBezTo>
                    <a:pt x="68890" y="4845"/>
                    <a:pt x="70162" y="27391"/>
                    <a:pt x="70670" y="35158"/>
                  </a:cubicBezTo>
                  <a:cubicBezTo>
                    <a:pt x="70925" y="37412"/>
                    <a:pt x="73214" y="37412"/>
                    <a:pt x="73722" y="37412"/>
                  </a:cubicBezTo>
                  <a:cubicBezTo>
                    <a:pt x="77028" y="37412"/>
                    <a:pt x="77028" y="36160"/>
                    <a:pt x="77028" y="31400"/>
                  </a:cubicBezTo>
                  <a:lnTo>
                    <a:pt x="77028" y="6097"/>
                  </a:lnTo>
                  <a:cubicBezTo>
                    <a:pt x="77028" y="1838"/>
                    <a:pt x="77028" y="85"/>
                    <a:pt x="74231" y="85"/>
                  </a:cubicBezTo>
                  <a:cubicBezTo>
                    <a:pt x="72959" y="85"/>
                    <a:pt x="72451" y="85"/>
                    <a:pt x="69145" y="3091"/>
                  </a:cubicBezTo>
                  <a:cubicBezTo>
                    <a:pt x="68382" y="4093"/>
                    <a:pt x="65838" y="6348"/>
                    <a:pt x="64821" y="7099"/>
                  </a:cubicBezTo>
                  <a:cubicBezTo>
                    <a:pt x="55157" y="85"/>
                    <a:pt x="44730" y="85"/>
                    <a:pt x="40915" y="85"/>
                  </a:cubicBezTo>
                  <a:cubicBezTo>
                    <a:pt x="9889" y="85"/>
                    <a:pt x="225" y="16870"/>
                    <a:pt x="225" y="30899"/>
                  </a:cubicBezTo>
                  <a:cubicBezTo>
                    <a:pt x="225" y="39667"/>
                    <a:pt x="4294" y="46682"/>
                    <a:pt x="11160" y="52193"/>
                  </a:cubicBezTo>
                  <a:cubicBezTo>
                    <a:pt x="19299" y="58706"/>
                    <a:pt x="26419" y="60210"/>
                    <a:pt x="44730" y="63717"/>
                  </a:cubicBez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41B1C22-6010-BE6B-8653-01503460142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385258" y="4557190"/>
              <a:ext cx="112662" cy="114988"/>
            </a:xfrm>
            <a:custGeom>
              <a:avLst/>
              <a:gdLst>
                <a:gd name="csX0" fmla="*/ 112891 w 112662"/>
                <a:gd name="csY0" fmla="*/ 58706 h 114988"/>
                <a:gd name="csX1" fmla="*/ 56687 w 112662"/>
                <a:gd name="csY1" fmla="*/ 85 h 114988"/>
                <a:gd name="csX2" fmla="*/ 229 w 112662"/>
                <a:gd name="csY2" fmla="*/ 58706 h 114988"/>
                <a:gd name="csX3" fmla="*/ 56433 w 112662"/>
                <a:gd name="csY3" fmla="*/ 115074 h 114988"/>
                <a:gd name="csX4" fmla="*/ 112891 w 112662"/>
                <a:gd name="csY4" fmla="*/ 58706 h 114988"/>
                <a:gd name="csX5" fmla="*/ 56687 w 112662"/>
                <a:gd name="csY5" fmla="*/ 108811 h 114988"/>
                <a:gd name="csX6" fmla="*/ 27695 w 112662"/>
                <a:gd name="csY6" fmla="*/ 92026 h 114988"/>
                <a:gd name="csX7" fmla="*/ 21337 w 112662"/>
                <a:gd name="csY7" fmla="*/ 56702 h 114988"/>
                <a:gd name="csX8" fmla="*/ 27441 w 112662"/>
                <a:gd name="csY8" fmla="*/ 22381 h 114988"/>
                <a:gd name="csX9" fmla="*/ 56433 w 112662"/>
                <a:gd name="csY9" fmla="*/ 5596 h 114988"/>
                <a:gd name="csX10" fmla="*/ 85170 w 112662"/>
                <a:gd name="csY10" fmla="*/ 21880 h 114988"/>
                <a:gd name="csX11" fmla="*/ 91783 w 112662"/>
                <a:gd name="csY11" fmla="*/ 56702 h 114988"/>
                <a:gd name="csX12" fmla="*/ 86188 w 112662"/>
                <a:gd name="csY12" fmla="*/ 90272 h 114988"/>
                <a:gd name="csX13" fmla="*/ 56687 w 112662"/>
                <a:gd name="csY13" fmla="*/ 108811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2662" h="114988">
                  <a:moveTo>
                    <a:pt x="112891" y="58706"/>
                  </a:moveTo>
                  <a:cubicBezTo>
                    <a:pt x="112891" y="26640"/>
                    <a:pt x="87459" y="85"/>
                    <a:pt x="56687" y="85"/>
                  </a:cubicBezTo>
                  <a:cubicBezTo>
                    <a:pt x="24897" y="85"/>
                    <a:pt x="229" y="27391"/>
                    <a:pt x="229" y="58706"/>
                  </a:cubicBezTo>
                  <a:cubicBezTo>
                    <a:pt x="229" y="91024"/>
                    <a:pt x="26678" y="115074"/>
                    <a:pt x="56433" y="115074"/>
                  </a:cubicBezTo>
                  <a:cubicBezTo>
                    <a:pt x="87205" y="115074"/>
                    <a:pt x="112891" y="90523"/>
                    <a:pt x="112891" y="58706"/>
                  </a:cubicBezTo>
                  <a:close/>
                  <a:moveTo>
                    <a:pt x="56687" y="108811"/>
                  </a:moveTo>
                  <a:cubicBezTo>
                    <a:pt x="45751" y="108811"/>
                    <a:pt x="34561" y="103550"/>
                    <a:pt x="27695" y="92026"/>
                  </a:cubicBezTo>
                  <a:cubicBezTo>
                    <a:pt x="21337" y="81003"/>
                    <a:pt x="21337" y="65721"/>
                    <a:pt x="21337" y="56702"/>
                  </a:cubicBezTo>
                  <a:cubicBezTo>
                    <a:pt x="21337" y="46932"/>
                    <a:pt x="21337" y="33404"/>
                    <a:pt x="27441" y="22381"/>
                  </a:cubicBezTo>
                  <a:cubicBezTo>
                    <a:pt x="34307" y="10857"/>
                    <a:pt x="46260" y="5596"/>
                    <a:pt x="56433" y="5596"/>
                  </a:cubicBezTo>
                  <a:cubicBezTo>
                    <a:pt x="67623" y="5596"/>
                    <a:pt x="78558" y="11108"/>
                    <a:pt x="85170" y="21880"/>
                  </a:cubicBezTo>
                  <a:cubicBezTo>
                    <a:pt x="91783" y="32652"/>
                    <a:pt x="91783" y="47183"/>
                    <a:pt x="91783" y="56702"/>
                  </a:cubicBezTo>
                  <a:cubicBezTo>
                    <a:pt x="91783" y="65721"/>
                    <a:pt x="91783" y="79249"/>
                    <a:pt x="86188" y="90272"/>
                  </a:cubicBezTo>
                  <a:cubicBezTo>
                    <a:pt x="80593" y="101546"/>
                    <a:pt x="69403" y="108811"/>
                    <a:pt x="56687" y="108811"/>
                  </a:cubicBez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5D450A5-F802-4610-F36A-47B2DDEA65D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513688" y="4492806"/>
              <a:ext cx="82398" cy="176616"/>
            </a:xfrm>
            <a:custGeom>
              <a:avLst/>
              <a:gdLst>
                <a:gd name="csX0" fmla="*/ 36347 w 82398"/>
                <a:gd name="csY0" fmla="*/ 68727 h 176616"/>
                <a:gd name="csX1" fmla="*/ 36347 w 82398"/>
                <a:gd name="csY1" fmla="*/ 39667 h 176616"/>
                <a:gd name="csX2" fmla="*/ 59744 w 82398"/>
                <a:gd name="csY2" fmla="*/ 5596 h 176616"/>
                <a:gd name="csX3" fmla="*/ 68136 w 82398"/>
                <a:gd name="csY3" fmla="*/ 7350 h 176616"/>
                <a:gd name="csX4" fmla="*/ 60507 w 82398"/>
                <a:gd name="csY4" fmla="*/ 17872 h 176616"/>
                <a:gd name="csX5" fmla="*/ 71442 w 82398"/>
                <a:gd name="csY5" fmla="*/ 28644 h 176616"/>
                <a:gd name="csX6" fmla="*/ 82632 w 82398"/>
                <a:gd name="csY6" fmla="*/ 17621 h 176616"/>
                <a:gd name="csX7" fmla="*/ 59744 w 82398"/>
                <a:gd name="csY7" fmla="*/ 85 h 176616"/>
                <a:gd name="csX8" fmla="*/ 20325 w 82398"/>
                <a:gd name="csY8" fmla="*/ 39917 h 176616"/>
                <a:gd name="csX9" fmla="*/ 20325 w 82398"/>
                <a:gd name="csY9" fmla="*/ 68727 h 176616"/>
                <a:gd name="csX10" fmla="*/ 234 w 82398"/>
                <a:gd name="csY10" fmla="*/ 68727 h 176616"/>
                <a:gd name="csX11" fmla="*/ 234 w 82398"/>
                <a:gd name="csY11" fmla="*/ 76493 h 176616"/>
                <a:gd name="csX12" fmla="*/ 20325 w 82398"/>
                <a:gd name="csY12" fmla="*/ 76493 h 176616"/>
                <a:gd name="csX13" fmla="*/ 20325 w 82398"/>
                <a:gd name="csY13" fmla="*/ 157662 h 176616"/>
                <a:gd name="csX14" fmla="*/ 488 w 82398"/>
                <a:gd name="csY14" fmla="*/ 168936 h 176616"/>
                <a:gd name="csX15" fmla="*/ 488 w 82398"/>
                <a:gd name="csY15" fmla="*/ 176702 h 176616"/>
                <a:gd name="csX16" fmla="*/ 29480 w 82398"/>
                <a:gd name="csY16" fmla="*/ 175950 h 176616"/>
                <a:gd name="csX17" fmla="*/ 61778 w 82398"/>
                <a:gd name="csY17" fmla="*/ 176702 h 176616"/>
                <a:gd name="csX18" fmla="*/ 61778 w 82398"/>
                <a:gd name="csY18" fmla="*/ 168936 h 176616"/>
                <a:gd name="csX19" fmla="*/ 56438 w 82398"/>
                <a:gd name="csY19" fmla="*/ 168936 h 176616"/>
                <a:gd name="csX20" fmla="*/ 37110 w 82398"/>
                <a:gd name="csY20" fmla="*/ 157161 h 176616"/>
                <a:gd name="csX21" fmla="*/ 37110 w 82398"/>
                <a:gd name="csY21" fmla="*/ 76493 h 176616"/>
                <a:gd name="csX22" fmla="*/ 66102 w 82398"/>
                <a:gd name="csY22" fmla="*/ 76493 h 176616"/>
                <a:gd name="csX23" fmla="*/ 66102 w 82398"/>
                <a:gd name="csY23" fmla="*/ 68727 h 176616"/>
                <a:gd name="csX24" fmla="*/ 36347 w 82398"/>
                <a:gd name="csY24" fmla="*/ 68727 h 1766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82398" h="176616">
                  <a:moveTo>
                    <a:pt x="36347" y="68727"/>
                  </a:moveTo>
                  <a:lnTo>
                    <a:pt x="36347" y="39667"/>
                  </a:lnTo>
                  <a:cubicBezTo>
                    <a:pt x="36347" y="17621"/>
                    <a:pt x="48554" y="5596"/>
                    <a:pt x="59744" y="5596"/>
                  </a:cubicBezTo>
                  <a:cubicBezTo>
                    <a:pt x="60507" y="5596"/>
                    <a:pt x="64321" y="5596"/>
                    <a:pt x="68136" y="7350"/>
                  </a:cubicBezTo>
                  <a:cubicBezTo>
                    <a:pt x="65084" y="8352"/>
                    <a:pt x="60507" y="11609"/>
                    <a:pt x="60507" y="17872"/>
                  </a:cubicBezTo>
                  <a:cubicBezTo>
                    <a:pt x="60507" y="23634"/>
                    <a:pt x="64576" y="28644"/>
                    <a:pt x="71442" y="28644"/>
                  </a:cubicBezTo>
                  <a:cubicBezTo>
                    <a:pt x="78817" y="28644"/>
                    <a:pt x="82632" y="23634"/>
                    <a:pt x="82632" y="17621"/>
                  </a:cubicBezTo>
                  <a:cubicBezTo>
                    <a:pt x="82632" y="8352"/>
                    <a:pt x="73222" y="85"/>
                    <a:pt x="59744" y="85"/>
                  </a:cubicBezTo>
                  <a:cubicBezTo>
                    <a:pt x="41942" y="85"/>
                    <a:pt x="20325" y="13362"/>
                    <a:pt x="20325" y="39917"/>
                  </a:cubicBezTo>
                  <a:lnTo>
                    <a:pt x="20325" y="68727"/>
                  </a:lnTo>
                  <a:lnTo>
                    <a:pt x="234" y="68727"/>
                  </a:lnTo>
                  <a:lnTo>
                    <a:pt x="234" y="76493"/>
                  </a:lnTo>
                  <a:lnTo>
                    <a:pt x="20325" y="76493"/>
                  </a:lnTo>
                  <a:lnTo>
                    <a:pt x="20325" y="157662"/>
                  </a:lnTo>
                  <a:cubicBezTo>
                    <a:pt x="20325" y="168936"/>
                    <a:pt x="17527" y="168936"/>
                    <a:pt x="488" y="168936"/>
                  </a:cubicBezTo>
                  <a:lnTo>
                    <a:pt x="488" y="176702"/>
                  </a:lnTo>
                  <a:cubicBezTo>
                    <a:pt x="10406" y="176451"/>
                    <a:pt x="22359" y="175950"/>
                    <a:pt x="29480" y="175950"/>
                  </a:cubicBezTo>
                  <a:cubicBezTo>
                    <a:pt x="39653" y="175950"/>
                    <a:pt x="51606" y="175950"/>
                    <a:pt x="61778" y="176702"/>
                  </a:cubicBezTo>
                  <a:lnTo>
                    <a:pt x="61778" y="168936"/>
                  </a:lnTo>
                  <a:lnTo>
                    <a:pt x="56438" y="168936"/>
                  </a:lnTo>
                  <a:cubicBezTo>
                    <a:pt x="37618" y="168936"/>
                    <a:pt x="37110" y="166180"/>
                    <a:pt x="37110" y="157161"/>
                  </a:cubicBezTo>
                  <a:lnTo>
                    <a:pt x="37110" y="76493"/>
                  </a:lnTo>
                  <a:lnTo>
                    <a:pt x="66102" y="76493"/>
                  </a:lnTo>
                  <a:lnTo>
                    <a:pt x="66102" y="68727"/>
                  </a:lnTo>
                  <a:lnTo>
                    <a:pt x="36347" y="68727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A7A39DB-2343-F6AC-9820-F0798661591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587836" y="4515353"/>
              <a:ext cx="79601" cy="156825"/>
            </a:xfrm>
            <a:custGeom>
              <a:avLst/>
              <a:gdLst>
                <a:gd name="csX0" fmla="*/ 39401 w 79601"/>
                <a:gd name="csY0" fmla="*/ 53947 h 156825"/>
                <a:gd name="csX1" fmla="*/ 75769 w 79601"/>
                <a:gd name="csY1" fmla="*/ 53947 h 156825"/>
                <a:gd name="csX2" fmla="*/ 75769 w 79601"/>
                <a:gd name="csY2" fmla="*/ 46180 h 156825"/>
                <a:gd name="csX3" fmla="*/ 39401 w 79601"/>
                <a:gd name="csY3" fmla="*/ 46180 h 156825"/>
                <a:gd name="csX4" fmla="*/ 39401 w 79601"/>
                <a:gd name="csY4" fmla="*/ 85 h 156825"/>
                <a:gd name="csX5" fmla="*/ 33044 w 79601"/>
                <a:gd name="csY5" fmla="*/ 85 h 156825"/>
                <a:gd name="csX6" fmla="*/ 237 w 79601"/>
                <a:gd name="csY6" fmla="*/ 48435 h 156825"/>
                <a:gd name="csX7" fmla="*/ 237 w 79601"/>
                <a:gd name="csY7" fmla="*/ 53947 h 156825"/>
                <a:gd name="csX8" fmla="*/ 21854 w 79601"/>
                <a:gd name="csY8" fmla="*/ 53947 h 156825"/>
                <a:gd name="csX9" fmla="*/ 21854 w 79601"/>
                <a:gd name="csY9" fmla="*/ 123090 h 156825"/>
                <a:gd name="csX10" fmla="*/ 54660 w 79601"/>
                <a:gd name="csY10" fmla="*/ 156911 h 156825"/>
                <a:gd name="csX11" fmla="*/ 79838 w 79601"/>
                <a:gd name="csY11" fmla="*/ 123090 h 156825"/>
                <a:gd name="csX12" fmla="*/ 79838 w 79601"/>
                <a:gd name="csY12" fmla="*/ 108811 h 156825"/>
                <a:gd name="csX13" fmla="*/ 73480 w 79601"/>
                <a:gd name="csY13" fmla="*/ 108811 h 156825"/>
                <a:gd name="csX14" fmla="*/ 73480 w 79601"/>
                <a:gd name="csY14" fmla="*/ 122589 h 156825"/>
                <a:gd name="csX15" fmla="*/ 56441 w 79601"/>
                <a:gd name="csY15" fmla="*/ 150648 h 156825"/>
                <a:gd name="csX16" fmla="*/ 39401 w 79601"/>
                <a:gd name="csY16" fmla="*/ 123591 h 156825"/>
                <a:gd name="csX17" fmla="*/ 39401 w 79601"/>
                <a:gd name="csY17" fmla="*/ 53947 h 156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9601" h="156825">
                  <a:moveTo>
                    <a:pt x="39401" y="53947"/>
                  </a:moveTo>
                  <a:lnTo>
                    <a:pt x="75769" y="53947"/>
                  </a:lnTo>
                  <a:lnTo>
                    <a:pt x="75769" y="46180"/>
                  </a:lnTo>
                  <a:lnTo>
                    <a:pt x="39401" y="46180"/>
                  </a:lnTo>
                  <a:lnTo>
                    <a:pt x="39401" y="85"/>
                  </a:lnTo>
                  <a:lnTo>
                    <a:pt x="33044" y="85"/>
                  </a:lnTo>
                  <a:cubicBezTo>
                    <a:pt x="32789" y="20627"/>
                    <a:pt x="25160" y="47433"/>
                    <a:pt x="237" y="48435"/>
                  </a:cubicBezTo>
                  <a:lnTo>
                    <a:pt x="237" y="53947"/>
                  </a:lnTo>
                  <a:lnTo>
                    <a:pt x="21854" y="53947"/>
                  </a:lnTo>
                  <a:lnTo>
                    <a:pt x="21854" y="123090"/>
                  </a:lnTo>
                  <a:cubicBezTo>
                    <a:pt x="21854" y="153904"/>
                    <a:pt x="45505" y="156911"/>
                    <a:pt x="54660" y="156911"/>
                  </a:cubicBezTo>
                  <a:cubicBezTo>
                    <a:pt x="72717" y="156911"/>
                    <a:pt x="79838" y="139124"/>
                    <a:pt x="79838" y="123090"/>
                  </a:cubicBezTo>
                  <a:lnTo>
                    <a:pt x="79838" y="108811"/>
                  </a:lnTo>
                  <a:lnTo>
                    <a:pt x="73480" y="108811"/>
                  </a:lnTo>
                  <a:lnTo>
                    <a:pt x="73480" y="122589"/>
                  </a:lnTo>
                  <a:cubicBezTo>
                    <a:pt x="73480" y="141128"/>
                    <a:pt x="65850" y="150648"/>
                    <a:pt x="56441" y="150648"/>
                  </a:cubicBezTo>
                  <a:cubicBezTo>
                    <a:pt x="39401" y="150648"/>
                    <a:pt x="39401" y="127850"/>
                    <a:pt x="39401" y="123591"/>
                  </a:cubicBezTo>
                  <a:lnTo>
                    <a:pt x="39401" y="53947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2D606D4-1FAD-E308-A0F6-98C7C8C30D6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690043" y="4558693"/>
              <a:ext cx="198621" cy="110730"/>
            </a:xfrm>
            <a:custGeom>
              <a:avLst/>
              <a:gdLst>
                <a:gd name="csX0" fmla="*/ 20077 w 198621"/>
                <a:gd name="csY0" fmla="*/ 24636 h 110730"/>
                <a:gd name="csX1" fmla="*/ 20077 w 198621"/>
                <a:gd name="csY1" fmla="*/ 91775 h 110730"/>
                <a:gd name="csX2" fmla="*/ 241 w 198621"/>
                <a:gd name="csY2" fmla="*/ 103049 h 110730"/>
                <a:gd name="csX3" fmla="*/ 241 w 198621"/>
                <a:gd name="csY3" fmla="*/ 110815 h 110730"/>
                <a:gd name="csX4" fmla="*/ 28978 w 198621"/>
                <a:gd name="csY4" fmla="*/ 110063 h 110730"/>
                <a:gd name="csX5" fmla="*/ 57462 w 198621"/>
                <a:gd name="csY5" fmla="*/ 110815 h 110730"/>
                <a:gd name="csX6" fmla="*/ 57462 w 198621"/>
                <a:gd name="csY6" fmla="*/ 103049 h 110730"/>
                <a:gd name="csX7" fmla="*/ 37625 w 198621"/>
                <a:gd name="csY7" fmla="*/ 91775 h 110730"/>
                <a:gd name="csX8" fmla="*/ 37625 w 198621"/>
                <a:gd name="csY8" fmla="*/ 45679 h 110730"/>
                <a:gd name="csX9" fmla="*/ 71958 w 198621"/>
                <a:gd name="csY9" fmla="*/ 5596 h 110730"/>
                <a:gd name="csX10" fmla="*/ 90777 w 198621"/>
                <a:gd name="csY10" fmla="*/ 33404 h 110730"/>
                <a:gd name="csX11" fmla="*/ 90777 w 198621"/>
                <a:gd name="csY11" fmla="*/ 91775 h 110730"/>
                <a:gd name="csX12" fmla="*/ 70941 w 198621"/>
                <a:gd name="csY12" fmla="*/ 103049 h 110730"/>
                <a:gd name="csX13" fmla="*/ 70941 w 198621"/>
                <a:gd name="csY13" fmla="*/ 110815 h 110730"/>
                <a:gd name="csX14" fmla="*/ 99678 w 198621"/>
                <a:gd name="csY14" fmla="*/ 110063 h 110730"/>
                <a:gd name="csX15" fmla="*/ 128162 w 198621"/>
                <a:gd name="csY15" fmla="*/ 110815 h 110730"/>
                <a:gd name="csX16" fmla="*/ 128162 w 198621"/>
                <a:gd name="csY16" fmla="*/ 103049 h 110730"/>
                <a:gd name="csX17" fmla="*/ 108325 w 198621"/>
                <a:gd name="csY17" fmla="*/ 91775 h 110730"/>
                <a:gd name="csX18" fmla="*/ 108325 w 198621"/>
                <a:gd name="csY18" fmla="*/ 45679 h 110730"/>
                <a:gd name="csX19" fmla="*/ 142658 w 198621"/>
                <a:gd name="csY19" fmla="*/ 5596 h 110730"/>
                <a:gd name="csX20" fmla="*/ 161477 w 198621"/>
                <a:gd name="csY20" fmla="*/ 33404 h 110730"/>
                <a:gd name="csX21" fmla="*/ 161477 w 198621"/>
                <a:gd name="csY21" fmla="*/ 91775 h 110730"/>
                <a:gd name="csX22" fmla="*/ 141640 w 198621"/>
                <a:gd name="csY22" fmla="*/ 103049 h 110730"/>
                <a:gd name="csX23" fmla="*/ 141640 w 198621"/>
                <a:gd name="csY23" fmla="*/ 110815 h 110730"/>
                <a:gd name="csX24" fmla="*/ 170378 w 198621"/>
                <a:gd name="csY24" fmla="*/ 110063 h 110730"/>
                <a:gd name="csX25" fmla="*/ 198862 w 198621"/>
                <a:gd name="csY25" fmla="*/ 110815 h 110730"/>
                <a:gd name="csX26" fmla="*/ 198862 w 198621"/>
                <a:gd name="csY26" fmla="*/ 103049 h 110730"/>
                <a:gd name="csX27" fmla="*/ 179025 w 198621"/>
                <a:gd name="csY27" fmla="*/ 95533 h 110730"/>
                <a:gd name="csX28" fmla="*/ 179025 w 198621"/>
                <a:gd name="csY28" fmla="*/ 47684 h 110730"/>
                <a:gd name="csX29" fmla="*/ 171141 w 198621"/>
                <a:gd name="csY29" fmla="*/ 9354 h 110730"/>
                <a:gd name="csX30" fmla="*/ 144438 w 198621"/>
                <a:gd name="csY30" fmla="*/ 85 h 110730"/>
                <a:gd name="csX31" fmla="*/ 107562 w 198621"/>
                <a:gd name="csY31" fmla="*/ 24636 h 110730"/>
                <a:gd name="csX32" fmla="*/ 73738 w 198621"/>
                <a:gd name="csY32" fmla="*/ 85 h 110730"/>
                <a:gd name="csX33" fmla="*/ 36099 w 198621"/>
                <a:gd name="csY33" fmla="*/ 26389 h 110730"/>
                <a:gd name="csX34" fmla="*/ 36099 w 198621"/>
                <a:gd name="csY34" fmla="*/ 85 h 110730"/>
                <a:gd name="csX35" fmla="*/ 241 w 198621"/>
                <a:gd name="csY35" fmla="*/ 2840 h 110730"/>
                <a:gd name="csX36" fmla="*/ 241 w 198621"/>
                <a:gd name="csY36" fmla="*/ 10607 h 110730"/>
                <a:gd name="csX37" fmla="*/ 20077 w 198621"/>
                <a:gd name="csY37" fmla="*/ 24636 h 110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198621" h="110730">
                  <a:moveTo>
                    <a:pt x="20077" y="24636"/>
                  </a:moveTo>
                  <a:lnTo>
                    <a:pt x="20077" y="91775"/>
                  </a:lnTo>
                  <a:cubicBezTo>
                    <a:pt x="20077" y="103049"/>
                    <a:pt x="17280" y="103049"/>
                    <a:pt x="241" y="103049"/>
                  </a:cubicBezTo>
                  <a:lnTo>
                    <a:pt x="241" y="110815"/>
                  </a:lnTo>
                  <a:cubicBezTo>
                    <a:pt x="9142" y="110564"/>
                    <a:pt x="22112" y="110063"/>
                    <a:pt x="28978" y="110063"/>
                  </a:cubicBezTo>
                  <a:cubicBezTo>
                    <a:pt x="35591" y="110063"/>
                    <a:pt x="48815" y="110564"/>
                    <a:pt x="57462" y="110815"/>
                  </a:cubicBezTo>
                  <a:lnTo>
                    <a:pt x="57462" y="103049"/>
                  </a:lnTo>
                  <a:cubicBezTo>
                    <a:pt x="40423" y="103049"/>
                    <a:pt x="37625" y="103049"/>
                    <a:pt x="37625" y="91775"/>
                  </a:cubicBezTo>
                  <a:lnTo>
                    <a:pt x="37625" y="45679"/>
                  </a:lnTo>
                  <a:cubicBezTo>
                    <a:pt x="37625" y="19625"/>
                    <a:pt x="55682" y="5596"/>
                    <a:pt x="71958" y="5596"/>
                  </a:cubicBezTo>
                  <a:cubicBezTo>
                    <a:pt x="87980" y="5596"/>
                    <a:pt x="90777" y="19124"/>
                    <a:pt x="90777" y="33404"/>
                  </a:cubicBezTo>
                  <a:lnTo>
                    <a:pt x="90777" y="91775"/>
                  </a:lnTo>
                  <a:cubicBezTo>
                    <a:pt x="90777" y="103049"/>
                    <a:pt x="87980" y="103049"/>
                    <a:pt x="70941" y="103049"/>
                  </a:cubicBezTo>
                  <a:lnTo>
                    <a:pt x="70941" y="110815"/>
                  </a:lnTo>
                  <a:cubicBezTo>
                    <a:pt x="79842" y="110564"/>
                    <a:pt x="92812" y="110063"/>
                    <a:pt x="99678" y="110063"/>
                  </a:cubicBezTo>
                  <a:cubicBezTo>
                    <a:pt x="106291" y="110063"/>
                    <a:pt x="119515" y="110564"/>
                    <a:pt x="128162" y="110815"/>
                  </a:cubicBezTo>
                  <a:lnTo>
                    <a:pt x="128162" y="103049"/>
                  </a:lnTo>
                  <a:cubicBezTo>
                    <a:pt x="111123" y="103049"/>
                    <a:pt x="108325" y="103049"/>
                    <a:pt x="108325" y="91775"/>
                  </a:cubicBezTo>
                  <a:lnTo>
                    <a:pt x="108325" y="45679"/>
                  </a:lnTo>
                  <a:cubicBezTo>
                    <a:pt x="108325" y="19625"/>
                    <a:pt x="126382" y="5596"/>
                    <a:pt x="142658" y="5596"/>
                  </a:cubicBezTo>
                  <a:cubicBezTo>
                    <a:pt x="158680" y="5596"/>
                    <a:pt x="161477" y="19124"/>
                    <a:pt x="161477" y="33404"/>
                  </a:cubicBezTo>
                  <a:lnTo>
                    <a:pt x="161477" y="91775"/>
                  </a:lnTo>
                  <a:cubicBezTo>
                    <a:pt x="161477" y="103049"/>
                    <a:pt x="158680" y="103049"/>
                    <a:pt x="141640" y="103049"/>
                  </a:cubicBezTo>
                  <a:lnTo>
                    <a:pt x="141640" y="110815"/>
                  </a:lnTo>
                  <a:cubicBezTo>
                    <a:pt x="150542" y="110564"/>
                    <a:pt x="163512" y="110063"/>
                    <a:pt x="170378" y="110063"/>
                  </a:cubicBezTo>
                  <a:cubicBezTo>
                    <a:pt x="176990" y="110063"/>
                    <a:pt x="190215" y="110564"/>
                    <a:pt x="198862" y="110815"/>
                  </a:cubicBezTo>
                  <a:lnTo>
                    <a:pt x="198862" y="103049"/>
                  </a:lnTo>
                  <a:cubicBezTo>
                    <a:pt x="185637" y="103049"/>
                    <a:pt x="179279" y="103049"/>
                    <a:pt x="179025" y="95533"/>
                  </a:cubicBezTo>
                  <a:lnTo>
                    <a:pt x="179025" y="47684"/>
                  </a:lnTo>
                  <a:cubicBezTo>
                    <a:pt x="179025" y="26139"/>
                    <a:pt x="179025" y="18373"/>
                    <a:pt x="171141" y="9354"/>
                  </a:cubicBezTo>
                  <a:cubicBezTo>
                    <a:pt x="167581" y="5095"/>
                    <a:pt x="159188" y="85"/>
                    <a:pt x="144438" y="85"/>
                  </a:cubicBezTo>
                  <a:cubicBezTo>
                    <a:pt x="123075" y="85"/>
                    <a:pt x="111885" y="15116"/>
                    <a:pt x="107562" y="24636"/>
                  </a:cubicBezTo>
                  <a:cubicBezTo>
                    <a:pt x="104002" y="2840"/>
                    <a:pt x="85182" y="85"/>
                    <a:pt x="73738" y="85"/>
                  </a:cubicBezTo>
                  <a:cubicBezTo>
                    <a:pt x="55173" y="85"/>
                    <a:pt x="43220" y="10857"/>
                    <a:pt x="36099" y="26389"/>
                  </a:cubicBezTo>
                  <a:lnTo>
                    <a:pt x="36099" y="85"/>
                  </a:lnTo>
                  <a:lnTo>
                    <a:pt x="241" y="2840"/>
                  </a:lnTo>
                  <a:lnTo>
                    <a:pt x="241" y="10607"/>
                  </a:lnTo>
                  <a:cubicBezTo>
                    <a:pt x="18043" y="10607"/>
                    <a:pt x="20077" y="12360"/>
                    <a:pt x="20077" y="24636"/>
                  </a:cubicBez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39E469F-A41E-7354-1438-8B013A7FD087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904517" y="4557190"/>
              <a:ext cx="114696" cy="114988"/>
            </a:xfrm>
            <a:custGeom>
              <a:avLst/>
              <a:gdLst>
                <a:gd name="csX0" fmla="*/ 74255 w 114696"/>
                <a:gd name="csY0" fmla="*/ 93278 h 114988"/>
                <a:gd name="csX1" fmla="*/ 94092 w 114696"/>
                <a:gd name="csY1" fmla="*/ 113821 h 114988"/>
                <a:gd name="csX2" fmla="*/ 114946 w 114696"/>
                <a:gd name="csY2" fmla="*/ 90022 h 114988"/>
                <a:gd name="csX3" fmla="*/ 114946 w 114696"/>
                <a:gd name="csY3" fmla="*/ 75992 h 114988"/>
                <a:gd name="csX4" fmla="*/ 108588 w 114696"/>
                <a:gd name="csY4" fmla="*/ 75992 h 114988"/>
                <a:gd name="csX5" fmla="*/ 108588 w 114696"/>
                <a:gd name="csY5" fmla="*/ 90022 h 114988"/>
                <a:gd name="csX6" fmla="*/ 99432 w 114696"/>
                <a:gd name="csY6" fmla="*/ 106055 h 114988"/>
                <a:gd name="csX7" fmla="*/ 90023 w 114696"/>
                <a:gd name="csY7" fmla="*/ 93529 h 114988"/>
                <a:gd name="csX8" fmla="*/ 90023 w 114696"/>
                <a:gd name="csY8" fmla="*/ 43425 h 114988"/>
                <a:gd name="csX9" fmla="*/ 80867 w 114696"/>
                <a:gd name="csY9" fmla="*/ 13863 h 114988"/>
                <a:gd name="csX10" fmla="*/ 46026 w 114696"/>
                <a:gd name="csY10" fmla="*/ 85 h 114988"/>
                <a:gd name="csX11" fmla="*/ 7624 w 114696"/>
                <a:gd name="csY11" fmla="*/ 28394 h 114988"/>
                <a:gd name="csX12" fmla="*/ 19323 w 114696"/>
                <a:gd name="csY12" fmla="*/ 40168 h 114988"/>
                <a:gd name="csX13" fmla="*/ 31021 w 114696"/>
                <a:gd name="csY13" fmla="*/ 28644 h 114988"/>
                <a:gd name="csX14" fmla="*/ 18051 w 114696"/>
                <a:gd name="csY14" fmla="*/ 17120 h 114988"/>
                <a:gd name="csX15" fmla="*/ 45517 w 114696"/>
                <a:gd name="csY15" fmla="*/ 5596 h 114988"/>
                <a:gd name="csX16" fmla="*/ 72475 w 114696"/>
                <a:gd name="csY16" fmla="*/ 37663 h 114988"/>
                <a:gd name="csX17" fmla="*/ 72475 w 114696"/>
                <a:gd name="csY17" fmla="*/ 46932 h 114988"/>
                <a:gd name="csX18" fmla="*/ 25681 w 114696"/>
                <a:gd name="csY18" fmla="*/ 55951 h 114988"/>
                <a:gd name="csX19" fmla="*/ 249 w 114696"/>
                <a:gd name="csY19" fmla="*/ 88518 h 114988"/>
                <a:gd name="csX20" fmla="*/ 40940 w 114696"/>
                <a:gd name="csY20" fmla="*/ 115074 h 114988"/>
                <a:gd name="csX21" fmla="*/ 74255 w 114696"/>
                <a:gd name="csY21" fmla="*/ 93278 h 114988"/>
                <a:gd name="csX22" fmla="*/ 72475 w 114696"/>
                <a:gd name="csY22" fmla="*/ 52193 h 114988"/>
                <a:gd name="csX23" fmla="*/ 72475 w 114696"/>
                <a:gd name="csY23" fmla="*/ 77245 h 114988"/>
                <a:gd name="csX24" fmla="*/ 42720 w 114696"/>
                <a:gd name="csY24" fmla="*/ 109562 h 114988"/>
                <a:gd name="csX25" fmla="*/ 19831 w 114696"/>
                <a:gd name="csY25" fmla="*/ 88268 h 114988"/>
                <a:gd name="csX26" fmla="*/ 72475 w 114696"/>
                <a:gd name="csY26" fmla="*/ 52193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14696" h="114988">
                  <a:moveTo>
                    <a:pt x="74255" y="93278"/>
                  </a:moveTo>
                  <a:cubicBezTo>
                    <a:pt x="75272" y="103299"/>
                    <a:pt x="82139" y="113821"/>
                    <a:pt x="94092" y="113821"/>
                  </a:cubicBezTo>
                  <a:cubicBezTo>
                    <a:pt x="99432" y="113821"/>
                    <a:pt x="114946" y="110314"/>
                    <a:pt x="114946" y="90022"/>
                  </a:cubicBezTo>
                  <a:lnTo>
                    <a:pt x="114946" y="75992"/>
                  </a:lnTo>
                  <a:lnTo>
                    <a:pt x="108588" y="75992"/>
                  </a:lnTo>
                  <a:lnTo>
                    <a:pt x="108588" y="90022"/>
                  </a:lnTo>
                  <a:cubicBezTo>
                    <a:pt x="108588" y="104552"/>
                    <a:pt x="102230" y="106055"/>
                    <a:pt x="99432" y="106055"/>
                  </a:cubicBezTo>
                  <a:cubicBezTo>
                    <a:pt x="91040" y="106055"/>
                    <a:pt x="90023" y="94781"/>
                    <a:pt x="90023" y="93529"/>
                  </a:cubicBezTo>
                  <a:lnTo>
                    <a:pt x="90023" y="43425"/>
                  </a:lnTo>
                  <a:cubicBezTo>
                    <a:pt x="90023" y="32903"/>
                    <a:pt x="90023" y="23133"/>
                    <a:pt x="80867" y="13863"/>
                  </a:cubicBezTo>
                  <a:cubicBezTo>
                    <a:pt x="70949" y="4093"/>
                    <a:pt x="58233" y="85"/>
                    <a:pt x="46026" y="85"/>
                  </a:cubicBezTo>
                  <a:cubicBezTo>
                    <a:pt x="25172" y="85"/>
                    <a:pt x="7624" y="11859"/>
                    <a:pt x="7624" y="28394"/>
                  </a:cubicBezTo>
                  <a:cubicBezTo>
                    <a:pt x="7624" y="35909"/>
                    <a:pt x="12710" y="40168"/>
                    <a:pt x="19323" y="40168"/>
                  </a:cubicBezTo>
                  <a:cubicBezTo>
                    <a:pt x="26443" y="40168"/>
                    <a:pt x="31021" y="35158"/>
                    <a:pt x="31021" y="28644"/>
                  </a:cubicBezTo>
                  <a:cubicBezTo>
                    <a:pt x="31021" y="25638"/>
                    <a:pt x="29750" y="17371"/>
                    <a:pt x="18051" y="17120"/>
                  </a:cubicBezTo>
                  <a:cubicBezTo>
                    <a:pt x="24918" y="8352"/>
                    <a:pt x="37379" y="5596"/>
                    <a:pt x="45517" y="5596"/>
                  </a:cubicBezTo>
                  <a:cubicBezTo>
                    <a:pt x="57979" y="5596"/>
                    <a:pt x="72475" y="15366"/>
                    <a:pt x="72475" y="37663"/>
                  </a:cubicBezTo>
                  <a:lnTo>
                    <a:pt x="72475" y="46932"/>
                  </a:lnTo>
                  <a:cubicBezTo>
                    <a:pt x="59505" y="47684"/>
                    <a:pt x="41702" y="48435"/>
                    <a:pt x="25681" y="55951"/>
                  </a:cubicBezTo>
                  <a:cubicBezTo>
                    <a:pt x="6607" y="64468"/>
                    <a:pt x="249" y="77496"/>
                    <a:pt x="249" y="88518"/>
                  </a:cubicBezTo>
                  <a:cubicBezTo>
                    <a:pt x="249" y="108811"/>
                    <a:pt x="24918" y="115074"/>
                    <a:pt x="40940" y="115074"/>
                  </a:cubicBezTo>
                  <a:cubicBezTo>
                    <a:pt x="57724" y="115074"/>
                    <a:pt x="69423" y="105053"/>
                    <a:pt x="74255" y="93278"/>
                  </a:cubicBezTo>
                  <a:close/>
                  <a:moveTo>
                    <a:pt x="72475" y="52193"/>
                  </a:moveTo>
                  <a:lnTo>
                    <a:pt x="72475" y="77245"/>
                  </a:lnTo>
                  <a:cubicBezTo>
                    <a:pt x="72475" y="101044"/>
                    <a:pt x="54164" y="109562"/>
                    <a:pt x="42720" y="109562"/>
                  </a:cubicBezTo>
                  <a:cubicBezTo>
                    <a:pt x="30258" y="109562"/>
                    <a:pt x="19831" y="100794"/>
                    <a:pt x="19831" y="88268"/>
                  </a:cubicBezTo>
                  <a:cubicBezTo>
                    <a:pt x="19831" y="74489"/>
                    <a:pt x="30513" y="53696"/>
                    <a:pt x="72475" y="52193"/>
                  </a:cubicBez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ABE4028-977A-62E5-4395-2A7CEE871F2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024046" y="4561449"/>
              <a:ext cx="128175" cy="107974"/>
            </a:xfrm>
            <a:custGeom>
              <a:avLst/>
              <a:gdLst>
                <a:gd name="csX0" fmla="*/ 70191 w 128175"/>
                <a:gd name="csY0" fmla="*/ 49187 h 107974"/>
                <a:gd name="csX1" fmla="*/ 93588 w 128175"/>
                <a:gd name="csY1" fmla="*/ 20878 h 107974"/>
                <a:gd name="csX2" fmla="*/ 123852 w 128175"/>
                <a:gd name="csY2" fmla="*/ 7851 h 107974"/>
                <a:gd name="csX3" fmla="*/ 123852 w 128175"/>
                <a:gd name="csY3" fmla="*/ 85 h 107974"/>
                <a:gd name="csX4" fmla="*/ 102998 w 128175"/>
                <a:gd name="csY4" fmla="*/ 836 h 107974"/>
                <a:gd name="csX5" fmla="*/ 78583 w 128175"/>
                <a:gd name="csY5" fmla="*/ 85 h 107974"/>
                <a:gd name="csX6" fmla="*/ 78583 w 128175"/>
                <a:gd name="csY6" fmla="*/ 7851 h 107974"/>
                <a:gd name="csX7" fmla="*/ 85958 w 128175"/>
                <a:gd name="csY7" fmla="*/ 15617 h 107974"/>
                <a:gd name="csX8" fmla="*/ 82144 w 128175"/>
                <a:gd name="csY8" fmla="*/ 24385 h 107974"/>
                <a:gd name="csX9" fmla="*/ 66376 w 128175"/>
                <a:gd name="csY9" fmla="*/ 43926 h 107974"/>
                <a:gd name="csX10" fmla="*/ 46539 w 128175"/>
                <a:gd name="csY10" fmla="*/ 18623 h 107974"/>
                <a:gd name="csX11" fmla="*/ 44251 w 128175"/>
                <a:gd name="csY11" fmla="*/ 14114 h 107974"/>
                <a:gd name="csX12" fmla="*/ 53152 w 128175"/>
                <a:gd name="csY12" fmla="*/ 7851 h 107974"/>
                <a:gd name="csX13" fmla="*/ 53152 w 128175"/>
                <a:gd name="csY13" fmla="*/ 85 h 107974"/>
                <a:gd name="csX14" fmla="*/ 25686 w 128175"/>
                <a:gd name="csY14" fmla="*/ 836 h 107974"/>
                <a:gd name="csX15" fmla="*/ 1525 w 128175"/>
                <a:gd name="csY15" fmla="*/ 85 h 107974"/>
                <a:gd name="csX16" fmla="*/ 1525 w 128175"/>
                <a:gd name="csY16" fmla="*/ 7851 h 107974"/>
                <a:gd name="csX17" fmla="*/ 31535 w 128175"/>
                <a:gd name="csY17" fmla="*/ 23133 h 107974"/>
                <a:gd name="csX18" fmla="*/ 56712 w 128175"/>
                <a:gd name="csY18" fmla="*/ 55450 h 107974"/>
                <a:gd name="csX19" fmla="*/ 32806 w 128175"/>
                <a:gd name="csY19" fmla="*/ 85262 h 107974"/>
                <a:gd name="csX20" fmla="*/ 254 w 128175"/>
                <a:gd name="csY20" fmla="*/ 100293 h 107974"/>
                <a:gd name="csX21" fmla="*/ 254 w 128175"/>
                <a:gd name="csY21" fmla="*/ 108059 h 107974"/>
                <a:gd name="csX22" fmla="*/ 21362 w 128175"/>
                <a:gd name="csY22" fmla="*/ 107307 h 107974"/>
                <a:gd name="csX23" fmla="*/ 45522 w 128175"/>
                <a:gd name="csY23" fmla="*/ 108059 h 107974"/>
                <a:gd name="csX24" fmla="*/ 45522 w 128175"/>
                <a:gd name="csY24" fmla="*/ 100293 h 107974"/>
                <a:gd name="csX25" fmla="*/ 38147 w 128175"/>
                <a:gd name="csY25" fmla="*/ 92527 h 107974"/>
                <a:gd name="csX26" fmla="*/ 61035 w 128175"/>
                <a:gd name="csY26" fmla="*/ 60711 h 107974"/>
                <a:gd name="csX27" fmla="*/ 80364 w 128175"/>
                <a:gd name="csY27" fmla="*/ 85763 h 107974"/>
                <a:gd name="csX28" fmla="*/ 85704 w 128175"/>
                <a:gd name="csY28" fmla="*/ 94030 h 107974"/>
                <a:gd name="csX29" fmla="*/ 76549 w 128175"/>
                <a:gd name="csY29" fmla="*/ 100293 h 107974"/>
                <a:gd name="csX30" fmla="*/ 76549 w 128175"/>
                <a:gd name="csY30" fmla="*/ 108059 h 107974"/>
                <a:gd name="csX31" fmla="*/ 104015 w 128175"/>
                <a:gd name="csY31" fmla="*/ 107307 h 107974"/>
                <a:gd name="csX32" fmla="*/ 128429 w 128175"/>
                <a:gd name="csY32" fmla="*/ 108059 h 107974"/>
                <a:gd name="csX33" fmla="*/ 128429 w 128175"/>
                <a:gd name="csY33" fmla="*/ 100293 h 107974"/>
                <a:gd name="csX34" fmla="*/ 104269 w 128175"/>
                <a:gd name="csY34" fmla="*/ 92527 h 107974"/>
                <a:gd name="csX35" fmla="*/ 70191 w 128175"/>
                <a:gd name="csY35" fmla="*/ 49187 h 1079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28175" h="107974">
                  <a:moveTo>
                    <a:pt x="70191" y="49187"/>
                  </a:moveTo>
                  <a:cubicBezTo>
                    <a:pt x="77820" y="39667"/>
                    <a:pt x="87484" y="27391"/>
                    <a:pt x="93588" y="20878"/>
                  </a:cubicBezTo>
                  <a:cubicBezTo>
                    <a:pt x="101472" y="11859"/>
                    <a:pt x="111899" y="8101"/>
                    <a:pt x="123852" y="7851"/>
                  </a:cubicBezTo>
                  <a:lnTo>
                    <a:pt x="123852" y="85"/>
                  </a:lnTo>
                  <a:cubicBezTo>
                    <a:pt x="117239" y="586"/>
                    <a:pt x="109610" y="836"/>
                    <a:pt x="102998" y="836"/>
                  </a:cubicBezTo>
                  <a:cubicBezTo>
                    <a:pt x="95368" y="836"/>
                    <a:pt x="81889" y="335"/>
                    <a:pt x="78583" y="85"/>
                  </a:cubicBezTo>
                  <a:lnTo>
                    <a:pt x="78583" y="7851"/>
                  </a:lnTo>
                  <a:cubicBezTo>
                    <a:pt x="83924" y="8352"/>
                    <a:pt x="85958" y="11609"/>
                    <a:pt x="85958" y="15617"/>
                  </a:cubicBezTo>
                  <a:cubicBezTo>
                    <a:pt x="85958" y="19625"/>
                    <a:pt x="83415" y="22882"/>
                    <a:pt x="82144" y="24385"/>
                  </a:cubicBezTo>
                  <a:lnTo>
                    <a:pt x="66376" y="43926"/>
                  </a:lnTo>
                  <a:lnTo>
                    <a:pt x="46539" y="18623"/>
                  </a:lnTo>
                  <a:cubicBezTo>
                    <a:pt x="44251" y="16118"/>
                    <a:pt x="44251" y="15617"/>
                    <a:pt x="44251" y="14114"/>
                  </a:cubicBezTo>
                  <a:cubicBezTo>
                    <a:pt x="44251" y="10356"/>
                    <a:pt x="48065" y="8101"/>
                    <a:pt x="53152" y="7851"/>
                  </a:cubicBezTo>
                  <a:lnTo>
                    <a:pt x="53152" y="85"/>
                  </a:lnTo>
                  <a:cubicBezTo>
                    <a:pt x="46539" y="335"/>
                    <a:pt x="29755" y="836"/>
                    <a:pt x="25686" y="836"/>
                  </a:cubicBezTo>
                  <a:cubicBezTo>
                    <a:pt x="20345" y="836"/>
                    <a:pt x="8392" y="586"/>
                    <a:pt x="1525" y="85"/>
                  </a:cubicBezTo>
                  <a:lnTo>
                    <a:pt x="1525" y="7851"/>
                  </a:lnTo>
                  <a:cubicBezTo>
                    <a:pt x="19328" y="7851"/>
                    <a:pt x="19582" y="8101"/>
                    <a:pt x="31535" y="23133"/>
                  </a:cubicBezTo>
                  <a:lnTo>
                    <a:pt x="56712" y="55450"/>
                  </a:lnTo>
                  <a:lnTo>
                    <a:pt x="32806" y="85262"/>
                  </a:lnTo>
                  <a:cubicBezTo>
                    <a:pt x="20599" y="99792"/>
                    <a:pt x="5595" y="100293"/>
                    <a:pt x="254" y="100293"/>
                  </a:cubicBezTo>
                  <a:lnTo>
                    <a:pt x="254" y="108059"/>
                  </a:lnTo>
                  <a:cubicBezTo>
                    <a:pt x="6866" y="107558"/>
                    <a:pt x="14750" y="107307"/>
                    <a:pt x="21362" y="107307"/>
                  </a:cubicBezTo>
                  <a:cubicBezTo>
                    <a:pt x="28737" y="107307"/>
                    <a:pt x="39419" y="107809"/>
                    <a:pt x="45522" y="108059"/>
                  </a:cubicBezTo>
                  <a:lnTo>
                    <a:pt x="45522" y="100293"/>
                  </a:lnTo>
                  <a:cubicBezTo>
                    <a:pt x="39927" y="99541"/>
                    <a:pt x="38147" y="96285"/>
                    <a:pt x="38147" y="92527"/>
                  </a:cubicBezTo>
                  <a:cubicBezTo>
                    <a:pt x="38147" y="87015"/>
                    <a:pt x="45522" y="78748"/>
                    <a:pt x="61035" y="60711"/>
                  </a:cubicBezTo>
                  <a:lnTo>
                    <a:pt x="80364" y="85763"/>
                  </a:lnTo>
                  <a:cubicBezTo>
                    <a:pt x="82398" y="88518"/>
                    <a:pt x="85704" y="92527"/>
                    <a:pt x="85704" y="94030"/>
                  </a:cubicBezTo>
                  <a:cubicBezTo>
                    <a:pt x="85704" y="96285"/>
                    <a:pt x="83415" y="100042"/>
                    <a:pt x="76549" y="100293"/>
                  </a:cubicBezTo>
                  <a:lnTo>
                    <a:pt x="76549" y="108059"/>
                  </a:lnTo>
                  <a:cubicBezTo>
                    <a:pt x="84178" y="107809"/>
                    <a:pt x="98420" y="107307"/>
                    <a:pt x="104015" y="107307"/>
                  </a:cubicBezTo>
                  <a:cubicBezTo>
                    <a:pt x="110881" y="107307"/>
                    <a:pt x="120800" y="107558"/>
                    <a:pt x="128429" y="108059"/>
                  </a:cubicBezTo>
                  <a:lnTo>
                    <a:pt x="128429" y="100293"/>
                  </a:lnTo>
                  <a:cubicBezTo>
                    <a:pt x="114696" y="100293"/>
                    <a:pt x="110119" y="99792"/>
                    <a:pt x="104269" y="92527"/>
                  </a:cubicBezTo>
                  <a:lnTo>
                    <a:pt x="70191" y="49187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D5CBD16-11FA-FC61-5E91-358E2E5AD99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180394" y="4481533"/>
              <a:ext cx="59001" cy="250520"/>
            </a:xfrm>
            <a:custGeom>
              <a:avLst/>
              <a:gdLst>
                <a:gd name="csX0" fmla="*/ 59261 w 59001"/>
                <a:gd name="csY0" fmla="*/ 248100 h 250520"/>
                <a:gd name="csX1" fmla="*/ 54937 w 59001"/>
                <a:gd name="csY1" fmla="*/ 242589 h 250520"/>
                <a:gd name="csX2" fmla="*/ 15009 w 59001"/>
                <a:gd name="csY2" fmla="*/ 125345 h 250520"/>
                <a:gd name="csX3" fmla="*/ 55954 w 59001"/>
                <a:gd name="csY3" fmla="*/ 6849 h 250520"/>
                <a:gd name="csX4" fmla="*/ 59261 w 59001"/>
                <a:gd name="csY4" fmla="*/ 2590 h 250520"/>
                <a:gd name="csX5" fmla="*/ 56717 w 59001"/>
                <a:gd name="csY5" fmla="*/ 85 h 250520"/>
                <a:gd name="csX6" fmla="*/ 16281 w 59001"/>
                <a:gd name="csY6" fmla="*/ 48936 h 250520"/>
                <a:gd name="csX7" fmla="*/ 259 w 59001"/>
                <a:gd name="csY7" fmla="*/ 125345 h 250520"/>
                <a:gd name="csX8" fmla="*/ 17044 w 59001"/>
                <a:gd name="csY8" fmla="*/ 203507 h 250520"/>
                <a:gd name="csX9" fmla="*/ 56717 w 59001"/>
                <a:gd name="csY9" fmla="*/ 250605 h 250520"/>
                <a:gd name="csX10" fmla="*/ 59261 w 59001"/>
                <a:gd name="csY10" fmla="*/ 248100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9001" h="250520">
                  <a:moveTo>
                    <a:pt x="59261" y="248100"/>
                  </a:moveTo>
                  <a:cubicBezTo>
                    <a:pt x="59261" y="247348"/>
                    <a:pt x="59261" y="246847"/>
                    <a:pt x="54937" y="242589"/>
                  </a:cubicBezTo>
                  <a:cubicBezTo>
                    <a:pt x="23148" y="211023"/>
                    <a:pt x="15009" y="163675"/>
                    <a:pt x="15009" y="125345"/>
                  </a:cubicBezTo>
                  <a:cubicBezTo>
                    <a:pt x="15009" y="81754"/>
                    <a:pt x="24674" y="38164"/>
                    <a:pt x="55954" y="6849"/>
                  </a:cubicBezTo>
                  <a:cubicBezTo>
                    <a:pt x="59261" y="3843"/>
                    <a:pt x="59261" y="3341"/>
                    <a:pt x="59261" y="2590"/>
                  </a:cubicBezTo>
                  <a:cubicBezTo>
                    <a:pt x="59261" y="836"/>
                    <a:pt x="58243" y="85"/>
                    <a:pt x="56717" y="85"/>
                  </a:cubicBezTo>
                  <a:cubicBezTo>
                    <a:pt x="54174" y="85"/>
                    <a:pt x="31286" y="17120"/>
                    <a:pt x="16281" y="48936"/>
                  </a:cubicBezTo>
                  <a:cubicBezTo>
                    <a:pt x="3311" y="76493"/>
                    <a:pt x="259" y="104301"/>
                    <a:pt x="259" y="125345"/>
                  </a:cubicBezTo>
                  <a:cubicBezTo>
                    <a:pt x="259" y="144886"/>
                    <a:pt x="3057" y="175199"/>
                    <a:pt x="17044" y="203507"/>
                  </a:cubicBezTo>
                  <a:cubicBezTo>
                    <a:pt x="32303" y="234321"/>
                    <a:pt x="54174" y="250605"/>
                    <a:pt x="56717" y="250605"/>
                  </a:cubicBezTo>
                  <a:cubicBezTo>
                    <a:pt x="58243" y="250605"/>
                    <a:pt x="59261" y="249854"/>
                    <a:pt x="59261" y="248100"/>
                  </a:cubicBez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64779BA-2C8A-263F-A218-9F1991774BD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260222" y="4497566"/>
              <a:ext cx="289920" cy="173861"/>
            </a:xfrm>
            <a:custGeom>
              <a:avLst/>
              <a:gdLst>
                <a:gd name="csX0" fmla="*/ 266024 w 289920"/>
                <a:gd name="csY0" fmla="*/ 17872 h 173861"/>
                <a:gd name="csX1" fmla="*/ 275688 w 289920"/>
                <a:gd name="csY1" fmla="*/ 12360 h 173861"/>
                <a:gd name="csX2" fmla="*/ 290184 w 289920"/>
                <a:gd name="csY2" fmla="*/ 11859 h 173861"/>
                <a:gd name="csX3" fmla="*/ 290184 w 289920"/>
                <a:gd name="csY3" fmla="*/ 85 h 173861"/>
                <a:gd name="csX4" fmla="*/ 262972 w 289920"/>
                <a:gd name="csY4" fmla="*/ 836 h 173861"/>
                <a:gd name="csX5" fmla="*/ 228385 w 289920"/>
                <a:gd name="csY5" fmla="*/ 85 h 173861"/>
                <a:gd name="csX6" fmla="*/ 228385 w 289920"/>
                <a:gd name="csY6" fmla="*/ 11859 h 173861"/>
                <a:gd name="csX7" fmla="*/ 254325 w 289920"/>
                <a:gd name="csY7" fmla="*/ 14615 h 173861"/>
                <a:gd name="csX8" fmla="*/ 210583 w 289920"/>
                <a:gd name="csY8" fmla="*/ 126598 h 173861"/>
                <a:gd name="csX9" fmla="*/ 165569 w 289920"/>
                <a:gd name="csY9" fmla="*/ 11859 h 173861"/>
                <a:gd name="csX10" fmla="*/ 189983 w 289920"/>
                <a:gd name="csY10" fmla="*/ 11859 h 173861"/>
                <a:gd name="csX11" fmla="*/ 189983 w 289920"/>
                <a:gd name="csY11" fmla="*/ 85 h 173861"/>
                <a:gd name="csX12" fmla="*/ 145478 w 289920"/>
                <a:gd name="csY12" fmla="*/ 836 h 173861"/>
                <a:gd name="csX13" fmla="*/ 106567 w 289920"/>
                <a:gd name="csY13" fmla="*/ 85 h 173861"/>
                <a:gd name="csX14" fmla="*/ 106567 w 289920"/>
                <a:gd name="csY14" fmla="*/ 11859 h 173861"/>
                <a:gd name="csX15" fmla="*/ 128438 w 289920"/>
                <a:gd name="csY15" fmla="*/ 11859 h 173861"/>
                <a:gd name="csX16" fmla="*/ 138865 w 289920"/>
                <a:gd name="csY16" fmla="*/ 38414 h 173861"/>
                <a:gd name="csX17" fmla="*/ 104278 w 289920"/>
                <a:gd name="csY17" fmla="*/ 126598 h 173861"/>
                <a:gd name="csX18" fmla="*/ 59264 w 289920"/>
                <a:gd name="csY18" fmla="*/ 11859 h 173861"/>
                <a:gd name="csX19" fmla="*/ 83679 w 289920"/>
                <a:gd name="csY19" fmla="*/ 11859 h 173861"/>
                <a:gd name="csX20" fmla="*/ 83679 w 289920"/>
                <a:gd name="csY20" fmla="*/ 85 h 173861"/>
                <a:gd name="csX21" fmla="*/ 39173 w 289920"/>
                <a:gd name="csY21" fmla="*/ 836 h 173861"/>
                <a:gd name="csX22" fmla="*/ 263 w 289920"/>
                <a:gd name="csY22" fmla="*/ 85 h 173861"/>
                <a:gd name="csX23" fmla="*/ 263 w 289920"/>
                <a:gd name="csY23" fmla="*/ 11859 h 173861"/>
                <a:gd name="csX24" fmla="*/ 22134 w 289920"/>
                <a:gd name="csY24" fmla="*/ 11859 h 173861"/>
                <a:gd name="csX25" fmla="*/ 83170 w 289920"/>
                <a:gd name="csY25" fmla="*/ 167432 h 173861"/>
                <a:gd name="csX26" fmla="*/ 92071 w 289920"/>
                <a:gd name="csY26" fmla="*/ 173946 h 173861"/>
                <a:gd name="csX27" fmla="*/ 100972 w 289920"/>
                <a:gd name="csY27" fmla="*/ 167432 h 173861"/>
                <a:gd name="csX28" fmla="*/ 145223 w 289920"/>
                <a:gd name="csY28" fmla="*/ 54698 h 173861"/>
                <a:gd name="csX29" fmla="*/ 189474 w 289920"/>
                <a:gd name="csY29" fmla="*/ 167432 h 173861"/>
                <a:gd name="csX30" fmla="*/ 198375 w 289920"/>
                <a:gd name="csY30" fmla="*/ 173946 h 173861"/>
                <a:gd name="csX31" fmla="*/ 207277 w 289920"/>
                <a:gd name="csY31" fmla="*/ 167432 h 173861"/>
                <a:gd name="csX32" fmla="*/ 266024 w 289920"/>
                <a:gd name="csY32" fmla="*/ 17872 h 173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89920" h="173861">
                  <a:moveTo>
                    <a:pt x="266024" y="17872"/>
                  </a:moveTo>
                  <a:cubicBezTo>
                    <a:pt x="267549" y="13613"/>
                    <a:pt x="267804" y="13112"/>
                    <a:pt x="275688" y="12360"/>
                  </a:cubicBezTo>
                  <a:cubicBezTo>
                    <a:pt x="280774" y="11859"/>
                    <a:pt x="286115" y="11859"/>
                    <a:pt x="290184" y="11859"/>
                  </a:cubicBezTo>
                  <a:lnTo>
                    <a:pt x="290184" y="85"/>
                  </a:lnTo>
                  <a:cubicBezTo>
                    <a:pt x="283317" y="335"/>
                    <a:pt x="274416" y="836"/>
                    <a:pt x="262972" y="836"/>
                  </a:cubicBezTo>
                  <a:cubicBezTo>
                    <a:pt x="253308" y="836"/>
                    <a:pt x="237540" y="836"/>
                    <a:pt x="228385" y="85"/>
                  </a:cubicBezTo>
                  <a:lnTo>
                    <a:pt x="228385" y="11859"/>
                  </a:lnTo>
                  <a:cubicBezTo>
                    <a:pt x="234743" y="11859"/>
                    <a:pt x="246950" y="11859"/>
                    <a:pt x="254325" y="14615"/>
                  </a:cubicBezTo>
                  <a:lnTo>
                    <a:pt x="210583" y="126598"/>
                  </a:lnTo>
                  <a:lnTo>
                    <a:pt x="165569" y="11859"/>
                  </a:lnTo>
                  <a:lnTo>
                    <a:pt x="189983" y="11859"/>
                  </a:lnTo>
                  <a:lnTo>
                    <a:pt x="189983" y="85"/>
                  </a:lnTo>
                  <a:cubicBezTo>
                    <a:pt x="180319" y="836"/>
                    <a:pt x="156413" y="836"/>
                    <a:pt x="145478" y="836"/>
                  </a:cubicBezTo>
                  <a:cubicBezTo>
                    <a:pt x="135559" y="836"/>
                    <a:pt x="115468" y="836"/>
                    <a:pt x="106567" y="85"/>
                  </a:cubicBezTo>
                  <a:lnTo>
                    <a:pt x="106567" y="11859"/>
                  </a:lnTo>
                  <a:lnTo>
                    <a:pt x="128438" y="11859"/>
                  </a:lnTo>
                  <a:lnTo>
                    <a:pt x="138865" y="38414"/>
                  </a:lnTo>
                  <a:lnTo>
                    <a:pt x="104278" y="126598"/>
                  </a:lnTo>
                  <a:lnTo>
                    <a:pt x="59264" y="11859"/>
                  </a:lnTo>
                  <a:lnTo>
                    <a:pt x="83679" y="11859"/>
                  </a:lnTo>
                  <a:lnTo>
                    <a:pt x="83679" y="85"/>
                  </a:lnTo>
                  <a:cubicBezTo>
                    <a:pt x="74015" y="836"/>
                    <a:pt x="50109" y="836"/>
                    <a:pt x="39173" y="836"/>
                  </a:cubicBezTo>
                  <a:cubicBezTo>
                    <a:pt x="29255" y="836"/>
                    <a:pt x="9164" y="836"/>
                    <a:pt x="263" y="85"/>
                  </a:cubicBezTo>
                  <a:lnTo>
                    <a:pt x="263" y="11859"/>
                  </a:lnTo>
                  <a:lnTo>
                    <a:pt x="22134" y="11859"/>
                  </a:lnTo>
                  <a:lnTo>
                    <a:pt x="83170" y="167432"/>
                  </a:lnTo>
                  <a:cubicBezTo>
                    <a:pt x="84696" y="171441"/>
                    <a:pt x="85713" y="173946"/>
                    <a:pt x="92071" y="173946"/>
                  </a:cubicBezTo>
                  <a:cubicBezTo>
                    <a:pt x="98429" y="173946"/>
                    <a:pt x="99446" y="171441"/>
                    <a:pt x="100972" y="167432"/>
                  </a:cubicBezTo>
                  <a:lnTo>
                    <a:pt x="145223" y="54698"/>
                  </a:lnTo>
                  <a:lnTo>
                    <a:pt x="189474" y="167432"/>
                  </a:lnTo>
                  <a:cubicBezTo>
                    <a:pt x="191000" y="171441"/>
                    <a:pt x="192018" y="173946"/>
                    <a:pt x="198375" y="173946"/>
                  </a:cubicBezTo>
                  <a:cubicBezTo>
                    <a:pt x="204733" y="173946"/>
                    <a:pt x="205751" y="171441"/>
                    <a:pt x="207277" y="167432"/>
                  </a:cubicBezTo>
                  <a:lnTo>
                    <a:pt x="266024" y="17872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933434A-A5F9-6834-C1B0-5576AE8EFBE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566135" y="4555937"/>
              <a:ext cx="111899" cy="114988"/>
            </a:xfrm>
            <a:custGeom>
              <a:avLst/>
              <a:gdLst>
                <a:gd name="csX0" fmla="*/ 82165 w 111899"/>
                <a:gd name="csY0" fmla="*/ 11609 h 114988"/>
                <a:gd name="csX1" fmla="*/ 77078 w 111899"/>
                <a:gd name="csY1" fmla="*/ 23133 h 114988"/>
                <a:gd name="csX2" fmla="*/ 92846 w 111899"/>
                <a:gd name="csY2" fmla="*/ 38915 h 114988"/>
                <a:gd name="csX3" fmla="*/ 108868 w 111899"/>
                <a:gd name="csY3" fmla="*/ 23133 h 114988"/>
                <a:gd name="csX4" fmla="*/ 64617 w 111899"/>
                <a:gd name="csY4" fmla="*/ 85 h 114988"/>
                <a:gd name="csX5" fmla="*/ 275 w 111899"/>
                <a:gd name="csY5" fmla="*/ 57955 h 114988"/>
                <a:gd name="csX6" fmla="*/ 63345 w 111899"/>
                <a:gd name="csY6" fmla="*/ 115074 h 114988"/>
                <a:gd name="csX7" fmla="*/ 112174 w 111899"/>
                <a:gd name="csY7" fmla="*/ 84260 h 114988"/>
                <a:gd name="csX8" fmla="*/ 106070 w 111899"/>
                <a:gd name="csY8" fmla="*/ 80752 h 114988"/>
                <a:gd name="csX9" fmla="*/ 99967 w 111899"/>
                <a:gd name="csY9" fmla="*/ 84510 h 114988"/>
                <a:gd name="csX10" fmla="*/ 68177 w 111899"/>
                <a:gd name="csY10" fmla="*/ 105053 h 114988"/>
                <a:gd name="csX11" fmla="*/ 32827 w 111899"/>
                <a:gd name="csY11" fmla="*/ 56702 h 114988"/>
                <a:gd name="csX12" fmla="*/ 65634 w 111899"/>
                <a:gd name="csY12" fmla="*/ 10106 h 114988"/>
                <a:gd name="csX13" fmla="*/ 82165 w 111899"/>
                <a:gd name="csY13" fmla="*/ 11609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1899" h="114988">
                  <a:moveTo>
                    <a:pt x="82165" y="11609"/>
                  </a:moveTo>
                  <a:cubicBezTo>
                    <a:pt x="77587" y="15617"/>
                    <a:pt x="77078" y="20878"/>
                    <a:pt x="77078" y="23133"/>
                  </a:cubicBezTo>
                  <a:cubicBezTo>
                    <a:pt x="77078" y="34155"/>
                    <a:pt x="85979" y="38915"/>
                    <a:pt x="92846" y="38915"/>
                  </a:cubicBezTo>
                  <a:cubicBezTo>
                    <a:pt x="100730" y="38915"/>
                    <a:pt x="108868" y="33654"/>
                    <a:pt x="108868" y="23133"/>
                  </a:cubicBezTo>
                  <a:cubicBezTo>
                    <a:pt x="108868" y="1588"/>
                    <a:pt x="79367" y="85"/>
                    <a:pt x="64617" y="85"/>
                  </a:cubicBezTo>
                  <a:cubicBezTo>
                    <a:pt x="19094" y="85"/>
                    <a:pt x="275" y="28895"/>
                    <a:pt x="275" y="57955"/>
                  </a:cubicBezTo>
                  <a:cubicBezTo>
                    <a:pt x="275" y="91274"/>
                    <a:pt x="24181" y="115074"/>
                    <a:pt x="63345" y="115074"/>
                  </a:cubicBezTo>
                  <a:cubicBezTo>
                    <a:pt x="104545" y="115074"/>
                    <a:pt x="112174" y="86013"/>
                    <a:pt x="112174" y="84260"/>
                  </a:cubicBezTo>
                  <a:cubicBezTo>
                    <a:pt x="112174" y="80752"/>
                    <a:pt x="108614" y="80752"/>
                    <a:pt x="106070" y="80752"/>
                  </a:cubicBezTo>
                  <a:cubicBezTo>
                    <a:pt x="101493" y="80752"/>
                    <a:pt x="101238" y="81253"/>
                    <a:pt x="99967" y="84510"/>
                  </a:cubicBezTo>
                  <a:cubicBezTo>
                    <a:pt x="93355" y="100293"/>
                    <a:pt x="81147" y="105053"/>
                    <a:pt x="68177" y="105053"/>
                  </a:cubicBezTo>
                  <a:cubicBezTo>
                    <a:pt x="32827" y="105053"/>
                    <a:pt x="32827" y="68226"/>
                    <a:pt x="32827" y="56702"/>
                  </a:cubicBezTo>
                  <a:cubicBezTo>
                    <a:pt x="32827" y="42673"/>
                    <a:pt x="32827" y="10106"/>
                    <a:pt x="65634" y="10106"/>
                  </a:cubicBezTo>
                  <a:cubicBezTo>
                    <a:pt x="74535" y="10106"/>
                    <a:pt x="78859" y="10857"/>
                    <a:pt x="82165" y="11609"/>
                  </a:cubicBez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CFB4B52-F35D-9CC4-0896-654CAE14A7B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700950" y="4481533"/>
              <a:ext cx="59001" cy="250520"/>
            </a:xfrm>
            <a:custGeom>
              <a:avLst/>
              <a:gdLst>
                <a:gd name="csX0" fmla="*/ 59281 w 59001"/>
                <a:gd name="csY0" fmla="*/ 125345 h 250520"/>
                <a:gd name="csX1" fmla="*/ 42496 w 59001"/>
                <a:gd name="csY1" fmla="*/ 47183 h 250520"/>
                <a:gd name="csX2" fmla="*/ 2823 w 59001"/>
                <a:gd name="csY2" fmla="*/ 85 h 250520"/>
                <a:gd name="csX3" fmla="*/ 280 w 59001"/>
                <a:gd name="csY3" fmla="*/ 2590 h 250520"/>
                <a:gd name="csX4" fmla="*/ 5112 w 59001"/>
                <a:gd name="csY4" fmla="*/ 8352 h 250520"/>
                <a:gd name="csX5" fmla="*/ 44531 w 59001"/>
                <a:gd name="csY5" fmla="*/ 125345 h 250520"/>
                <a:gd name="csX6" fmla="*/ 3586 w 59001"/>
                <a:gd name="csY6" fmla="*/ 243841 h 250520"/>
                <a:gd name="csX7" fmla="*/ 280 w 59001"/>
                <a:gd name="csY7" fmla="*/ 248100 h 250520"/>
                <a:gd name="csX8" fmla="*/ 2823 w 59001"/>
                <a:gd name="csY8" fmla="*/ 250605 h 250520"/>
                <a:gd name="csX9" fmla="*/ 43259 w 59001"/>
                <a:gd name="csY9" fmla="*/ 201754 h 250520"/>
                <a:gd name="csX10" fmla="*/ 59281 w 59001"/>
                <a:gd name="csY10" fmla="*/ 125345 h 25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9001" h="250520">
                  <a:moveTo>
                    <a:pt x="59281" y="125345"/>
                  </a:moveTo>
                  <a:cubicBezTo>
                    <a:pt x="59281" y="105804"/>
                    <a:pt x="56484" y="75491"/>
                    <a:pt x="42496" y="47183"/>
                  </a:cubicBezTo>
                  <a:cubicBezTo>
                    <a:pt x="27237" y="16369"/>
                    <a:pt x="5366" y="85"/>
                    <a:pt x="2823" y="85"/>
                  </a:cubicBezTo>
                  <a:cubicBezTo>
                    <a:pt x="1297" y="85"/>
                    <a:pt x="280" y="1087"/>
                    <a:pt x="280" y="2590"/>
                  </a:cubicBezTo>
                  <a:cubicBezTo>
                    <a:pt x="280" y="3341"/>
                    <a:pt x="280" y="3843"/>
                    <a:pt x="5112" y="8352"/>
                  </a:cubicBezTo>
                  <a:cubicBezTo>
                    <a:pt x="30035" y="33153"/>
                    <a:pt x="44531" y="72986"/>
                    <a:pt x="44531" y="125345"/>
                  </a:cubicBezTo>
                  <a:cubicBezTo>
                    <a:pt x="44531" y="168184"/>
                    <a:pt x="35121" y="212276"/>
                    <a:pt x="3586" y="243841"/>
                  </a:cubicBezTo>
                  <a:cubicBezTo>
                    <a:pt x="280" y="246847"/>
                    <a:pt x="280" y="247348"/>
                    <a:pt x="280" y="248100"/>
                  </a:cubicBezTo>
                  <a:cubicBezTo>
                    <a:pt x="280" y="249603"/>
                    <a:pt x="1297" y="250605"/>
                    <a:pt x="2823" y="250605"/>
                  </a:cubicBezTo>
                  <a:cubicBezTo>
                    <a:pt x="5366" y="250605"/>
                    <a:pt x="28255" y="233570"/>
                    <a:pt x="43259" y="201754"/>
                  </a:cubicBezTo>
                  <a:cubicBezTo>
                    <a:pt x="56230" y="174196"/>
                    <a:pt x="59281" y="146389"/>
                    <a:pt x="59281" y="125345"/>
                  </a:cubicBez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A1D600-ED65-5C8C-C5D3-7D0B7462C31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228183" y="4922924"/>
              <a:ext cx="289920" cy="173861"/>
            </a:xfrm>
            <a:custGeom>
              <a:avLst/>
              <a:gdLst>
                <a:gd name="csX0" fmla="*/ 265944 w 289920"/>
                <a:gd name="csY0" fmla="*/ 17889 h 173861"/>
                <a:gd name="csX1" fmla="*/ 275608 w 289920"/>
                <a:gd name="csY1" fmla="*/ 12377 h 173861"/>
                <a:gd name="csX2" fmla="*/ 290104 w 289920"/>
                <a:gd name="csY2" fmla="*/ 11876 h 173861"/>
                <a:gd name="csX3" fmla="*/ 290104 w 289920"/>
                <a:gd name="csY3" fmla="*/ 102 h 173861"/>
                <a:gd name="csX4" fmla="*/ 262892 w 289920"/>
                <a:gd name="csY4" fmla="*/ 853 h 173861"/>
                <a:gd name="csX5" fmla="*/ 228305 w 289920"/>
                <a:gd name="csY5" fmla="*/ 102 h 173861"/>
                <a:gd name="csX6" fmla="*/ 228305 w 289920"/>
                <a:gd name="csY6" fmla="*/ 11876 h 173861"/>
                <a:gd name="csX7" fmla="*/ 254245 w 289920"/>
                <a:gd name="csY7" fmla="*/ 14632 h 173861"/>
                <a:gd name="csX8" fmla="*/ 210503 w 289920"/>
                <a:gd name="csY8" fmla="*/ 126614 h 173861"/>
                <a:gd name="csX9" fmla="*/ 165489 w 289920"/>
                <a:gd name="csY9" fmla="*/ 11876 h 173861"/>
                <a:gd name="csX10" fmla="*/ 189903 w 289920"/>
                <a:gd name="csY10" fmla="*/ 11876 h 173861"/>
                <a:gd name="csX11" fmla="*/ 189903 w 289920"/>
                <a:gd name="csY11" fmla="*/ 102 h 173861"/>
                <a:gd name="csX12" fmla="*/ 145398 w 289920"/>
                <a:gd name="csY12" fmla="*/ 853 h 173861"/>
                <a:gd name="csX13" fmla="*/ 106488 w 289920"/>
                <a:gd name="csY13" fmla="*/ 102 h 173861"/>
                <a:gd name="csX14" fmla="*/ 106488 w 289920"/>
                <a:gd name="csY14" fmla="*/ 11876 h 173861"/>
                <a:gd name="csX15" fmla="*/ 128359 w 289920"/>
                <a:gd name="csY15" fmla="*/ 11876 h 173861"/>
                <a:gd name="csX16" fmla="*/ 138786 w 289920"/>
                <a:gd name="csY16" fmla="*/ 38431 h 173861"/>
                <a:gd name="csX17" fmla="*/ 104199 w 289920"/>
                <a:gd name="csY17" fmla="*/ 126614 h 173861"/>
                <a:gd name="csX18" fmla="*/ 59185 w 289920"/>
                <a:gd name="csY18" fmla="*/ 11876 h 173861"/>
                <a:gd name="csX19" fmla="*/ 83599 w 289920"/>
                <a:gd name="csY19" fmla="*/ 11876 h 173861"/>
                <a:gd name="csX20" fmla="*/ 83599 w 289920"/>
                <a:gd name="csY20" fmla="*/ 102 h 173861"/>
                <a:gd name="csX21" fmla="*/ 39094 w 289920"/>
                <a:gd name="csY21" fmla="*/ 853 h 173861"/>
                <a:gd name="csX22" fmla="*/ 183 w 289920"/>
                <a:gd name="csY22" fmla="*/ 102 h 173861"/>
                <a:gd name="csX23" fmla="*/ 183 w 289920"/>
                <a:gd name="csY23" fmla="*/ 11876 h 173861"/>
                <a:gd name="csX24" fmla="*/ 22055 w 289920"/>
                <a:gd name="csY24" fmla="*/ 11876 h 173861"/>
                <a:gd name="csX25" fmla="*/ 83091 w 289920"/>
                <a:gd name="csY25" fmla="*/ 167449 h 173861"/>
                <a:gd name="csX26" fmla="*/ 91992 w 289920"/>
                <a:gd name="csY26" fmla="*/ 173963 h 173861"/>
                <a:gd name="csX27" fmla="*/ 100893 w 289920"/>
                <a:gd name="csY27" fmla="*/ 167449 h 173861"/>
                <a:gd name="csX28" fmla="*/ 145144 w 289920"/>
                <a:gd name="csY28" fmla="*/ 54715 h 173861"/>
                <a:gd name="csX29" fmla="*/ 189395 w 289920"/>
                <a:gd name="csY29" fmla="*/ 167449 h 173861"/>
                <a:gd name="csX30" fmla="*/ 198296 w 289920"/>
                <a:gd name="csY30" fmla="*/ 173963 h 173861"/>
                <a:gd name="csX31" fmla="*/ 207197 w 289920"/>
                <a:gd name="csY31" fmla="*/ 167449 h 173861"/>
                <a:gd name="csX32" fmla="*/ 265944 w 289920"/>
                <a:gd name="csY32" fmla="*/ 17889 h 173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89920" h="173861">
                  <a:moveTo>
                    <a:pt x="265944" y="17889"/>
                  </a:moveTo>
                  <a:cubicBezTo>
                    <a:pt x="267470" y="13630"/>
                    <a:pt x="267724" y="13129"/>
                    <a:pt x="275608" y="12377"/>
                  </a:cubicBezTo>
                  <a:cubicBezTo>
                    <a:pt x="280694" y="11876"/>
                    <a:pt x="286035" y="11876"/>
                    <a:pt x="290104" y="11876"/>
                  </a:cubicBezTo>
                  <a:lnTo>
                    <a:pt x="290104" y="102"/>
                  </a:lnTo>
                  <a:cubicBezTo>
                    <a:pt x="283238" y="352"/>
                    <a:pt x="274336" y="853"/>
                    <a:pt x="262892" y="853"/>
                  </a:cubicBezTo>
                  <a:cubicBezTo>
                    <a:pt x="253228" y="853"/>
                    <a:pt x="237461" y="853"/>
                    <a:pt x="228305" y="102"/>
                  </a:cubicBezTo>
                  <a:lnTo>
                    <a:pt x="228305" y="11876"/>
                  </a:lnTo>
                  <a:cubicBezTo>
                    <a:pt x="234663" y="11876"/>
                    <a:pt x="246870" y="11876"/>
                    <a:pt x="254245" y="14632"/>
                  </a:cubicBezTo>
                  <a:lnTo>
                    <a:pt x="210503" y="126614"/>
                  </a:lnTo>
                  <a:lnTo>
                    <a:pt x="165489" y="11876"/>
                  </a:lnTo>
                  <a:lnTo>
                    <a:pt x="189903" y="11876"/>
                  </a:lnTo>
                  <a:lnTo>
                    <a:pt x="189903" y="102"/>
                  </a:lnTo>
                  <a:cubicBezTo>
                    <a:pt x="180239" y="853"/>
                    <a:pt x="156334" y="853"/>
                    <a:pt x="145398" y="853"/>
                  </a:cubicBezTo>
                  <a:cubicBezTo>
                    <a:pt x="135480" y="853"/>
                    <a:pt x="115389" y="853"/>
                    <a:pt x="106488" y="102"/>
                  </a:cubicBezTo>
                  <a:lnTo>
                    <a:pt x="106488" y="11876"/>
                  </a:lnTo>
                  <a:lnTo>
                    <a:pt x="128359" y="11876"/>
                  </a:lnTo>
                  <a:lnTo>
                    <a:pt x="138786" y="38431"/>
                  </a:lnTo>
                  <a:lnTo>
                    <a:pt x="104199" y="126614"/>
                  </a:lnTo>
                  <a:lnTo>
                    <a:pt x="59185" y="11876"/>
                  </a:lnTo>
                  <a:lnTo>
                    <a:pt x="83599" y="11876"/>
                  </a:lnTo>
                  <a:lnTo>
                    <a:pt x="83599" y="102"/>
                  </a:lnTo>
                  <a:cubicBezTo>
                    <a:pt x="73935" y="853"/>
                    <a:pt x="50029" y="853"/>
                    <a:pt x="39094" y="853"/>
                  </a:cubicBezTo>
                  <a:cubicBezTo>
                    <a:pt x="29175" y="853"/>
                    <a:pt x="9085" y="853"/>
                    <a:pt x="183" y="102"/>
                  </a:cubicBezTo>
                  <a:lnTo>
                    <a:pt x="183" y="11876"/>
                  </a:lnTo>
                  <a:lnTo>
                    <a:pt x="22055" y="11876"/>
                  </a:lnTo>
                  <a:lnTo>
                    <a:pt x="83091" y="167449"/>
                  </a:lnTo>
                  <a:cubicBezTo>
                    <a:pt x="84616" y="171458"/>
                    <a:pt x="85634" y="173963"/>
                    <a:pt x="91992" y="173963"/>
                  </a:cubicBezTo>
                  <a:cubicBezTo>
                    <a:pt x="98350" y="173963"/>
                    <a:pt x="99367" y="171458"/>
                    <a:pt x="100893" y="167449"/>
                  </a:cubicBezTo>
                  <a:lnTo>
                    <a:pt x="145144" y="54715"/>
                  </a:lnTo>
                  <a:lnTo>
                    <a:pt x="189395" y="167449"/>
                  </a:lnTo>
                  <a:cubicBezTo>
                    <a:pt x="190921" y="171458"/>
                    <a:pt x="191938" y="173963"/>
                    <a:pt x="198296" y="173963"/>
                  </a:cubicBezTo>
                  <a:cubicBezTo>
                    <a:pt x="204654" y="173963"/>
                    <a:pt x="205671" y="171458"/>
                    <a:pt x="207197" y="167449"/>
                  </a:cubicBezTo>
                  <a:lnTo>
                    <a:pt x="265944" y="17889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CCF29FB-13E6-5C67-BA59-BEEE2286228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620244" y="4959500"/>
              <a:ext cx="127158" cy="145301"/>
            </a:xfrm>
            <a:custGeom>
              <a:avLst/>
              <a:gdLst>
                <a:gd name="csX0" fmla="*/ 118455 w 127158"/>
                <a:gd name="csY0" fmla="*/ 77763 h 145301"/>
                <a:gd name="csX1" fmla="*/ 127356 w 127158"/>
                <a:gd name="csY1" fmla="*/ 72753 h 145301"/>
                <a:gd name="csX2" fmla="*/ 118455 w 127158"/>
                <a:gd name="csY2" fmla="*/ 67742 h 145301"/>
                <a:gd name="csX3" fmla="*/ 10625 w 127158"/>
                <a:gd name="csY3" fmla="*/ 67742 h 145301"/>
                <a:gd name="csX4" fmla="*/ 78782 w 127158"/>
                <a:gd name="csY4" fmla="*/ 10122 h 145301"/>
                <a:gd name="csX5" fmla="*/ 118455 w 127158"/>
                <a:gd name="csY5" fmla="*/ 10122 h 145301"/>
                <a:gd name="csX6" fmla="*/ 127356 w 127158"/>
                <a:gd name="csY6" fmla="*/ 5112 h 145301"/>
                <a:gd name="csX7" fmla="*/ 118455 w 127158"/>
                <a:gd name="csY7" fmla="*/ 102 h 145301"/>
                <a:gd name="csX8" fmla="*/ 78273 w 127158"/>
                <a:gd name="csY8" fmla="*/ 102 h 145301"/>
                <a:gd name="csX9" fmla="*/ 198 w 127158"/>
                <a:gd name="csY9" fmla="*/ 72753 h 145301"/>
                <a:gd name="csX10" fmla="*/ 78273 w 127158"/>
                <a:gd name="csY10" fmla="*/ 145404 h 145301"/>
                <a:gd name="csX11" fmla="*/ 118455 w 127158"/>
                <a:gd name="csY11" fmla="*/ 145404 h 145301"/>
                <a:gd name="csX12" fmla="*/ 127356 w 127158"/>
                <a:gd name="csY12" fmla="*/ 140393 h 145301"/>
                <a:gd name="csX13" fmla="*/ 118455 w 127158"/>
                <a:gd name="csY13" fmla="*/ 135383 h 145301"/>
                <a:gd name="csX14" fmla="*/ 78782 w 127158"/>
                <a:gd name="csY14" fmla="*/ 135383 h 145301"/>
                <a:gd name="csX15" fmla="*/ 10625 w 127158"/>
                <a:gd name="csY15" fmla="*/ 77763 h 145301"/>
                <a:gd name="csX16" fmla="*/ 118455 w 127158"/>
                <a:gd name="csY16" fmla="*/ 77763 h 1453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7158" h="145301">
                  <a:moveTo>
                    <a:pt x="118455" y="77763"/>
                  </a:moveTo>
                  <a:cubicBezTo>
                    <a:pt x="122779" y="77763"/>
                    <a:pt x="127356" y="77763"/>
                    <a:pt x="127356" y="72753"/>
                  </a:cubicBezTo>
                  <a:cubicBezTo>
                    <a:pt x="127356" y="67742"/>
                    <a:pt x="122779" y="67742"/>
                    <a:pt x="118455" y="67742"/>
                  </a:cubicBezTo>
                  <a:lnTo>
                    <a:pt x="10625" y="67742"/>
                  </a:lnTo>
                  <a:cubicBezTo>
                    <a:pt x="13677" y="34172"/>
                    <a:pt x="42923" y="10122"/>
                    <a:pt x="78782" y="10122"/>
                  </a:cubicBezTo>
                  <a:lnTo>
                    <a:pt x="118455" y="10122"/>
                  </a:lnTo>
                  <a:cubicBezTo>
                    <a:pt x="122779" y="10122"/>
                    <a:pt x="127356" y="10122"/>
                    <a:pt x="127356" y="5112"/>
                  </a:cubicBezTo>
                  <a:cubicBezTo>
                    <a:pt x="127356" y="102"/>
                    <a:pt x="122779" y="102"/>
                    <a:pt x="118455" y="102"/>
                  </a:cubicBezTo>
                  <a:lnTo>
                    <a:pt x="78273" y="102"/>
                  </a:lnTo>
                  <a:cubicBezTo>
                    <a:pt x="34785" y="102"/>
                    <a:pt x="198" y="32669"/>
                    <a:pt x="198" y="72753"/>
                  </a:cubicBezTo>
                  <a:cubicBezTo>
                    <a:pt x="198" y="112836"/>
                    <a:pt x="34785" y="145404"/>
                    <a:pt x="78273" y="145404"/>
                  </a:cubicBezTo>
                  <a:lnTo>
                    <a:pt x="118455" y="145404"/>
                  </a:lnTo>
                  <a:cubicBezTo>
                    <a:pt x="122779" y="145404"/>
                    <a:pt x="127356" y="145404"/>
                    <a:pt x="127356" y="140393"/>
                  </a:cubicBezTo>
                  <a:cubicBezTo>
                    <a:pt x="127356" y="135383"/>
                    <a:pt x="122779" y="135383"/>
                    <a:pt x="118455" y="135383"/>
                  </a:cubicBezTo>
                  <a:lnTo>
                    <a:pt x="78782" y="135383"/>
                  </a:lnTo>
                  <a:cubicBezTo>
                    <a:pt x="42923" y="135383"/>
                    <a:pt x="13677" y="111333"/>
                    <a:pt x="10625" y="77763"/>
                  </a:cubicBezTo>
                  <a:lnTo>
                    <a:pt x="118455" y="77763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83B991D-8F5A-8A3C-9C3C-0974DB88F9A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843391" y="4923174"/>
              <a:ext cx="174715" cy="171606"/>
            </a:xfrm>
            <a:custGeom>
              <a:avLst/>
              <a:gdLst>
                <a:gd name="csX0" fmla="*/ 64295 w 174715"/>
                <a:gd name="csY0" fmla="*/ 93045 h 171606"/>
                <a:gd name="csX1" fmla="*/ 73451 w 174715"/>
                <a:gd name="csY1" fmla="*/ 93045 h 171606"/>
                <a:gd name="csX2" fmla="*/ 111598 w 174715"/>
                <a:gd name="csY2" fmla="*/ 151165 h 171606"/>
                <a:gd name="csX3" fmla="*/ 123042 w 174715"/>
                <a:gd name="csY3" fmla="*/ 168702 h 171606"/>
                <a:gd name="csX4" fmla="*/ 131435 w 174715"/>
                <a:gd name="csY4" fmla="*/ 171708 h 171606"/>
                <a:gd name="csX5" fmla="*/ 166530 w 174715"/>
                <a:gd name="csY5" fmla="*/ 171708 h 171606"/>
                <a:gd name="csX6" fmla="*/ 174923 w 174715"/>
                <a:gd name="csY6" fmla="*/ 167199 h 171606"/>
                <a:gd name="csX7" fmla="*/ 171108 w 174715"/>
                <a:gd name="csY7" fmla="*/ 162940 h 171606"/>
                <a:gd name="csX8" fmla="*/ 143133 w 174715"/>
                <a:gd name="csY8" fmla="*/ 136385 h 171606"/>
                <a:gd name="csX9" fmla="*/ 111598 w 174715"/>
                <a:gd name="csY9" fmla="*/ 90289 h 171606"/>
                <a:gd name="csX10" fmla="*/ 156104 w 174715"/>
                <a:gd name="csY10" fmla="*/ 46949 h 171606"/>
                <a:gd name="csX11" fmla="*/ 88710 w 174715"/>
                <a:gd name="csY11" fmla="*/ 102 h 171606"/>
                <a:gd name="csX12" fmla="*/ 8854 w 174715"/>
                <a:gd name="csY12" fmla="*/ 102 h 171606"/>
                <a:gd name="csX13" fmla="*/ 208 w 174715"/>
                <a:gd name="csY13" fmla="*/ 4611 h 171606"/>
                <a:gd name="csX14" fmla="*/ 7074 w 174715"/>
                <a:gd name="csY14" fmla="*/ 8870 h 171606"/>
                <a:gd name="csX15" fmla="*/ 22842 w 174715"/>
                <a:gd name="csY15" fmla="*/ 23149 h 171606"/>
                <a:gd name="csX16" fmla="*/ 22842 w 174715"/>
                <a:gd name="csY16" fmla="*/ 148660 h 171606"/>
                <a:gd name="csX17" fmla="*/ 7074 w 174715"/>
                <a:gd name="csY17" fmla="*/ 162940 h 171606"/>
                <a:gd name="csX18" fmla="*/ 208 w 174715"/>
                <a:gd name="csY18" fmla="*/ 167199 h 171606"/>
                <a:gd name="csX19" fmla="*/ 8854 w 174715"/>
                <a:gd name="csY19" fmla="*/ 171708 h 171606"/>
                <a:gd name="csX20" fmla="*/ 78537 w 174715"/>
                <a:gd name="csY20" fmla="*/ 171708 h 171606"/>
                <a:gd name="csX21" fmla="*/ 86929 w 174715"/>
                <a:gd name="csY21" fmla="*/ 167199 h 171606"/>
                <a:gd name="csX22" fmla="*/ 79809 w 174715"/>
                <a:gd name="csY22" fmla="*/ 162940 h 171606"/>
                <a:gd name="csX23" fmla="*/ 64295 w 174715"/>
                <a:gd name="csY23" fmla="*/ 148660 h 171606"/>
                <a:gd name="csX24" fmla="*/ 64295 w 174715"/>
                <a:gd name="csY24" fmla="*/ 93045 h 171606"/>
                <a:gd name="csX25" fmla="*/ 113378 w 174715"/>
                <a:gd name="csY25" fmla="*/ 80769 h 171606"/>
                <a:gd name="csX26" fmla="*/ 121262 w 174715"/>
                <a:gd name="csY26" fmla="*/ 47199 h 171606"/>
                <a:gd name="csX27" fmla="*/ 111598 w 174715"/>
                <a:gd name="csY27" fmla="*/ 11626 h 171606"/>
                <a:gd name="csX28" fmla="*/ 147202 w 174715"/>
                <a:gd name="csY28" fmla="*/ 46949 h 171606"/>
                <a:gd name="csX29" fmla="*/ 113378 w 174715"/>
                <a:gd name="csY29" fmla="*/ 80769 h 171606"/>
                <a:gd name="csX30" fmla="*/ 64295 w 174715"/>
                <a:gd name="csY30" fmla="*/ 22398 h 171606"/>
                <a:gd name="csX31" fmla="*/ 80063 w 174715"/>
                <a:gd name="csY31" fmla="*/ 8870 h 171606"/>
                <a:gd name="csX32" fmla="*/ 112361 w 174715"/>
                <a:gd name="csY32" fmla="*/ 47199 h 171606"/>
                <a:gd name="csX33" fmla="*/ 64295 w 174715"/>
                <a:gd name="csY33" fmla="*/ 84277 h 171606"/>
                <a:gd name="csX34" fmla="*/ 64295 w 174715"/>
                <a:gd name="csY34" fmla="*/ 22398 h 171606"/>
                <a:gd name="csX35" fmla="*/ 29708 w 174715"/>
                <a:gd name="csY35" fmla="*/ 162940 h 171606"/>
                <a:gd name="csX36" fmla="*/ 31743 w 174715"/>
                <a:gd name="csY36" fmla="*/ 149161 h 171606"/>
                <a:gd name="csX37" fmla="*/ 31743 w 174715"/>
                <a:gd name="csY37" fmla="*/ 22648 h 171606"/>
                <a:gd name="csX38" fmla="*/ 29708 w 174715"/>
                <a:gd name="csY38" fmla="*/ 8870 h 171606"/>
                <a:gd name="csX39" fmla="*/ 58700 w 174715"/>
                <a:gd name="csY39" fmla="*/ 8870 h 171606"/>
                <a:gd name="csX40" fmla="*/ 55394 w 174715"/>
                <a:gd name="csY40" fmla="*/ 21646 h 171606"/>
                <a:gd name="csX41" fmla="*/ 55394 w 174715"/>
                <a:gd name="csY41" fmla="*/ 149161 h 171606"/>
                <a:gd name="csX42" fmla="*/ 57429 w 174715"/>
                <a:gd name="csY42" fmla="*/ 162940 h 171606"/>
                <a:gd name="csX43" fmla="*/ 29708 w 174715"/>
                <a:gd name="csY43" fmla="*/ 162940 h 171606"/>
                <a:gd name="csX44" fmla="*/ 83878 w 174715"/>
                <a:gd name="csY44" fmla="*/ 93045 h 171606"/>
                <a:gd name="csX45" fmla="*/ 88710 w 174715"/>
                <a:gd name="csY45" fmla="*/ 92544 h 171606"/>
                <a:gd name="csX46" fmla="*/ 101934 w 174715"/>
                <a:gd name="csY46" fmla="*/ 91542 h 171606"/>
                <a:gd name="csX47" fmla="*/ 154323 w 174715"/>
                <a:gd name="csY47" fmla="*/ 162940 h 171606"/>
                <a:gd name="csX48" fmla="*/ 129655 w 174715"/>
                <a:gd name="csY48" fmla="*/ 162940 h 171606"/>
                <a:gd name="csX49" fmla="*/ 83878 w 174715"/>
                <a:gd name="csY49" fmla="*/ 93045 h 1716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174715" h="171606">
                  <a:moveTo>
                    <a:pt x="64295" y="93045"/>
                  </a:moveTo>
                  <a:lnTo>
                    <a:pt x="73451" y="93045"/>
                  </a:lnTo>
                  <a:lnTo>
                    <a:pt x="111598" y="151165"/>
                  </a:lnTo>
                  <a:cubicBezTo>
                    <a:pt x="114141" y="155174"/>
                    <a:pt x="120245" y="164944"/>
                    <a:pt x="123042" y="168702"/>
                  </a:cubicBezTo>
                  <a:cubicBezTo>
                    <a:pt x="124823" y="171708"/>
                    <a:pt x="125586" y="171708"/>
                    <a:pt x="131435" y="171708"/>
                  </a:cubicBezTo>
                  <a:lnTo>
                    <a:pt x="166530" y="171708"/>
                  </a:lnTo>
                  <a:cubicBezTo>
                    <a:pt x="171108" y="171708"/>
                    <a:pt x="174923" y="171708"/>
                    <a:pt x="174923" y="167199"/>
                  </a:cubicBezTo>
                  <a:cubicBezTo>
                    <a:pt x="174923" y="165195"/>
                    <a:pt x="173397" y="163441"/>
                    <a:pt x="171108" y="162940"/>
                  </a:cubicBezTo>
                  <a:cubicBezTo>
                    <a:pt x="161698" y="160936"/>
                    <a:pt x="149237" y="144401"/>
                    <a:pt x="143133" y="136385"/>
                  </a:cubicBezTo>
                  <a:cubicBezTo>
                    <a:pt x="141353" y="133880"/>
                    <a:pt x="128637" y="117345"/>
                    <a:pt x="111598" y="90289"/>
                  </a:cubicBezTo>
                  <a:cubicBezTo>
                    <a:pt x="134232" y="86281"/>
                    <a:pt x="156104" y="76761"/>
                    <a:pt x="156104" y="46949"/>
                  </a:cubicBezTo>
                  <a:cubicBezTo>
                    <a:pt x="156104" y="12127"/>
                    <a:pt x="118719" y="102"/>
                    <a:pt x="88710" y="102"/>
                  </a:cubicBezTo>
                  <a:lnTo>
                    <a:pt x="8854" y="102"/>
                  </a:lnTo>
                  <a:cubicBezTo>
                    <a:pt x="4277" y="102"/>
                    <a:pt x="208" y="102"/>
                    <a:pt x="208" y="4611"/>
                  </a:cubicBezTo>
                  <a:cubicBezTo>
                    <a:pt x="208" y="8870"/>
                    <a:pt x="5040" y="8870"/>
                    <a:pt x="7074" y="8870"/>
                  </a:cubicBezTo>
                  <a:cubicBezTo>
                    <a:pt x="21570" y="8870"/>
                    <a:pt x="22842" y="10623"/>
                    <a:pt x="22842" y="23149"/>
                  </a:cubicBezTo>
                  <a:lnTo>
                    <a:pt x="22842" y="148660"/>
                  </a:lnTo>
                  <a:cubicBezTo>
                    <a:pt x="22842" y="161186"/>
                    <a:pt x="21570" y="162940"/>
                    <a:pt x="7074" y="162940"/>
                  </a:cubicBezTo>
                  <a:cubicBezTo>
                    <a:pt x="5040" y="162940"/>
                    <a:pt x="208" y="162940"/>
                    <a:pt x="208" y="167199"/>
                  </a:cubicBezTo>
                  <a:cubicBezTo>
                    <a:pt x="208" y="171708"/>
                    <a:pt x="4277" y="171708"/>
                    <a:pt x="8854" y="171708"/>
                  </a:cubicBezTo>
                  <a:lnTo>
                    <a:pt x="78537" y="171708"/>
                  </a:lnTo>
                  <a:cubicBezTo>
                    <a:pt x="83115" y="171708"/>
                    <a:pt x="86929" y="171708"/>
                    <a:pt x="86929" y="167199"/>
                  </a:cubicBezTo>
                  <a:cubicBezTo>
                    <a:pt x="86929" y="162940"/>
                    <a:pt x="82606" y="162940"/>
                    <a:pt x="79809" y="162940"/>
                  </a:cubicBezTo>
                  <a:cubicBezTo>
                    <a:pt x="65313" y="162940"/>
                    <a:pt x="64295" y="160936"/>
                    <a:pt x="64295" y="148660"/>
                  </a:cubicBezTo>
                  <a:lnTo>
                    <a:pt x="64295" y="93045"/>
                  </a:lnTo>
                  <a:close/>
                  <a:moveTo>
                    <a:pt x="113378" y="80769"/>
                  </a:moveTo>
                  <a:cubicBezTo>
                    <a:pt x="120499" y="71500"/>
                    <a:pt x="121262" y="58222"/>
                    <a:pt x="121262" y="47199"/>
                  </a:cubicBezTo>
                  <a:cubicBezTo>
                    <a:pt x="121262" y="35174"/>
                    <a:pt x="119736" y="21897"/>
                    <a:pt x="111598" y="11626"/>
                  </a:cubicBezTo>
                  <a:cubicBezTo>
                    <a:pt x="122025" y="13880"/>
                    <a:pt x="147202" y="21646"/>
                    <a:pt x="147202" y="46949"/>
                  </a:cubicBezTo>
                  <a:cubicBezTo>
                    <a:pt x="147202" y="63233"/>
                    <a:pt x="139573" y="76009"/>
                    <a:pt x="113378" y="80769"/>
                  </a:cubicBezTo>
                  <a:close/>
                  <a:moveTo>
                    <a:pt x="64295" y="22398"/>
                  </a:moveTo>
                  <a:cubicBezTo>
                    <a:pt x="64295" y="17137"/>
                    <a:pt x="64295" y="8870"/>
                    <a:pt x="80063" y="8870"/>
                  </a:cubicBezTo>
                  <a:cubicBezTo>
                    <a:pt x="101680" y="8870"/>
                    <a:pt x="112361" y="17638"/>
                    <a:pt x="112361" y="47199"/>
                  </a:cubicBezTo>
                  <a:cubicBezTo>
                    <a:pt x="112361" y="79517"/>
                    <a:pt x="104477" y="84277"/>
                    <a:pt x="64295" y="84277"/>
                  </a:cubicBezTo>
                  <a:lnTo>
                    <a:pt x="64295" y="22398"/>
                  </a:lnTo>
                  <a:close/>
                  <a:moveTo>
                    <a:pt x="29708" y="162940"/>
                  </a:moveTo>
                  <a:cubicBezTo>
                    <a:pt x="31743" y="158431"/>
                    <a:pt x="31743" y="151416"/>
                    <a:pt x="31743" y="149161"/>
                  </a:cubicBezTo>
                  <a:lnTo>
                    <a:pt x="31743" y="22648"/>
                  </a:lnTo>
                  <a:cubicBezTo>
                    <a:pt x="31743" y="20143"/>
                    <a:pt x="31743" y="13379"/>
                    <a:pt x="29708" y="8870"/>
                  </a:cubicBezTo>
                  <a:lnTo>
                    <a:pt x="58700" y="8870"/>
                  </a:lnTo>
                  <a:cubicBezTo>
                    <a:pt x="55394" y="12878"/>
                    <a:pt x="55394" y="17889"/>
                    <a:pt x="55394" y="21646"/>
                  </a:cubicBezTo>
                  <a:lnTo>
                    <a:pt x="55394" y="149161"/>
                  </a:lnTo>
                  <a:cubicBezTo>
                    <a:pt x="55394" y="151667"/>
                    <a:pt x="55394" y="158431"/>
                    <a:pt x="57429" y="162940"/>
                  </a:cubicBezTo>
                  <a:lnTo>
                    <a:pt x="29708" y="162940"/>
                  </a:lnTo>
                  <a:close/>
                  <a:moveTo>
                    <a:pt x="83878" y="93045"/>
                  </a:moveTo>
                  <a:cubicBezTo>
                    <a:pt x="85658" y="92794"/>
                    <a:pt x="86675" y="92544"/>
                    <a:pt x="88710" y="92544"/>
                  </a:cubicBezTo>
                  <a:cubicBezTo>
                    <a:pt x="92524" y="92544"/>
                    <a:pt x="98119" y="92043"/>
                    <a:pt x="101934" y="91542"/>
                  </a:cubicBezTo>
                  <a:cubicBezTo>
                    <a:pt x="105749" y="97554"/>
                    <a:pt x="133215" y="142147"/>
                    <a:pt x="154323" y="162940"/>
                  </a:cubicBezTo>
                  <a:lnTo>
                    <a:pt x="129655" y="162940"/>
                  </a:lnTo>
                  <a:lnTo>
                    <a:pt x="83878" y="93045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6FAFC0E-D79F-DFB6-19B5-5F2F8E6D45C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048809" y="4859820"/>
              <a:ext cx="8723" cy="175364"/>
            </a:xfrm>
            <a:custGeom>
              <a:avLst/>
              <a:gdLst>
                <a:gd name="csX0" fmla="*/ 8938 w 8723"/>
                <a:gd name="csY0" fmla="*/ 6937 h 175364"/>
                <a:gd name="csX1" fmla="*/ 4665 w 8723"/>
                <a:gd name="csY1" fmla="*/ 97 h 175364"/>
                <a:gd name="csX2" fmla="*/ 215 w 8723"/>
                <a:gd name="csY2" fmla="*/ 6937 h 175364"/>
                <a:gd name="csX3" fmla="*/ 215 w 8723"/>
                <a:gd name="csY3" fmla="*/ 168623 h 175364"/>
                <a:gd name="csX4" fmla="*/ 4487 w 8723"/>
                <a:gd name="csY4" fmla="*/ 175462 h 175364"/>
                <a:gd name="csX5" fmla="*/ 8938 w 8723"/>
                <a:gd name="csY5" fmla="*/ 168623 h 175364"/>
                <a:gd name="csX6" fmla="*/ 8938 w 8723"/>
                <a:gd name="csY6" fmla="*/ 6937 h 175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23" h="175364">
                  <a:moveTo>
                    <a:pt x="8938" y="6937"/>
                  </a:moveTo>
                  <a:cubicBezTo>
                    <a:pt x="8938" y="4306"/>
                    <a:pt x="8938" y="97"/>
                    <a:pt x="4665" y="97"/>
                  </a:cubicBezTo>
                  <a:cubicBezTo>
                    <a:pt x="215" y="97"/>
                    <a:pt x="215" y="4131"/>
                    <a:pt x="215" y="6937"/>
                  </a:cubicBezTo>
                  <a:lnTo>
                    <a:pt x="215" y="168623"/>
                  </a:lnTo>
                  <a:cubicBezTo>
                    <a:pt x="215" y="171253"/>
                    <a:pt x="215" y="175462"/>
                    <a:pt x="4487" y="175462"/>
                  </a:cubicBezTo>
                  <a:cubicBezTo>
                    <a:pt x="8938" y="175462"/>
                    <a:pt x="8938" y="171428"/>
                    <a:pt x="8938" y="168623"/>
                  </a:cubicBezTo>
                  <a:lnTo>
                    <a:pt x="8938" y="6937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392D6EE-0E78-10B8-022D-FF2669F80876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097460" y="4871569"/>
              <a:ext cx="139212" cy="123281"/>
            </a:xfrm>
            <a:custGeom>
              <a:avLst/>
              <a:gdLst>
                <a:gd name="csX0" fmla="*/ 113439 w 139212"/>
                <a:gd name="csY0" fmla="*/ 20966 h 123281"/>
                <a:gd name="csX1" fmla="*/ 135335 w 139212"/>
                <a:gd name="csY1" fmla="*/ 6411 h 123281"/>
                <a:gd name="csX2" fmla="*/ 139430 w 139212"/>
                <a:gd name="csY2" fmla="*/ 2553 h 123281"/>
                <a:gd name="csX3" fmla="*/ 136938 w 139212"/>
                <a:gd name="csY3" fmla="*/ 97 h 123281"/>
                <a:gd name="csX4" fmla="*/ 122696 w 139212"/>
                <a:gd name="csY4" fmla="*/ 799 h 123281"/>
                <a:gd name="csX5" fmla="*/ 104182 w 139212"/>
                <a:gd name="csY5" fmla="*/ 97 h 123281"/>
                <a:gd name="csX6" fmla="*/ 100621 w 139212"/>
                <a:gd name="csY6" fmla="*/ 3955 h 123281"/>
                <a:gd name="csX7" fmla="*/ 103826 w 139212"/>
                <a:gd name="csY7" fmla="*/ 6411 h 123281"/>
                <a:gd name="csX8" fmla="*/ 111124 w 139212"/>
                <a:gd name="csY8" fmla="*/ 11496 h 123281"/>
                <a:gd name="csX9" fmla="*/ 107920 w 139212"/>
                <a:gd name="csY9" fmla="*/ 18511 h 123281"/>
                <a:gd name="csX10" fmla="*/ 49529 w 139212"/>
                <a:gd name="csY10" fmla="*/ 103387 h 123281"/>
                <a:gd name="csX11" fmla="*/ 33329 w 139212"/>
                <a:gd name="csY11" fmla="*/ 13776 h 123281"/>
                <a:gd name="csX12" fmla="*/ 32973 w 139212"/>
                <a:gd name="csY12" fmla="*/ 11145 h 123281"/>
                <a:gd name="csX13" fmla="*/ 44188 w 139212"/>
                <a:gd name="csY13" fmla="*/ 6411 h 123281"/>
                <a:gd name="csX14" fmla="*/ 49529 w 139212"/>
                <a:gd name="csY14" fmla="*/ 2553 h 123281"/>
                <a:gd name="csX15" fmla="*/ 46503 w 139212"/>
                <a:gd name="csY15" fmla="*/ 97 h 123281"/>
                <a:gd name="csX16" fmla="*/ 23538 w 139212"/>
                <a:gd name="csY16" fmla="*/ 799 h 123281"/>
                <a:gd name="csX17" fmla="*/ 3778 w 139212"/>
                <a:gd name="csY17" fmla="*/ 97 h 123281"/>
                <a:gd name="csX18" fmla="*/ 217 w 139212"/>
                <a:gd name="csY18" fmla="*/ 3955 h 123281"/>
                <a:gd name="csX19" fmla="*/ 4668 w 139212"/>
                <a:gd name="csY19" fmla="*/ 6411 h 123281"/>
                <a:gd name="csX20" fmla="*/ 15705 w 139212"/>
                <a:gd name="csY20" fmla="*/ 12022 h 123281"/>
                <a:gd name="csX21" fmla="*/ 35109 w 139212"/>
                <a:gd name="csY21" fmla="*/ 118644 h 123281"/>
                <a:gd name="csX22" fmla="*/ 39382 w 139212"/>
                <a:gd name="csY22" fmla="*/ 123379 h 123281"/>
                <a:gd name="csX23" fmla="*/ 45435 w 139212"/>
                <a:gd name="csY23" fmla="*/ 119521 h 123281"/>
                <a:gd name="csX24" fmla="*/ 113439 w 139212"/>
                <a:gd name="csY24" fmla="*/ 20966 h 1232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39212" h="123281">
                  <a:moveTo>
                    <a:pt x="113439" y="20966"/>
                  </a:moveTo>
                  <a:cubicBezTo>
                    <a:pt x="120026" y="11496"/>
                    <a:pt x="125722" y="7112"/>
                    <a:pt x="135335" y="6411"/>
                  </a:cubicBezTo>
                  <a:cubicBezTo>
                    <a:pt x="137472" y="6235"/>
                    <a:pt x="139430" y="6060"/>
                    <a:pt x="139430" y="2553"/>
                  </a:cubicBezTo>
                  <a:cubicBezTo>
                    <a:pt x="139430" y="2026"/>
                    <a:pt x="139074" y="97"/>
                    <a:pt x="136938" y="97"/>
                  </a:cubicBezTo>
                  <a:cubicBezTo>
                    <a:pt x="132665" y="97"/>
                    <a:pt x="127146" y="799"/>
                    <a:pt x="122696" y="799"/>
                  </a:cubicBezTo>
                  <a:cubicBezTo>
                    <a:pt x="116999" y="799"/>
                    <a:pt x="109522" y="97"/>
                    <a:pt x="104182" y="97"/>
                  </a:cubicBezTo>
                  <a:cubicBezTo>
                    <a:pt x="102579" y="97"/>
                    <a:pt x="100621" y="624"/>
                    <a:pt x="100621" y="3955"/>
                  </a:cubicBezTo>
                  <a:cubicBezTo>
                    <a:pt x="100621" y="6235"/>
                    <a:pt x="103114" y="6411"/>
                    <a:pt x="103826" y="6411"/>
                  </a:cubicBezTo>
                  <a:cubicBezTo>
                    <a:pt x="109522" y="6761"/>
                    <a:pt x="111124" y="8866"/>
                    <a:pt x="111124" y="11496"/>
                  </a:cubicBezTo>
                  <a:cubicBezTo>
                    <a:pt x="111124" y="13951"/>
                    <a:pt x="109878" y="15705"/>
                    <a:pt x="107920" y="18511"/>
                  </a:cubicBezTo>
                  <a:lnTo>
                    <a:pt x="49529" y="103387"/>
                  </a:lnTo>
                  <a:lnTo>
                    <a:pt x="33329" y="13776"/>
                  </a:lnTo>
                  <a:cubicBezTo>
                    <a:pt x="32973" y="12198"/>
                    <a:pt x="32973" y="11847"/>
                    <a:pt x="32973" y="11145"/>
                  </a:cubicBezTo>
                  <a:cubicBezTo>
                    <a:pt x="32973" y="6411"/>
                    <a:pt x="42942" y="6411"/>
                    <a:pt x="44188" y="6411"/>
                  </a:cubicBezTo>
                  <a:cubicBezTo>
                    <a:pt x="47215" y="6411"/>
                    <a:pt x="49529" y="6411"/>
                    <a:pt x="49529" y="2553"/>
                  </a:cubicBezTo>
                  <a:cubicBezTo>
                    <a:pt x="49529" y="2377"/>
                    <a:pt x="49351" y="97"/>
                    <a:pt x="46503" y="97"/>
                  </a:cubicBezTo>
                  <a:cubicBezTo>
                    <a:pt x="41340" y="97"/>
                    <a:pt x="28701" y="799"/>
                    <a:pt x="23538" y="799"/>
                  </a:cubicBezTo>
                  <a:cubicBezTo>
                    <a:pt x="19087" y="799"/>
                    <a:pt x="8228" y="97"/>
                    <a:pt x="3778" y="97"/>
                  </a:cubicBezTo>
                  <a:cubicBezTo>
                    <a:pt x="2175" y="97"/>
                    <a:pt x="217" y="624"/>
                    <a:pt x="217" y="3955"/>
                  </a:cubicBezTo>
                  <a:cubicBezTo>
                    <a:pt x="217" y="6411"/>
                    <a:pt x="2709" y="6411"/>
                    <a:pt x="4668" y="6411"/>
                  </a:cubicBezTo>
                  <a:cubicBezTo>
                    <a:pt x="14637" y="6411"/>
                    <a:pt x="14815" y="7463"/>
                    <a:pt x="15705" y="12022"/>
                  </a:cubicBezTo>
                  <a:lnTo>
                    <a:pt x="35109" y="118644"/>
                  </a:lnTo>
                  <a:cubicBezTo>
                    <a:pt x="35821" y="122326"/>
                    <a:pt x="35999" y="123379"/>
                    <a:pt x="39382" y="123379"/>
                  </a:cubicBezTo>
                  <a:cubicBezTo>
                    <a:pt x="42764" y="123379"/>
                    <a:pt x="43654" y="122151"/>
                    <a:pt x="45435" y="119521"/>
                  </a:cubicBezTo>
                  <a:lnTo>
                    <a:pt x="113439" y="20966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C431F9E-B156-FA68-D753-F0A8E3C91F5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8273103" y="4859820"/>
              <a:ext cx="8723" cy="175364"/>
            </a:xfrm>
            <a:custGeom>
              <a:avLst/>
              <a:gdLst>
                <a:gd name="csX0" fmla="*/ 8947 w 8723"/>
                <a:gd name="csY0" fmla="*/ 6937 h 175364"/>
                <a:gd name="csX1" fmla="*/ 4674 w 8723"/>
                <a:gd name="csY1" fmla="*/ 97 h 175364"/>
                <a:gd name="csX2" fmla="*/ 224 w 8723"/>
                <a:gd name="csY2" fmla="*/ 6937 h 175364"/>
                <a:gd name="csX3" fmla="*/ 224 w 8723"/>
                <a:gd name="csY3" fmla="*/ 168623 h 175364"/>
                <a:gd name="csX4" fmla="*/ 4496 w 8723"/>
                <a:gd name="csY4" fmla="*/ 175462 h 175364"/>
                <a:gd name="csX5" fmla="*/ 8947 w 8723"/>
                <a:gd name="csY5" fmla="*/ 168623 h 175364"/>
                <a:gd name="csX6" fmla="*/ 8947 w 8723"/>
                <a:gd name="csY6" fmla="*/ 6937 h 175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23" h="175364">
                  <a:moveTo>
                    <a:pt x="8947" y="6937"/>
                  </a:moveTo>
                  <a:cubicBezTo>
                    <a:pt x="8947" y="4306"/>
                    <a:pt x="8947" y="97"/>
                    <a:pt x="4674" y="97"/>
                  </a:cubicBezTo>
                  <a:cubicBezTo>
                    <a:pt x="224" y="97"/>
                    <a:pt x="224" y="4131"/>
                    <a:pt x="224" y="6937"/>
                  </a:cubicBezTo>
                  <a:lnTo>
                    <a:pt x="224" y="168623"/>
                  </a:lnTo>
                  <a:cubicBezTo>
                    <a:pt x="224" y="171253"/>
                    <a:pt x="224" y="175462"/>
                    <a:pt x="4496" y="175462"/>
                  </a:cubicBezTo>
                  <a:cubicBezTo>
                    <a:pt x="8947" y="175462"/>
                    <a:pt x="8947" y="171428"/>
                    <a:pt x="8947" y="168623"/>
                  </a:cubicBezTo>
                  <a:lnTo>
                    <a:pt x="8947" y="6937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DDB9864-9894-6EDE-EBC0-53D8F2F7C3B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339378" y="4900504"/>
              <a:ext cx="95419" cy="93819"/>
            </a:xfrm>
            <a:custGeom>
              <a:avLst/>
              <a:gdLst>
                <a:gd name="csX0" fmla="*/ 93153 w 95419"/>
                <a:gd name="csY0" fmla="*/ 8690 h 93819"/>
                <a:gd name="csX1" fmla="*/ 95645 w 95419"/>
                <a:gd name="csY1" fmla="*/ 4482 h 93819"/>
                <a:gd name="csX2" fmla="*/ 91373 w 95419"/>
                <a:gd name="csY2" fmla="*/ 97 h 93819"/>
                <a:gd name="csX3" fmla="*/ 86922 w 95419"/>
                <a:gd name="csY3" fmla="*/ 2728 h 93819"/>
                <a:gd name="csX4" fmla="*/ 47936 w 95419"/>
                <a:gd name="csY4" fmla="*/ 40957 h 93819"/>
                <a:gd name="csX5" fmla="*/ 8771 w 95419"/>
                <a:gd name="csY5" fmla="*/ 2553 h 93819"/>
                <a:gd name="csX6" fmla="*/ 4676 w 95419"/>
                <a:gd name="csY6" fmla="*/ 97 h 93819"/>
                <a:gd name="csX7" fmla="*/ 226 w 95419"/>
                <a:gd name="csY7" fmla="*/ 4482 h 93819"/>
                <a:gd name="csX8" fmla="*/ 2896 w 95419"/>
                <a:gd name="csY8" fmla="*/ 8690 h 93819"/>
                <a:gd name="csX9" fmla="*/ 41705 w 95419"/>
                <a:gd name="csY9" fmla="*/ 46920 h 93819"/>
                <a:gd name="csX10" fmla="*/ 2896 w 95419"/>
                <a:gd name="csY10" fmla="*/ 85149 h 93819"/>
                <a:gd name="csX11" fmla="*/ 226 w 95419"/>
                <a:gd name="csY11" fmla="*/ 89533 h 93819"/>
                <a:gd name="csX12" fmla="*/ 4676 w 95419"/>
                <a:gd name="csY12" fmla="*/ 93917 h 93819"/>
                <a:gd name="csX13" fmla="*/ 8771 w 95419"/>
                <a:gd name="csY13" fmla="*/ 91462 h 93819"/>
                <a:gd name="csX14" fmla="*/ 47936 w 95419"/>
                <a:gd name="csY14" fmla="*/ 53058 h 93819"/>
                <a:gd name="csX15" fmla="*/ 88525 w 95419"/>
                <a:gd name="csY15" fmla="*/ 93041 h 93819"/>
                <a:gd name="csX16" fmla="*/ 91373 w 95419"/>
                <a:gd name="csY16" fmla="*/ 93917 h 93819"/>
                <a:gd name="csX17" fmla="*/ 95645 w 95419"/>
                <a:gd name="csY17" fmla="*/ 89533 h 93819"/>
                <a:gd name="csX18" fmla="*/ 94755 w 95419"/>
                <a:gd name="csY18" fmla="*/ 87254 h 93819"/>
                <a:gd name="csX19" fmla="*/ 54166 w 95419"/>
                <a:gd name="csY19" fmla="*/ 47095 h 93819"/>
                <a:gd name="csX20" fmla="*/ 93153 w 95419"/>
                <a:gd name="csY20" fmla="*/ 8690 h 93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5419" h="93819">
                  <a:moveTo>
                    <a:pt x="93153" y="8690"/>
                  </a:moveTo>
                  <a:cubicBezTo>
                    <a:pt x="95111" y="6761"/>
                    <a:pt x="95645" y="5709"/>
                    <a:pt x="95645" y="4482"/>
                  </a:cubicBezTo>
                  <a:cubicBezTo>
                    <a:pt x="95645" y="1676"/>
                    <a:pt x="93331" y="97"/>
                    <a:pt x="91373" y="97"/>
                  </a:cubicBezTo>
                  <a:cubicBezTo>
                    <a:pt x="89593" y="97"/>
                    <a:pt x="89059" y="624"/>
                    <a:pt x="86922" y="2728"/>
                  </a:cubicBezTo>
                  <a:lnTo>
                    <a:pt x="47936" y="40957"/>
                  </a:lnTo>
                  <a:lnTo>
                    <a:pt x="8771" y="2553"/>
                  </a:lnTo>
                  <a:cubicBezTo>
                    <a:pt x="6991" y="799"/>
                    <a:pt x="6279" y="97"/>
                    <a:pt x="4676" y="97"/>
                  </a:cubicBezTo>
                  <a:cubicBezTo>
                    <a:pt x="2184" y="97"/>
                    <a:pt x="226" y="2026"/>
                    <a:pt x="226" y="4482"/>
                  </a:cubicBezTo>
                  <a:cubicBezTo>
                    <a:pt x="226" y="6060"/>
                    <a:pt x="760" y="6586"/>
                    <a:pt x="2896" y="8690"/>
                  </a:cubicBezTo>
                  <a:lnTo>
                    <a:pt x="41705" y="46920"/>
                  </a:lnTo>
                  <a:lnTo>
                    <a:pt x="2896" y="85149"/>
                  </a:lnTo>
                  <a:cubicBezTo>
                    <a:pt x="404" y="87604"/>
                    <a:pt x="226" y="88481"/>
                    <a:pt x="226" y="89533"/>
                  </a:cubicBezTo>
                  <a:cubicBezTo>
                    <a:pt x="226" y="91988"/>
                    <a:pt x="2184" y="93917"/>
                    <a:pt x="4676" y="93917"/>
                  </a:cubicBezTo>
                  <a:cubicBezTo>
                    <a:pt x="6279" y="93917"/>
                    <a:pt x="6813" y="93391"/>
                    <a:pt x="8771" y="91462"/>
                  </a:cubicBezTo>
                  <a:lnTo>
                    <a:pt x="47936" y="53058"/>
                  </a:lnTo>
                  <a:lnTo>
                    <a:pt x="88525" y="93041"/>
                  </a:lnTo>
                  <a:cubicBezTo>
                    <a:pt x="89415" y="93567"/>
                    <a:pt x="90305" y="93917"/>
                    <a:pt x="91373" y="93917"/>
                  </a:cubicBezTo>
                  <a:cubicBezTo>
                    <a:pt x="93331" y="93917"/>
                    <a:pt x="95645" y="92339"/>
                    <a:pt x="95645" y="89533"/>
                  </a:cubicBezTo>
                  <a:cubicBezTo>
                    <a:pt x="95645" y="88130"/>
                    <a:pt x="95289" y="87780"/>
                    <a:pt x="94755" y="87254"/>
                  </a:cubicBezTo>
                  <a:cubicBezTo>
                    <a:pt x="94399" y="86552"/>
                    <a:pt x="59863" y="52531"/>
                    <a:pt x="54166" y="47095"/>
                  </a:cubicBezTo>
                  <a:lnTo>
                    <a:pt x="93153" y="8690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7E837AA-A82A-D0FE-5115-9C62DBECC1A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477854" y="4874901"/>
              <a:ext cx="78685" cy="116441"/>
            </a:xfrm>
            <a:custGeom>
              <a:avLst/>
              <a:gdLst>
                <a:gd name="csX0" fmla="*/ 78918 w 78685"/>
                <a:gd name="csY0" fmla="*/ 84623 h 116441"/>
                <a:gd name="csX1" fmla="*/ 72865 w 78685"/>
                <a:gd name="csY1" fmla="*/ 84623 h 116441"/>
                <a:gd name="csX2" fmla="*/ 68236 w 78685"/>
                <a:gd name="csY2" fmla="*/ 100581 h 116441"/>
                <a:gd name="csX3" fmla="*/ 50612 w 78685"/>
                <a:gd name="csY3" fmla="*/ 101633 h 116441"/>
                <a:gd name="csX4" fmla="*/ 17856 w 78685"/>
                <a:gd name="csY4" fmla="*/ 101633 h 116441"/>
                <a:gd name="csX5" fmla="*/ 53461 w 78685"/>
                <a:gd name="csY5" fmla="*/ 72172 h 116441"/>
                <a:gd name="csX6" fmla="*/ 78918 w 78685"/>
                <a:gd name="csY6" fmla="*/ 34294 h 116441"/>
                <a:gd name="csX7" fmla="*/ 37261 w 78685"/>
                <a:gd name="csY7" fmla="*/ 97 h 116441"/>
                <a:gd name="csX8" fmla="*/ 232 w 78685"/>
                <a:gd name="csY8" fmla="*/ 31488 h 116441"/>
                <a:gd name="csX9" fmla="*/ 9667 w 78685"/>
                <a:gd name="csY9" fmla="*/ 41308 h 116441"/>
                <a:gd name="csX10" fmla="*/ 19102 w 78685"/>
                <a:gd name="csY10" fmla="*/ 32014 h 116441"/>
                <a:gd name="csX11" fmla="*/ 8599 w 78685"/>
                <a:gd name="csY11" fmla="*/ 22719 h 116441"/>
                <a:gd name="csX12" fmla="*/ 34590 w 78685"/>
                <a:gd name="csY12" fmla="*/ 6411 h 116441"/>
                <a:gd name="csX13" fmla="*/ 61650 w 78685"/>
                <a:gd name="csY13" fmla="*/ 34294 h 116441"/>
                <a:gd name="csX14" fmla="*/ 44916 w 78685"/>
                <a:gd name="csY14" fmla="*/ 67963 h 116441"/>
                <a:gd name="csX15" fmla="*/ 2012 w 78685"/>
                <a:gd name="csY15" fmla="*/ 109700 h 116441"/>
                <a:gd name="csX16" fmla="*/ 232 w 78685"/>
                <a:gd name="csY16" fmla="*/ 116539 h 116441"/>
                <a:gd name="csX17" fmla="*/ 73577 w 78685"/>
                <a:gd name="csY17" fmla="*/ 116539 h 116441"/>
                <a:gd name="csX18" fmla="*/ 78918 w 78685"/>
                <a:gd name="csY18" fmla="*/ 84623 h 116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8685" h="116441">
                  <a:moveTo>
                    <a:pt x="78918" y="84623"/>
                  </a:moveTo>
                  <a:lnTo>
                    <a:pt x="72865" y="84623"/>
                  </a:lnTo>
                  <a:cubicBezTo>
                    <a:pt x="72331" y="88481"/>
                    <a:pt x="70551" y="98828"/>
                    <a:pt x="68236" y="100581"/>
                  </a:cubicBezTo>
                  <a:cubicBezTo>
                    <a:pt x="66812" y="101633"/>
                    <a:pt x="53105" y="101633"/>
                    <a:pt x="50612" y="101633"/>
                  </a:cubicBezTo>
                  <a:lnTo>
                    <a:pt x="17856" y="101633"/>
                  </a:lnTo>
                  <a:cubicBezTo>
                    <a:pt x="36549" y="85325"/>
                    <a:pt x="42779" y="80414"/>
                    <a:pt x="53461" y="72172"/>
                  </a:cubicBezTo>
                  <a:cubicBezTo>
                    <a:pt x="66634" y="61826"/>
                    <a:pt x="78918" y="50953"/>
                    <a:pt x="78918" y="34294"/>
                  </a:cubicBezTo>
                  <a:cubicBezTo>
                    <a:pt x="78918" y="13074"/>
                    <a:pt x="60047" y="97"/>
                    <a:pt x="37261" y="97"/>
                  </a:cubicBezTo>
                  <a:cubicBezTo>
                    <a:pt x="15186" y="97"/>
                    <a:pt x="232" y="15354"/>
                    <a:pt x="232" y="31488"/>
                  </a:cubicBezTo>
                  <a:cubicBezTo>
                    <a:pt x="232" y="40431"/>
                    <a:pt x="7887" y="41308"/>
                    <a:pt x="9667" y="41308"/>
                  </a:cubicBezTo>
                  <a:cubicBezTo>
                    <a:pt x="13940" y="41308"/>
                    <a:pt x="19102" y="38327"/>
                    <a:pt x="19102" y="32014"/>
                  </a:cubicBezTo>
                  <a:cubicBezTo>
                    <a:pt x="19102" y="28857"/>
                    <a:pt x="17856" y="22719"/>
                    <a:pt x="8599" y="22719"/>
                  </a:cubicBezTo>
                  <a:cubicBezTo>
                    <a:pt x="14118" y="10269"/>
                    <a:pt x="26223" y="6411"/>
                    <a:pt x="34590" y="6411"/>
                  </a:cubicBezTo>
                  <a:cubicBezTo>
                    <a:pt x="52392" y="6411"/>
                    <a:pt x="61650" y="20089"/>
                    <a:pt x="61650" y="34294"/>
                  </a:cubicBezTo>
                  <a:cubicBezTo>
                    <a:pt x="61650" y="49550"/>
                    <a:pt x="50612" y="61650"/>
                    <a:pt x="44916" y="67963"/>
                  </a:cubicBezTo>
                  <a:lnTo>
                    <a:pt x="2012" y="109700"/>
                  </a:lnTo>
                  <a:cubicBezTo>
                    <a:pt x="232" y="111279"/>
                    <a:pt x="232" y="111629"/>
                    <a:pt x="232" y="116539"/>
                  </a:cubicBezTo>
                  <a:lnTo>
                    <a:pt x="73577" y="116539"/>
                  </a:lnTo>
                  <a:lnTo>
                    <a:pt x="78918" y="84623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EFC2F1B-943F-0F99-D04D-93BD777E0FB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578872" y="4869640"/>
              <a:ext cx="91503" cy="123456"/>
            </a:xfrm>
            <a:custGeom>
              <a:avLst/>
              <a:gdLst>
                <a:gd name="csX0" fmla="*/ 91027 w 91503"/>
                <a:gd name="csY0" fmla="*/ 5358 h 123456"/>
                <a:gd name="csX1" fmla="*/ 91739 w 91503"/>
                <a:gd name="csY1" fmla="*/ 2553 h 123456"/>
                <a:gd name="csX2" fmla="*/ 88891 w 91503"/>
                <a:gd name="csY2" fmla="*/ 97 h 123456"/>
                <a:gd name="csX3" fmla="*/ 66104 w 91503"/>
                <a:gd name="csY3" fmla="*/ 1851 h 123456"/>
                <a:gd name="csX4" fmla="*/ 62188 w 91503"/>
                <a:gd name="csY4" fmla="*/ 5885 h 123456"/>
                <a:gd name="csX5" fmla="*/ 66816 w 91503"/>
                <a:gd name="csY5" fmla="*/ 8340 h 123456"/>
                <a:gd name="csX6" fmla="*/ 75361 w 91503"/>
                <a:gd name="csY6" fmla="*/ 10970 h 123456"/>
                <a:gd name="csX7" fmla="*/ 74649 w 91503"/>
                <a:gd name="csY7" fmla="*/ 14828 h 123456"/>
                <a:gd name="csX8" fmla="*/ 64502 w 91503"/>
                <a:gd name="csY8" fmla="*/ 54811 h 123456"/>
                <a:gd name="csX9" fmla="*/ 46166 w 91503"/>
                <a:gd name="csY9" fmla="*/ 44465 h 123456"/>
                <a:gd name="csX10" fmla="*/ 236 w 91503"/>
                <a:gd name="csY10" fmla="*/ 94444 h 123456"/>
                <a:gd name="csX11" fmla="*/ 27117 w 91503"/>
                <a:gd name="csY11" fmla="*/ 123554 h 123456"/>
                <a:gd name="csX12" fmla="*/ 52396 w 91503"/>
                <a:gd name="csY12" fmla="*/ 111279 h 123456"/>
                <a:gd name="csX13" fmla="*/ 70733 w 91503"/>
                <a:gd name="csY13" fmla="*/ 123554 h 123456"/>
                <a:gd name="csX14" fmla="*/ 84796 w 91503"/>
                <a:gd name="csY14" fmla="*/ 114260 h 123456"/>
                <a:gd name="csX15" fmla="*/ 91027 w 91503"/>
                <a:gd name="csY15" fmla="*/ 96723 h 123456"/>
                <a:gd name="csX16" fmla="*/ 88179 w 91503"/>
                <a:gd name="csY16" fmla="*/ 94444 h 123456"/>
                <a:gd name="csX17" fmla="*/ 84262 w 91503"/>
                <a:gd name="csY17" fmla="*/ 99880 h 123456"/>
                <a:gd name="csX18" fmla="*/ 71267 w 91503"/>
                <a:gd name="csY18" fmla="*/ 118644 h 123456"/>
                <a:gd name="csX19" fmla="*/ 65392 w 91503"/>
                <a:gd name="csY19" fmla="*/ 110051 h 123456"/>
                <a:gd name="csX20" fmla="*/ 66282 w 91503"/>
                <a:gd name="csY20" fmla="*/ 102861 h 123456"/>
                <a:gd name="csX21" fmla="*/ 91027 w 91503"/>
                <a:gd name="csY21" fmla="*/ 5358 h 123456"/>
                <a:gd name="csX22" fmla="*/ 53109 w 91503"/>
                <a:gd name="csY22" fmla="*/ 99880 h 123456"/>
                <a:gd name="csX23" fmla="*/ 44029 w 91503"/>
                <a:gd name="csY23" fmla="*/ 111629 h 123456"/>
                <a:gd name="csX24" fmla="*/ 27651 w 91503"/>
                <a:gd name="csY24" fmla="*/ 118644 h 123456"/>
                <a:gd name="csX25" fmla="*/ 14656 w 91503"/>
                <a:gd name="csY25" fmla="*/ 101633 h 123456"/>
                <a:gd name="csX26" fmla="*/ 23913 w 91503"/>
                <a:gd name="csY26" fmla="*/ 66034 h 123456"/>
                <a:gd name="csX27" fmla="*/ 46166 w 91503"/>
                <a:gd name="csY27" fmla="*/ 49375 h 123456"/>
                <a:gd name="csX28" fmla="*/ 62010 w 91503"/>
                <a:gd name="csY28" fmla="*/ 64632 h 123456"/>
                <a:gd name="csX29" fmla="*/ 61475 w 91503"/>
                <a:gd name="csY29" fmla="*/ 67087 h 123456"/>
                <a:gd name="csX30" fmla="*/ 53109 w 91503"/>
                <a:gd name="csY30" fmla="*/ 99880 h 123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91503" h="123456">
                  <a:moveTo>
                    <a:pt x="91027" y="5358"/>
                  </a:moveTo>
                  <a:cubicBezTo>
                    <a:pt x="91205" y="5008"/>
                    <a:pt x="91739" y="2728"/>
                    <a:pt x="91739" y="2553"/>
                  </a:cubicBezTo>
                  <a:cubicBezTo>
                    <a:pt x="91739" y="1676"/>
                    <a:pt x="91027" y="97"/>
                    <a:pt x="88891" y="97"/>
                  </a:cubicBezTo>
                  <a:cubicBezTo>
                    <a:pt x="85330" y="97"/>
                    <a:pt x="70555" y="1500"/>
                    <a:pt x="66104" y="1851"/>
                  </a:cubicBezTo>
                  <a:cubicBezTo>
                    <a:pt x="64680" y="2027"/>
                    <a:pt x="62188" y="2202"/>
                    <a:pt x="62188" y="5885"/>
                  </a:cubicBezTo>
                  <a:cubicBezTo>
                    <a:pt x="62188" y="8340"/>
                    <a:pt x="64680" y="8340"/>
                    <a:pt x="66816" y="8340"/>
                  </a:cubicBezTo>
                  <a:cubicBezTo>
                    <a:pt x="75361" y="8340"/>
                    <a:pt x="75361" y="9567"/>
                    <a:pt x="75361" y="10970"/>
                  </a:cubicBezTo>
                  <a:cubicBezTo>
                    <a:pt x="75361" y="12198"/>
                    <a:pt x="75005" y="13250"/>
                    <a:pt x="74649" y="14828"/>
                  </a:cubicBezTo>
                  <a:lnTo>
                    <a:pt x="64502" y="54811"/>
                  </a:lnTo>
                  <a:cubicBezTo>
                    <a:pt x="60763" y="49024"/>
                    <a:pt x="54711" y="44465"/>
                    <a:pt x="46166" y="44465"/>
                  </a:cubicBezTo>
                  <a:cubicBezTo>
                    <a:pt x="23379" y="44465"/>
                    <a:pt x="236" y="69191"/>
                    <a:pt x="236" y="94444"/>
                  </a:cubicBezTo>
                  <a:cubicBezTo>
                    <a:pt x="236" y="111454"/>
                    <a:pt x="11808" y="123554"/>
                    <a:pt x="27117" y="123554"/>
                  </a:cubicBezTo>
                  <a:cubicBezTo>
                    <a:pt x="36731" y="123554"/>
                    <a:pt x="45276" y="118118"/>
                    <a:pt x="52396" y="111279"/>
                  </a:cubicBezTo>
                  <a:cubicBezTo>
                    <a:pt x="55779" y="121800"/>
                    <a:pt x="66104" y="123554"/>
                    <a:pt x="70733" y="123554"/>
                  </a:cubicBezTo>
                  <a:cubicBezTo>
                    <a:pt x="77141" y="123554"/>
                    <a:pt x="81592" y="119696"/>
                    <a:pt x="84796" y="114260"/>
                  </a:cubicBezTo>
                  <a:cubicBezTo>
                    <a:pt x="88713" y="107420"/>
                    <a:pt x="91027" y="97425"/>
                    <a:pt x="91027" y="96723"/>
                  </a:cubicBezTo>
                  <a:cubicBezTo>
                    <a:pt x="91027" y="94444"/>
                    <a:pt x="88713" y="94444"/>
                    <a:pt x="88179" y="94444"/>
                  </a:cubicBezTo>
                  <a:cubicBezTo>
                    <a:pt x="85686" y="94444"/>
                    <a:pt x="85508" y="95145"/>
                    <a:pt x="84262" y="99880"/>
                  </a:cubicBezTo>
                  <a:cubicBezTo>
                    <a:pt x="82126" y="108297"/>
                    <a:pt x="78744" y="118644"/>
                    <a:pt x="71267" y="118644"/>
                  </a:cubicBezTo>
                  <a:cubicBezTo>
                    <a:pt x="66638" y="118644"/>
                    <a:pt x="65392" y="114786"/>
                    <a:pt x="65392" y="110051"/>
                  </a:cubicBezTo>
                  <a:cubicBezTo>
                    <a:pt x="65392" y="106719"/>
                    <a:pt x="65748" y="105141"/>
                    <a:pt x="66282" y="102861"/>
                  </a:cubicBezTo>
                  <a:lnTo>
                    <a:pt x="91027" y="5358"/>
                  </a:lnTo>
                  <a:close/>
                  <a:moveTo>
                    <a:pt x="53109" y="99880"/>
                  </a:moveTo>
                  <a:cubicBezTo>
                    <a:pt x="51862" y="104790"/>
                    <a:pt x="47946" y="108297"/>
                    <a:pt x="44029" y="111629"/>
                  </a:cubicBezTo>
                  <a:cubicBezTo>
                    <a:pt x="42427" y="113032"/>
                    <a:pt x="35306" y="118644"/>
                    <a:pt x="27651" y="118644"/>
                  </a:cubicBezTo>
                  <a:cubicBezTo>
                    <a:pt x="21065" y="118644"/>
                    <a:pt x="14656" y="114084"/>
                    <a:pt x="14656" y="101633"/>
                  </a:cubicBezTo>
                  <a:cubicBezTo>
                    <a:pt x="14656" y="92339"/>
                    <a:pt x="19818" y="73049"/>
                    <a:pt x="23913" y="66034"/>
                  </a:cubicBezTo>
                  <a:cubicBezTo>
                    <a:pt x="32102" y="52005"/>
                    <a:pt x="41181" y="49375"/>
                    <a:pt x="46166" y="49375"/>
                  </a:cubicBezTo>
                  <a:cubicBezTo>
                    <a:pt x="58627" y="49375"/>
                    <a:pt x="62010" y="62703"/>
                    <a:pt x="62010" y="64632"/>
                  </a:cubicBezTo>
                  <a:cubicBezTo>
                    <a:pt x="62010" y="65333"/>
                    <a:pt x="61654" y="66561"/>
                    <a:pt x="61475" y="67087"/>
                  </a:cubicBezTo>
                  <a:lnTo>
                    <a:pt x="53109" y="99880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C8BE5-B872-5C87-CF11-B7BFD6CE9C74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950576" y="4981295"/>
              <a:ext cx="111899" cy="114988"/>
            </a:xfrm>
            <a:custGeom>
              <a:avLst/>
              <a:gdLst>
                <a:gd name="csX0" fmla="*/ 82141 w 111899"/>
                <a:gd name="csY0" fmla="*/ 11626 h 114988"/>
                <a:gd name="csX1" fmla="*/ 77054 w 111899"/>
                <a:gd name="csY1" fmla="*/ 23149 h 114988"/>
                <a:gd name="csX2" fmla="*/ 92822 w 111899"/>
                <a:gd name="csY2" fmla="*/ 38932 h 114988"/>
                <a:gd name="csX3" fmla="*/ 108844 w 111899"/>
                <a:gd name="csY3" fmla="*/ 23149 h 114988"/>
                <a:gd name="csX4" fmla="*/ 64593 w 111899"/>
                <a:gd name="csY4" fmla="*/ 102 h 114988"/>
                <a:gd name="csX5" fmla="*/ 251 w 111899"/>
                <a:gd name="csY5" fmla="*/ 57972 h 114988"/>
                <a:gd name="csX6" fmla="*/ 63321 w 111899"/>
                <a:gd name="csY6" fmla="*/ 115091 h 114988"/>
                <a:gd name="csX7" fmla="*/ 112150 w 111899"/>
                <a:gd name="csY7" fmla="*/ 84276 h 114988"/>
                <a:gd name="csX8" fmla="*/ 106046 w 111899"/>
                <a:gd name="csY8" fmla="*/ 80769 h 114988"/>
                <a:gd name="csX9" fmla="*/ 99943 w 111899"/>
                <a:gd name="csY9" fmla="*/ 84527 h 114988"/>
                <a:gd name="csX10" fmla="*/ 68153 w 111899"/>
                <a:gd name="csY10" fmla="*/ 105070 h 114988"/>
                <a:gd name="csX11" fmla="*/ 32803 w 111899"/>
                <a:gd name="csY11" fmla="*/ 56719 h 114988"/>
                <a:gd name="csX12" fmla="*/ 65610 w 111899"/>
                <a:gd name="csY12" fmla="*/ 10122 h 114988"/>
                <a:gd name="csX13" fmla="*/ 82141 w 111899"/>
                <a:gd name="csY13" fmla="*/ 11626 h 1149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1899" h="114988">
                  <a:moveTo>
                    <a:pt x="82141" y="11626"/>
                  </a:moveTo>
                  <a:cubicBezTo>
                    <a:pt x="77563" y="15634"/>
                    <a:pt x="77054" y="20895"/>
                    <a:pt x="77054" y="23149"/>
                  </a:cubicBezTo>
                  <a:cubicBezTo>
                    <a:pt x="77054" y="34172"/>
                    <a:pt x="85955" y="38932"/>
                    <a:pt x="92822" y="38932"/>
                  </a:cubicBezTo>
                  <a:cubicBezTo>
                    <a:pt x="100706" y="38932"/>
                    <a:pt x="108844" y="33671"/>
                    <a:pt x="108844" y="23149"/>
                  </a:cubicBezTo>
                  <a:cubicBezTo>
                    <a:pt x="108844" y="1605"/>
                    <a:pt x="79343" y="102"/>
                    <a:pt x="64593" y="102"/>
                  </a:cubicBezTo>
                  <a:cubicBezTo>
                    <a:pt x="19070" y="102"/>
                    <a:pt x="251" y="28911"/>
                    <a:pt x="251" y="57972"/>
                  </a:cubicBezTo>
                  <a:cubicBezTo>
                    <a:pt x="251" y="91291"/>
                    <a:pt x="24156" y="115091"/>
                    <a:pt x="63321" y="115091"/>
                  </a:cubicBezTo>
                  <a:cubicBezTo>
                    <a:pt x="104520" y="115091"/>
                    <a:pt x="112150" y="86030"/>
                    <a:pt x="112150" y="84276"/>
                  </a:cubicBezTo>
                  <a:cubicBezTo>
                    <a:pt x="112150" y="80769"/>
                    <a:pt x="108590" y="80769"/>
                    <a:pt x="106046" y="80769"/>
                  </a:cubicBezTo>
                  <a:cubicBezTo>
                    <a:pt x="101469" y="80769"/>
                    <a:pt x="101214" y="81270"/>
                    <a:pt x="99943" y="84527"/>
                  </a:cubicBezTo>
                  <a:cubicBezTo>
                    <a:pt x="93331" y="100310"/>
                    <a:pt x="81123" y="105070"/>
                    <a:pt x="68153" y="105070"/>
                  </a:cubicBezTo>
                  <a:cubicBezTo>
                    <a:pt x="32803" y="105070"/>
                    <a:pt x="32803" y="68243"/>
                    <a:pt x="32803" y="56719"/>
                  </a:cubicBezTo>
                  <a:cubicBezTo>
                    <a:pt x="32803" y="42690"/>
                    <a:pt x="32803" y="10122"/>
                    <a:pt x="65610" y="10122"/>
                  </a:cubicBezTo>
                  <a:cubicBezTo>
                    <a:pt x="74511" y="10122"/>
                    <a:pt x="78835" y="10874"/>
                    <a:pt x="82141" y="11626"/>
                  </a:cubicBez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D541DD9-61FC-0439-78B1-BB19ABCC8852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162645" y="4959500"/>
              <a:ext cx="127158" cy="145301"/>
            </a:xfrm>
            <a:custGeom>
              <a:avLst/>
              <a:gdLst>
                <a:gd name="csX0" fmla="*/ 118516 w 127158"/>
                <a:gd name="csY0" fmla="*/ 77763 h 145301"/>
                <a:gd name="csX1" fmla="*/ 127417 w 127158"/>
                <a:gd name="csY1" fmla="*/ 72753 h 145301"/>
                <a:gd name="csX2" fmla="*/ 118516 w 127158"/>
                <a:gd name="csY2" fmla="*/ 67742 h 145301"/>
                <a:gd name="csX3" fmla="*/ 10686 w 127158"/>
                <a:gd name="csY3" fmla="*/ 67742 h 145301"/>
                <a:gd name="csX4" fmla="*/ 78842 w 127158"/>
                <a:gd name="csY4" fmla="*/ 10122 h 145301"/>
                <a:gd name="csX5" fmla="*/ 118516 w 127158"/>
                <a:gd name="csY5" fmla="*/ 10122 h 145301"/>
                <a:gd name="csX6" fmla="*/ 127417 w 127158"/>
                <a:gd name="csY6" fmla="*/ 5112 h 145301"/>
                <a:gd name="csX7" fmla="*/ 118516 w 127158"/>
                <a:gd name="csY7" fmla="*/ 102 h 145301"/>
                <a:gd name="csX8" fmla="*/ 78334 w 127158"/>
                <a:gd name="csY8" fmla="*/ 102 h 145301"/>
                <a:gd name="csX9" fmla="*/ 259 w 127158"/>
                <a:gd name="csY9" fmla="*/ 72753 h 145301"/>
                <a:gd name="csX10" fmla="*/ 78334 w 127158"/>
                <a:gd name="csY10" fmla="*/ 145404 h 145301"/>
                <a:gd name="csX11" fmla="*/ 118516 w 127158"/>
                <a:gd name="csY11" fmla="*/ 145404 h 145301"/>
                <a:gd name="csX12" fmla="*/ 127417 w 127158"/>
                <a:gd name="csY12" fmla="*/ 140393 h 145301"/>
                <a:gd name="csX13" fmla="*/ 118516 w 127158"/>
                <a:gd name="csY13" fmla="*/ 135383 h 145301"/>
                <a:gd name="csX14" fmla="*/ 78842 w 127158"/>
                <a:gd name="csY14" fmla="*/ 135383 h 145301"/>
                <a:gd name="csX15" fmla="*/ 10686 w 127158"/>
                <a:gd name="csY15" fmla="*/ 77763 h 145301"/>
                <a:gd name="csX16" fmla="*/ 118516 w 127158"/>
                <a:gd name="csY16" fmla="*/ 77763 h 1453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7158" h="145301">
                  <a:moveTo>
                    <a:pt x="118516" y="77763"/>
                  </a:moveTo>
                  <a:cubicBezTo>
                    <a:pt x="122839" y="77763"/>
                    <a:pt x="127417" y="77763"/>
                    <a:pt x="127417" y="72753"/>
                  </a:cubicBezTo>
                  <a:cubicBezTo>
                    <a:pt x="127417" y="67742"/>
                    <a:pt x="122839" y="67742"/>
                    <a:pt x="118516" y="67742"/>
                  </a:cubicBezTo>
                  <a:lnTo>
                    <a:pt x="10686" y="67742"/>
                  </a:lnTo>
                  <a:cubicBezTo>
                    <a:pt x="13737" y="34172"/>
                    <a:pt x="42984" y="10122"/>
                    <a:pt x="78842" y="10122"/>
                  </a:cubicBezTo>
                  <a:lnTo>
                    <a:pt x="118516" y="10122"/>
                  </a:lnTo>
                  <a:cubicBezTo>
                    <a:pt x="122839" y="10122"/>
                    <a:pt x="127417" y="10122"/>
                    <a:pt x="127417" y="5112"/>
                  </a:cubicBezTo>
                  <a:cubicBezTo>
                    <a:pt x="127417" y="102"/>
                    <a:pt x="122839" y="102"/>
                    <a:pt x="118516" y="102"/>
                  </a:cubicBezTo>
                  <a:lnTo>
                    <a:pt x="78334" y="102"/>
                  </a:lnTo>
                  <a:cubicBezTo>
                    <a:pt x="34846" y="102"/>
                    <a:pt x="259" y="32669"/>
                    <a:pt x="259" y="72753"/>
                  </a:cubicBezTo>
                  <a:cubicBezTo>
                    <a:pt x="259" y="112836"/>
                    <a:pt x="34846" y="145404"/>
                    <a:pt x="78334" y="145404"/>
                  </a:cubicBezTo>
                  <a:lnTo>
                    <a:pt x="118516" y="145404"/>
                  </a:lnTo>
                  <a:cubicBezTo>
                    <a:pt x="122839" y="145404"/>
                    <a:pt x="127417" y="145404"/>
                    <a:pt x="127417" y="140393"/>
                  </a:cubicBezTo>
                  <a:cubicBezTo>
                    <a:pt x="127417" y="135383"/>
                    <a:pt x="122839" y="135383"/>
                    <a:pt x="118516" y="135383"/>
                  </a:cubicBezTo>
                  <a:lnTo>
                    <a:pt x="78842" y="135383"/>
                  </a:lnTo>
                  <a:cubicBezTo>
                    <a:pt x="42984" y="135383"/>
                    <a:pt x="13737" y="111333"/>
                    <a:pt x="10686" y="77763"/>
                  </a:cubicBezTo>
                  <a:lnTo>
                    <a:pt x="118516" y="77763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5C79875-36A1-1E5F-512A-8374884DA03D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385793" y="4923174"/>
              <a:ext cx="174715" cy="171606"/>
            </a:xfrm>
            <a:custGeom>
              <a:avLst/>
              <a:gdLst>
                <a:gd name="csX0" fmla="*/ 64356 w 174715"/>
                <a:gd name="csY0" fmla="*/ 93045 h 171606"/>
                <a:gd name="csX1" fmla="*/ 73511 w 174715"/>
                <a:gd name="csY1" fmla="*/ 93045 h 171606"/>
                <a:gd name="csX2" fmla="*/ 111659 w 174715"/>
                <a:gd name="csY2" fmla="*/ 151165 h 171606"/>
                <a:gd name="csX3" fmla="*/ 123103 w 174715"/>
                <a:gd name="csY3" fmla="*/ 168702 h 171606"/>
                <a:gd name="csX4" fmla="*/ 131495 w 174715"/>
                <a:gd name="csY4" fmla="*/ 171708 h 171606"/>
                <a:gd name="csX5" fmla="*/ 166591 w 174715"/>
                <a:gd name="csY5" fmla="*/ 171708 h 171606"/>
                <a:gd name="csX6" fmla="*/ 174983 w 174715"/>
                <a:gd name="csY6" fmla="*/ 167199 h 171606"/>
                <a:gd name="csX7" fmla="*/ 171169 w 174715"/>
                <a:gd name="csY7" fmla="*/ 162940 h 171606"/>
                <a:gd name="csX8" fmla="*/ 143194 w 174715"/>
                <a:gd name="csY8" fmla="*/ 136385 h 171606"/>
                <a:gd name="csX9" fmla="*/ 111659 w 174715"/>
                <a:gd name="csY9" fmla="*/ 90289 h 171606"/>
                <a:gd name="csX10" fmla="*/ 156164 w 174715"/>
                <a:gd name="csY10" fmla="*/ 46949 h 171606"/>
                <a:gd name="csX11" fmla="*/ 88770 w 174715"/>
                <a:gd name="csY11" fmla="*/ 102 h 171606"/>
                <a:gd name="csX12" fmla="*/ 8915 w 174715"/>
                <a:gd name="csY12" fmla="*/ 102 h 171606"/>
                <a:gd name="csX13" fmla="*/ 268 w 174715"/>
                <a:gd name="csY13" fmla="*/ 4611 h 171606"/>
                <a:gd name="csX14" fmla="*/ 7135 w 174715"/>
                <a:gd name="csY14" fmla="*/ 8870 h 171606"/>
                <a:gd name="csX15" fmla="*/ 22902 w 174715"/>
                <a:gd name="csY15" fmla="*/ 23149 h 171606"/>
                <a:gd name="csX16" fmla="*/ 22902 w 174715"/>
                <a:gd name="csY16" fmla="*/ 148660 h 171606"/>
                <a:gd name="csX17" fmla="*/ 7135 w 174715"/>
                <a:gd name="csY17" fmla="*/ 162940 h 171606"/>
                <a:gd name="csX18" fmla="*/ 268 w 174715"/>
                <a:gd name="csY18" fmla="*/ 167199 h 171606"/>
                <a:gd name="csX19" fmla="*/ 8915 w 174715"/>
                <a:gd name="csY19" fmla="*/ 171708 h 171606"/>
                <a:gd name="csX20" fmla="*/ 78597 w 174715"/>
                <a:gd name="csY20" fmla="*/ 171708 h 171606"/>
                <a:gd name="csX21" fmla="*/ 86990 w 174715"/>
                <a:gd name="csY21" fmla="*/ 167199 h 171606"/>
                <a:gd name="csX22" fmla="*/ 79869 w 174715"/>
                <a:gd name="csY22" fmla="*/ 162940 h 171606"/>
                <a:gd name="csX23" fmla="*/ 64356 w 174715"/>
                <a:gd name="csY23" fmla="*/ 148660 h 171606"/>
                <a:gd name="csX24" fmla="*/ 64356 w 174715"/>
                <a:gd name="csY24" fmla="*/ 93045 h 171606"/>
                <a:gd name="csX25" fmla="*/ 113439 w 174715"/>
                <a:gd name="csY25" fmla="*/ 80769 h 171606"/>
                <a:gd name="csX26" fmla="*/ 121323 w 174715"/>
                <a:gd name="csY26" fmla="*/ 47199 h 171606"/>
                <a:gd name="csX27" fmla="*/ 111659 w 174715"/>
                <a:gd name="csY27" fmla="*/ 11626 h 171606"/>
                <a:gd name="csX28" fmla="*/ 147263 w 174715"/>
                <a:gd name="csY28" fmla="*/ 46949 h 171606"/>
                <a:gd name="csX29" fmla="*/ 113439 w 174715"/>
                <a:gd name="csY29" fmla="*/ 80769 h 171606"/>
                <a:gd name="csX30" fmla="*/ 64356 w 174715"/>
                <a:gd name="csY30" fmla="*/ 22398 h 171606"/>
                <a:gd name="csX31" fmla="*/ 80123 w 174715"/>
                <a:gd name="csY31" fmla="*/ 8870 h 171606"/>
                <a:gd name="csX32" fmla="*/ 112422 w 174715"/>
                <a:gd name="csY32" fmla="*/ 47199 h 171606"/>
                <a:gd name="csX33" fmla="*/ 64356 w 174715"/>
                <a:gd name="csY33" fmla="*/ 84277 h 171606"/>
                <a:gd name="csX34" fmla="*/ 64356 w 174715"/>
                <a:gd name="csY34" fmla="*/ 22398 h 171606"/>
                <a:gd name="csX35" fmla="*/ 29769 w 174715"/>
                <a:gd name="csY35" fmla="*/ 162940 h 171606"/>
                <a:gd name="csX36" fmla="*/ 31803 w 174715"/>
                <a:gd name="csY36" fmla="*/ 149161 h 171606"/>
                <a:gd name="csX37" fmla="*/ 31803 w 174715"/>
                <a:gd name="csY37" fmla="*/ 22648 h 171606"/>
                <a:gd name="csX38" fmla="*/ 29769 w 174715"/>
                <a:gd name="csY38" fmla="*/ 8870 h 171606"/>
                <a:gd name="csX39" fmla="*/ 58761 w 174715"/>
                <a:gd name="csY39" fmla="*/ 8870 h 171606"/>
                <a:gd name="csX40" fmla="*/ 55455 w 174715"/>
                <a:gd name="csY40" fmla="*/ 21646 h 171606"/>
                <a:gd name="csX41" fmla="*/ 55455 w 174715"/>
                <a:gd name="csY41" fmla="*/ 149161 h 171606"/>
                <a:gd name="csX42" fmla="*/ 57489 w 174715"/>
                <a:gd name="csY42" fmla="*/ 162940 h 171606"/>
                <a:gd name="csX43" fmla="*/ 29769 w 174715"/>
                <a:gd name="csY43" fmla="*/ 162940 h 171606"/>
                <a:gd name="csX44" fmla="*/ 83938 w 174715"/>
                <a:gd name="csY44" fmla="*/ 93045 h 171606"/>
                <a:gd name="csX45" fmla="*/ 88770 w 174715"/>
                <a:gd name="csY45" fmla="*/ 92544 h 171606"/>
                <a:gd name="csX46" fmla="*/ 101995 w 174715"/>
                <a:gd name="csY46" fmla="*/ 91542 h 171606"/>
                <a:gd name="csX47" fmla="*/ 154384 w 174715"/>
                <a:gd name="csY47" fmla="*/ 162940 h 171606"/>
                <a:gd name="csX48" fmla="*/ 129715 w 174715"/>
                <a:gd name="csY48" fmla="*/ 162940 h 171606"/>
                <a:gd name="csX49" fmla="*/ 83938 w 174715"/>
                <a:gd name="csY49" fmla="*/ 93045 h 1716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174715" h="171606">
                  <a:moveTo>
                    <a:pt x="64356" y="93045"/>
                  </a:moveTo>
                  <a:lnTo>
                    <a:pt x="73511" y="93045"/>
                  </a:lnTo>
                  <a:lnTo>
                    <a:pt x="111659" y="151165"/>
                  </a:lnTo>
                  <a:cubicBezTo>
                    <a:pt x="114202" y="155174"/>
                    <a:pt x="120305" y="164944"/>
                    <a:pt x="123103" y="168702"/>
                  </a:cubicBezTo>
                  <a:cubicBezTo>
                    <a:pt x="124883" y="171708"/>
                    <a:pt x="125646" y="171708"/>
                    <a:pt x="131495" y="171708"/>
                  </a:cubicBezTo>
                  <a:lnTo>
                    <a:pt x="166591" y="171708"/>
                  </a:lnTo>
                  <a:cubicBezTo>
                    <a:pt x="171169" y="171708"/>
                    <a:pt x="174983" y="171708"/>
                    <a:pt x="174983" y="167199"/>
                  </a:cubicBezTo>
                  <a:cubicBezTo>
                    <a:pt x="174983" y="165195"/>
                    <a:pt x="173457" y="163441"/>
                    <a:pt x="171169" y="162940"/>
                  </a:cubicBezTo>
                  <a:cubicBezTo>
                    <a:pt x="161759" y="160936"/>
                    <a:pt x="149297" y="144401"/>
                    <a:pt x="143194" y="136385"/>
                  </a:cubicBezTo>
                  <a:cubicBezTo>
                    <a:pt x="141414" y="133880"/>
                    <a:pt x="128698" y="117345"/>
                    <a:pt x="111659" y="90289"/>
                  </a:cubicBezTo>
                  <a:cubicBezTo>
                    <a:pt x="134293" y="86281"/>
                    <a:pt x="156164" y="76761"/>
                    <a:pt x="156164" y="46949"/>
                  </a:cubicBezTo>
                  <a:cubicBezTo>
                    <a:pt x="156164" y="12127"/>
                    <a:pt x="118779" y="102"/>
                    <a:pt x="88770" y="102"/>
                  </a:cubicBezTo>
                  <a:lnTo>
                    <a:pt x="8915" y="102"/>
                  </a:lnTo>
                  <a:cubicBezTo>
                    <a:pt x="4337" y="102"/>
                    <a:pt x="268" y="102"/>
                    <a:pt x="268" y="4611"/>
                  </a:cubicBezTo>
                  <a:cubicBezTo>
                    <a:pt x="268" y="8870"/>
                    <a:pt x="5100" y="8870"/>
                    <a:pt x="7135" y="8870"/>
                  </a:cubicBezTo>
                  <a:cubicBezTo>
                    <a:pt x="21631" y="8870"/>
                    <a:pt x="22902" y="10623"/>
                    <a:pt x="22902" y="23149"/>
                  </a:cubicBezTo>
                  <a:lnTo>
                    <a:pt x="22902" y="148660"/>
                  </a:lnTo>
                  <a:cubicBezTo>
                    <a:pt x="22902" y="161186"/>
                    <a:pt x="21631" y="162940"/>
                    <a:pt x="7135" y="162940"/>
                  </a:cubicBezTo>
                  <a:cubicBezTo>
                    <a:pt x="5100" y="162940"/>
                    <a:pt x="268" y="162940"/>
                    <a:pt x="268" y="167199"/>
                  </a:cubicBezTo>
                  <a:cubicBezTo>
                    <a:pt x="268" y="171708"/>
                    <a:pt x="4337" y="171708"/>
                    <a:pt x="8915" y="171708"/>
                  </a:cubicBezTo>
                  <a:lnTo>
                    <a:pt x="78597" y="171708"/>
                  </a:lnTo>
                  <a:cubicBezTo>
                    <a:pt x="83175" y="171708"/>
                    <a:pt x="86990" y="171708"/>
                    <a:pt x="86990" y="167199"/>
                  </a:cubicBezTo>
                  <a:cubicBezTo>
                    <a:pt x="86990" y="162940"/>
                    <a:pt x="82667" y="162940"/>
                    <a:pt x="79869" y="162940"/>
                  </a:cubicBezTo>
                  <a:cubicBezTo>
                    <a:pt x="65373" y="162940"/>
                    <a:pt x="64356" y="160936"/>
                    <a:pt x="64356" y="148660"/>
                  </a:cubicBezTo>
                  <a:lnTo>
                    <a:pt x="64356" y="93045"/>
                  </a:lnTo>
                  <a:close/>
                  <a:moveTo>
                    <a:pt x="113439" y="80769"/>
                  </a:moveTo>
                  <a:cubicBezTo>
                    <a:pt x="120560" y="71500"/>
                    <a:pt x="121323" y="58222"/>
                    <a:pt x="121323" y="47199"/>
                  </a:cubicBezTo>
                  <a:cubicBezTo>
                    <a:pt x="121323" y="35174"/>
                    <a:pt x="119797" y="21897"/>
                    <a:pt x="111659" y="11626"/>
                  </a:cubicBezTo>
                  <a:cubicBezTo>
                    <a:pt x="122086" y="13880"/>
                    <a:pt x="147263" y="21646"/>
                    <a:pt x="147263" y="46949"/>
                  </a:cubicBezTo>
                  <a:cubicBezTo>
                    <a:pt x="147263" y="63233"/>
                    <a:pt x="139633" y="76009"/>
                    <a:pt x="113439" y="80769"/>
                  </a:cubicBezTo>
                  <a:close/>
                  <a:moveTo>
                    <a:pt x="64356" y="22398"/>
                  </a:moveTo>
                  <a:cubicBezTo>
                    <a:pt x="64356" y="17137"/>
                    <a:pt x="64356" y="8870"/>
                    <a:pt x="80123" y="8870"/>
                  </a:cubicBezTo>
                  <a:cubicBezTo>
                    <a:pt x="101740" y="8870"/>
                    <a:pt x="112422" y="17638"/>
                    <a:pt x="112422" y="47199"/>
                  </a:cubicBezTo>
                  <a:cubicBezTo>
                    <a:pt x="112422" y="79517"/>
                    <a:pt x="104538" y="84277"/>
                    <a:pt x="64356" y="84277"/>
                  </a:cubicBezTo>
                  <a:lnTo>
                    <a:pt x="64356" y="22398"/>
                  </a:lnTo>
                  <a:close/>
                  <a:moveTo>
                    <a:pt x="29769" y="162940"/>
                  </a:moveTo>
                  <a:cubicBezTo>
                    <a:pt x="31803" y="158431"/>
                    <a:pt x="31803" y="151416"/>
                    <a:pt x="31803" y="149161"/>
                  </a:cubicBezTo>
                  <a:lnTo>
                    <a:pt x="31803" y="22648"/>
                  </a:lnTo>
                  <a:cubicBezTo>
                    <a:pt x="31803" y="20143"/>
                    <a:pt x="31803" y="13379"/>
                    <a:pt x="29769" y="8870"/>
                  </a:cubicBezTo>
                  <a:lnTo>
                    <a:pt x="58761" y="8870"/>
                  </a:lnTo>
                  <a:cubicBezTo>
                    <a:pt x="55455" y="12878"/>
                    <a:pt x="55455" y="17889"/>
                    <a:pt x="55455" y="21646"/>
                  </a:cubicBezTo>
                  <a:lnTo>
                    <a:pt x="55455" y="149161"/>
                  </a:lnTo>
                  <a:cubicBezTo>
                    <a:pt x="55455" y="151667"/>
                    <a:pt x="55455" y="158431"/>
                    <a:pt x="57489" y="162940"/>
                  </a:cubicBezTo>
                  <a:lnTo>
                    <a:pt x="29769" y="162940"/>
                  </a:lnTo>
                  <a:close/>
                  <a:moveTo>
                    <a:pt x="83938" y="93045"/>
                  </a:moveTo>
                  <a:cubicBezTo>
                    <a:pt x="85718" y="92794"/>
                    <a:pt x="86736" y="92544"/>
                    <a:pt x="88770" y="92544"/>
                  </a:cubicBezTo>
                  <a:cubicBezTo>
                    <a:pt x="92585" y="92544"/>
                    <a:pt x="98180" y="92043"/>
                    <a:pt x="101995" y="91542"/>
                  </a:cubicBezTo>
                  <a:cubicBezTo>
                    <a:pt x="105809" y="97554"/>
                    <a:pt x="133275" y="142147"/>
                    <a:pt x="154384" y="162940"/>
                  </a:cubicBezTo>
                  <a:lnTo>
                    <a:pt x="129715" y="162940"/>
                  </a:lnTo>
                  <a:lnTo>
                    <a:pt x="83938" y="93045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96B59C3-48F7-657B-B5F5-2FEB95323B01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576612" y="4874901"/>
              <a:ext cx="78685" cy="116441"/>
            </a:xfrm>
            <a:custGeom>
              <a:avLst/>
              <a:gdLst>
                <a:gd name="csX0" fmla="*/ 78961 w 78685"/>
                <a:gd name="csY0" fmla="*/ 84623 h 116441"/>
                <a:gd name="csX1" fmla="*/ 72908 w 78685"/>
                <a:gd name="csY1" fmla="*/ 84623 h 116441"/>
                <a:gd name="csX2" fmla="*/ 68279 w 78685"/>
                <a:gd name="csY2" fmla="*/ 100581 h 116441"/>
                <a:gd name="csX3" fmla="*/ 50655 w 78685"/>
                <a:gd name="csY3" fmla="*/ 101633 h 116441"/>
                <a:gd name="csX4" fmla="*/ 17899 w 78685"/>
                <a:gd name="csY4" fmla="*/ 101633 h 116441"/>
                <a:gd name="csX5" fmla="*/ 53504 w 78685"/>
                <a:gd name="csY5" fmla="*/ 72172 h 116441"/>
                <a:gd name="csX6" fmla="*/ 78961 w 78685"/>
                <a:gd name="csY6" fmla="*/ 34294 h 116441"/>
                <a:gd name="csX7" fmla="*/ 37304 w 78685"/>
                <a:gd name="csY7" fmla="*/ 97 h 116441"/>
                <a:gd name="csX8" fmla="*/ 275 w 78685"/>
                <a:gd name="csY8" fmla="*/ 31488 h 116441"/>
                <a:gd name="csX9" fmla="*/ 9710 w 78685"/>
                <a:gd name="csY9" fmla="*/ 41308 h 116441"/>
                <a:gd name="csX10" fmla="*/ 19145 w 78685"/>
                <a:gd name="csY10" fmla="*/ 32014 h 116441"/>
                <a:gd name="csX11" fmla="*/ 8642 w 78685"/>
                <a:gd name="csY11" fmla="*/ 22719 h 116441"/>
                <a:gd name="csX12" fmla="*/ 34633 w 78685"/>
                <a:gd name="csY12" fmla="*/ 6411 h 116441"/>
                <a:gd name="csX13" fmla="*/ 61693 w 78685"/>
                <a:gd name="csY13" fmla="*/ 34294 h 116441"/>
                <a:gd name="csX14" fmla="*/ 44959 w 78685"/>
                <a:gd name="csY14" fmla="*/ 67963 h 116441"/>
                <a:gd name="csX15" fmla="*/ 2055 w 78685"/>
                <a:gd name="csY15" fmla="*/ 109700 h 116441"/>
                <a:gd name="csX16" fmla="*/ 275 w 78685"/>
                <a:gd name="csY16" fmla="*/ 116539 h 116441"/>
                <a:gd name="csX17" fmla="*/ 73620 w 78685"/>
                <a:gd name="csY17" fmla="*/ 116539 h 116441"/>
                <a:gd name="csX18" fmla="*/ 78961 w 78685"/>
                <a:gd name="csY18" fmla="*/ 84623 h 116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8685" h="116441">
                  <a:moveTo>
                    <a:pt x="78961" y="84623"/>
                  </a:moveTo>
                  <a:lnTo>
                    <a:pt x="72908" y="84623"/>
                  </a:lnTo>
                  <a:cubicBezTo>
                    <a:pt x="72374" y="88481"/>
                    <a:pt x="70594" y="98828"/>
                    <a:pt x="68279" y="100581"/>
                  </a:cubicBezTo>
                  <a:cubicBezTo>
                    <a:pt x="66855" y="101633"/>
                    <a:pt x="53148" y="101633"/>
                    <a:pt x="50655" y="101633"/>
                  </a:cubicBezTo>
                  <a:lnTo>
                    <a:pt x="17899" y="101633"/>
                  </a:lnTo>
                  <a:cubicBezTo>
                    <a:pt x="36592" y="85325"/>
                    <a:pt x="42822" y="80414"/>
                    <a:pt x="53504" y="72172"/>
                  </a:cubicBezTo>
                  <a:cubicBezTo>
                    <a:pt x="66677" y="61826"/>
                    <a:pt x="78961" y="50953"/>
                    <a:pt x="78961" y="34294"/>
                  </a:cubicBezTo>
                  <a:cubicBezTo>
                    <a:pt x="78961" y="13074"/>
                    <a:pt x="60090" y="97"/>
                    <a:pt x="37304" y="97"/>
                  </a:cubicBezTo>
                  <a:cubicBezTo>
                    <a:pt x="15229" y="97"/>
                    <a:pt x="275" y="15354"/>
                    <a:pt x="275" y="31488"/>
                  </a:cubicBezTo>
                  <a:cubicBezTo>
                    <a:pt x="275" y="40431"/>
                    <a:pt x="7930" y="41308"/>
                    <a:pt x="9710" y="41308"/>
                  </a:cubicBezTo>
                  <a:cubicBezTo>
                    <a:pt x="13983" y="41308"/>
                    <a:pt x="19145" y="38327"/>
                    <a:pt x="19145" y="32014"/>
                  </a:cubicBezTo>
                  <a:cubicBezTo>
                    <a:pt x="19145" y="28857"/>
                    <a:pt x="17899" y="22719"/>
                    <a:pt x="8642" y="22719"/>
                  </a:cubicBezTo>
                  <a:cubicBezTo>
                    <a:pt x="14161" y="10269"/>
                    <a:pt x="26266" y="6411"/>
                    <a:pt x="34633" y="6411"/>
                  </a:cubicBezTo>
                  <a:cubicBezTo>
                    <a:pt x="52436" y="6411"/>
                    <a:pt x="61693" y="20089"/>
                    <a:pt x="61693" y="34294"/>
                  </a:cubicBezTo>
                  <a:cubicBezTo>
                    <a:pt x="61693" y="49550"/>
                    <a:pt x="50655" y="61650"/>
                    <a:pt x="44959" y="67963"/>
                  </a:cubicBezTo>
                  <a:lnTo>
                    <a:pt x="2055" y="109700"/>
                  </a:lnTo>
                  <a:cubicBezTo>
                    <a:pt x="275" y="111279"/>
                    <a:pt x="275" y="111629"/>
                    <a:pt x="275" y="116539"/>
                  </a:cubicBezTo>
                  <a:lnTo>
                    <a:pt x="73620" y="116539"/>
                  </a:lnTo>
                  <a:lnTo>
                    <a:pt x="78961" y="84623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1B58D79-7E5D-B0A6-27F4-B2932AE377B4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677630" y="4869640"/>
              <a:ext cx="91503" cy="123456"/>
            </a:xfrm>
            <a:custGeom>
              <a:avLst/>
              <a:gdLst>
                <a:gd name="csX0" fmla="*/ 91070 w 91503"/>
                <a:gd name="csY0" fmla="*/ 5358 h 123456"/>
                <a:gd name="csX1" fmla="*/ 91782 w 91503"/>
                <a:gd name="csY1" fmla="*/ 2553 h 123456"/>
                <a:gd name="csX2" fmla="*/ 88934 w 91503"/>
                <a:gd name="csY2" fmla="*/ 97 h 123456"/>
                <a:gd name="csX3" fmla="*/ 66147 w 91503"/>
                <a:gd name="csY3" fmla="*/ 1851 h 123456"/>
                <a:gd name="csX4" fmla="*/ 62231 w 91503"/>
                <a:gd name="csY4" fmla="*/ 5885 h 123456"/>
                <a:gd name="csX5" fmla="*/ 66859 w 91503"/>
                <a:gd name="csY5" fmla="*/ 8340 h 123456"/>
                <a:gd name="csX6" fmla="*/ 75404 w 91503"/>
                <a:gd name="csY6" fmla="*/ 10970 h 123456"/>
                <a:gd name="csX7" fmla="*/ 74692 w 91503"/>
                <a:gd name="csY7" fmla="*/ 14828 h 123456"/>
                <a:gd name="csX8" fmla="*/ 64545 w 91503"/>
                <a:gd name="csY8" fmla="*/ 54811 h 123456"/>
                <a:gd name="csX9" fmla="*/ 46209 w 91503"/>
                <a:gd name="csY9" fmla="*/ 44465 h 123456"/>
                <a:gd name="csX10" fmla="*/ 279 w 91503"/>
                <a:gd name="csY10" fmla="*/ 94444 h 123456"/>
                <a:gd name="csX11" fmla="*/ 27160 w 91503"/>
                <a:gd name="csY11" fmla="*/ 123554 h 123456"/>
                <a:gd name="csX12" fmla="*/ 52439 w 91503"/>
                <a:gd name="csY12" fmla="*/ 111279 h 123456"/>
                <a:gd name="csX13" fmla="*/ 70776 w 91503"/>
                <a:gd name="csY13" fmla="*/ 123554 h 123456"/>
                <a:gd name="csX14" fmla="*/ 84839 w 91503"/>
                <a:gd name="csY14" fmla="*/ 114260 h 123456"/>
                <a:gd name="csX15" fmla="*/ 91070 w 91503"/>
                <a:gd name="csY15" fmla="*/ 96723 h 123456"/>
                <a:gd name="csX16" fmla="*/ 88222 w 91503"/>
                <a:gd name="csY16" fmla="*/ 94444 h 123456"/>
                <a:gd name="csX17" fmla="*/ 84305 w 91503"/>
                <a:gd name="csY17" fmla="*/ 99880 h 123456"/>
                <a:gd name="csX18" fmla="*/ 71310 w 91503"/>
                <a:gd name="csY18" fmla="*/ 118644 h 123456"/>
                <a:gd name="csX19" fmla="*/ 65435 w 91503"/>
                <a:gd name="csY19" fmla="*/ 110051 h 123456"/>
                <a:gd name="csX20" fmla="*/ 66325 w 91503"/>
                <a:gd name="csY20" fmla="*/ 102861 h 123456"/>
                <a:gd name="csX21" fmla="*/ 91070 w 91503"/>
                <a:gd name="csY21" fmla="*/ 5358 h 123456"/>
                <a:gd name="csX22" fmla="*/ 53152 w 91503"/>
                <a:gd name="csY22" fmla="*/ 99880 h 123456"/>
                <a:gd name="csX23" fmla="*/ 44072 w 91503"/>
                <a:gd name="csY23" fmla="*/ 111629 h 123456"/>
                <a:gd name="csX24" fmla="*/ 27694 w 91503"/>
                <a:gd name="csY24" fmla="*/ 118644 h 123456"/>
                <a:gd name="csX25" fmla="*/ 14699 w 91503"/>
                <a:gd name="csY25" fmla="*/ 101633 h 123456"/>
                <a:gd name="csX26" fmla="*/ 23956 w 91503"/>
                <a:gd name="csY26" fmla="*/ 66034 h 123456"/>
                <a:gd name="csX27" fmla="*/ 46209 w 91503"/>
                <a:gd name="csY27" fmla="*/ 49375 h 123456"/>
                <a:gd name="csX28" fmla="*/ 62053 w 91503"/>
                <a:gd name="csY28" fmla="*/ 64632 h 123456"/>
                <a:gd name="csX29" fmla="*/ 61519 w 91503"/>
                <a:gd name="csY29" fmla="*/ 67087 h 123456"/>
                <a:gd name="csX30" fmla="*/ 53152 w 91503"/>
                <a:gd name="csY30" fmla="*/ 99880 h 123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91503" h="123456">
                  <a:moveTo>
                    <a:pt x="91070" y="5358"/>
                  </a:moveTo>
                  <a:cubicBezTo>
                    <a:pt x="91248" y="5008"/>
                    <a:pt x="91782" y="2728"/>
                    <a:pt x="91782" y="2553"/>
                  </a:cubicBezTo>
                  <a:cubicBezTo>
                    <a:pt x="91782" y="1676"/>
                    <a:pt x="91070" y="97"/>
                    <a:pt x="88934" y="97"/>
                  </a:cubicBezTo>
                  <a:cubicBezTo>
                    <a:pt x="85373" y="97"/>
                    <a:pt x="70598" y="1500"/>
                    <a:pt x="66147" y="1851"/>
                  </a:cubicBezTo>
                  <a:cubicBezTo>
                    <a:pt x="64723" y="2027"/>
                    <a:pt x="62231" y="2202"/>
                    <a:pt x="62231" y="5885"/>
                  </a:cubicBezTo>
                  <a:cubicBezTo>
                    <a:pt x="62231" y="8340"/>
                    <a:pt x="64723" y="8340"/>
                    <a:pt x="66859" y="8340"/>
                  </a:cubicBezTo>
                  <a:cubicBezTo>
                    <a:pt x="75404" y="8340"/>
                    <a:pt x="75404" y="9567"/>
                    <a:pt x="75404" y="10970"/>
                  </a:cubicBezTo>
                  <a:cubicBezTo>
                    <a:pt x="75404" y="12198"/>
                    <a:pt x="75048" y="13250"/>
                    <a:pt x="74692" y="14828"/>
                  </a:cubicBezTo>
                  <a:lnTo>
                    <a:pt x="64545" y="54811"/>
                  </a:lnTo>
                  <a:cubicBezTo>
                    <a:pt x="60806" y="49024"/>
                    <a:pt x="54754" y="44465"/>
                    <a:pt x="46209" y="44465"/>
                  </a:cubicBezTo>
                  <a:cubicBezTo>
                    <a:pt x="23422" y="44465"/>
                    <a:pt x="279" y="69191"/>
                    <a:pt x="279" y="94444"/>
                  </a:cubicBezTo>
                  <a:cubicBezTo>
                    <a:pt x="279" y="111454"/>
                    <a:pt x="11851" y="123554"/>
                    <a:pt x="27160" y="123554"/>
                  </a:cubicBezTo>
                  <a:cubicBezTo>
                    <a:pt x="36774" y="123554"/>
                    <a:pt x="45319" y="118118"/>
                    <a:pt x="52439" y="111279"/>
                  </a:cubicBezTo>
                  <a:cubicBezTo>
                    <a:pt x="55822" y="121800"/>
                    <a:pt x="66147" y="123554"/>
                    <a:pt x="70776" y="123554"/>
                  </a:cubicBezTo>
                  <a:cubicBezTo>
                    <a:pt x="77184" y="123554"/>
                    <a:pt x="81635" y="119696"/>
                    <a:pt x="84839" y="114260"/>
                  </a:cubicBezTo>
                  <a:cubicBezTo>
                    <a:pt x="88756" y="107420"/>
                    <a:pt x="91070" y="97425"/>
                    <a:pt x="91070" y="96723"/>
                  </a:cubicBezTo>
                  <a:cubicBezTo>
                    <a:pt x="91070" y="94444"/>
                    <a:pt x="88756" y="94444"/>
                    <a:pt x="88222" y="94444"/>
                  </a:cubicBezTo>
                  <a:cubicBezTo>
                    <a:pt x="85729" y="94444"/>
                    <a:pt x="85551" y="95145"/>
                    <a:pt x="84305" y="99880"/>
                  </a:cubicBezTo>
                  <a:cubicBezTo>
                    <a:pt x="82169" y="108297"/>
                    <a:pt x="78787" y="118644"/>
                    <a:pt x="71310" y="118644"/>
                  </a:cubicBezTo>
                  <a:cubicBezTo>
                    <a:pt x="66681" y="118644"/>
                    <a:pt x="65435" y="114786"/>
                    <a:pt x="65435" y="110051"/>
                  </a:cubicBezTo>
                  <a:cubicBezTo>
                    <a:pt x="65435" y="106719"/>
                    <a:pt x="65791" y="105141"/>
                    <a:pt x="66325" y="102861"/>
                  </a:cubicBezTo>
                  <a:lnTo>
                    <a:pt x="91070" y="5358"/>
                  </a:lnTo>
                  <a:close/>
                  <a:moveTo>
                    <a:pt x="53152" y="99880"/>
                  </a:moveTo>
                  <a:cubicBezTo>
                    <a:pt x="51905" y="104790"/>
                    <a:pt x="47989" y="108297"/>
                    <a:pt x="44072" y="111629"/>
                  </a:cubicBezTo>
                  <a:cubicBezTo>
                    <a:pt x="42470" y="113032"/>
                    <a:pt x="35349" y="118644"/>
                    <a:pt x="27694" y="118644"/>
                  </a:cubicBezTo>
                  <a:cubicBezTo>
                    <a:pt x="21108" y="118644"/>
                    <a:pt x="14699" y="114084"/>
                    <a:pt x="14699" y="101633"/>
                  </a:cubicBezTo>
                  <a:cubicBezTo>
                    <a:pt x="14699" y="92339"/>
                    <a:pt x="19862" y="73049"/>
                    <a:pt x="23956" y="66034"/>
                  </a:cubicBezTo>
                  <a:cubicBezTo>
                    <a:pt x="32145" y="52005"/>
                    <a:pt x="41224" y="49375"/>
                    <a:pt x="46209" y="49375"/>
                  </a:cubicBezTo>
                  <a:cubicBezTo>
                    <a:pt x="58670" y="49375"/>
                    <a:pt x="62053" y="62703"/>
                    <a:pt x="62053" y="64632"/>
                  </a:cubicBezTo>
                  <a:cubicBezTo>
                    <a:pt x="62053" y="65333"/>
                    <a:pt x="61697" y="66561"/>
                    <a:pt x="61519" y="67087"/>
                  </a:cubicBezTo>
                  <a:lnTo>
                    <a:pt x="53152" y="99880"/>
                  </a:lnTo>
                  <a:close/>
                </a:path>
              </a:pathLst>
            </a:custGeom>
            <a:solidFill>
              <a:srgbClr val="000000"/>
            </a:solidFill>
            <a:ln w="25527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398741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F00995B-A192-DB02-D46F-E7F3C55A2B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CA" dirty="0"/>
                  <a:t>Trigram vs. Neural Trigram LMs 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∣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e>
                    </m:d>
                  </m:oMath>
                </a14:m>
                <a:endParaRPr lang="en-CA" b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F00995B-A192-DB02-D46F-E7F3C55A2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DCBCC-7EC9-E1B9-384C-4C01A659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8</a:t>
            </a:fld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EECD12E-5E67-14BF-903C-34FB231E77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1892" y="1659750"/>
                <a:ext cx="5339380" cy="429546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en-US"/>
                </a:defPPr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BC0000"/>
                    </a:solidFill>
                    <a:latin typeface="Nunito" pitchFamily="2" charset="0"/>
                  </a:rPr>
                  <a:t>trigram language model</a:t>
                </a:r>
                <a:endParaRPr lang="en-US" dirty="0">
                  <a:latin typeface="Nunito" pitchFamily="2" charset="0"/>
                </a:endParaRPr>
              </a:p>
              <a:p>
                <a:pPr marL="465138" lvl="1" indent="-280988"/>
                <a:r>
                  <a:rPr lang="en-US" dirty="0">
                    <a:latin typeface="Nunito" pitchFamily="2" charset="0"/>
                  </a:rPr>
                  <a:t>separate parameters for every combination of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endParaRPr lang="en-US" dirty="0">
                  <a:latin typeface="Nunito" pitchFamily="2" charset="0"/>
                </a:endParaRPr>
              </a:p>
              <a:p>
                <a:pPr marL="465138" lvl="1" indent="-280988"/>
                <a:r>
                  <a:rPr lang="en-US" dirty="0">
                    <a:latin typeface="Nunito" pitchFamily="2" charset="0"/>
                  </a:rPr>
                  <a:t>so, approx.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>
                    <a:latin typeface="Nunito" pitchFamily="2" charset="0"/>
                  </a:rPr>
                  <a:t> parameters</a:t>
                </a:r>
              </a:p>
              <a:p>
                <a:pPr marL="465138" lvl="1" indent="-280988"/>
                <a:r>
                  <a:rPr lang="en-US" dirty="0">
                    <a:latin typeface="Nunito" pitchFamily="2" charset="0"/>
                  </a:rPr>
                  <a:t># parameters is exponential in </a:t>
                </a:r>
                <a:r>
                  <a:rPr lang="en-US" i="1" dirty="0">
                    <a:latin typeface="Nunito" pitchFamily="2" charset="0"/>
                  </a:rPr>
                  <a:t>n</a:t>
                </a:r>
                <a:r>
                  <a:rPr lang="en-US" dirty="0">
                    <a:latin typeface="Nunito" pitchFamily="2" charset="0"/>
                  </a:rPr>
                  <a:t>-gram size</a:t>
                </a:r>
              </a:p>
              <a:p>
                <a:pPr marL="465138" lvl="1" indent="-280988"/>
                <a:r>
                  <a:rPr lang="en-US" dirty="0">
                    <a:latin typeface="Nunito" pitchFamily="2" charset="0"/>
                  </a:rPr>
                  <a:t>most parameters are zero</a:t>
                </a:r>
              </a:p>
              <a:p>
                <a:pPr marL="465138" lvl="1" indent="-280988"/>
                <a:r>
                  <a:rPr lang="en-US" dirty="0">
                    <a:latin typeface="Nunito" pitchFamily="2" charset="0"/>
                  </a:rPr>
                  <a:t>even with smoothing, many parameters can remain zero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EECD12E-5E67-14BF-903C-34FB231E7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92" y="1659750"/>
                <a:ext cx="5339380" cy="4295461"/>
              </a:xfrm>
              <a:prstGeom prst="rect">
                <a:avLst/>
              </a:prstGeom>
              <a:blipFill>
                <a:blip r:embed="rId4"/>
                <a:stretch>
                  <a:fillRect l="-2055" t="-2270" r="-2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373D4B8-1509-B9C8-4558-D58382C36F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02150" y="1659750"/>
                <a:ext cx="5787958" cy="42954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en-US"/>
                </a:defPPr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Nunito" pitchFamily="2" charset="0"/>
                  </a:rPr>
                  <a:t>neural trigram language model</a:t>
                </a:r>
                <a:endParaRPr lang="en-US" sz="2800" dirty="0">
                  <a:latin typeface="Nunito" pitchFamily="2" charset="0"/>
                </a:endParaRPr>
              </a:p>
              <a:p>
                <a:pPr marL="522288" lvl="1" indent="-280988"/>
                <a:r>
                  <a:rPr lang="en-US" sz="2400" dirty="0">
                    <a:latin typeface="Nunito" pitchFamily="2" charset="0"/>
                  </a:rPr>
                  <a:t>only has 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CA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   parameters</a:t>
                </a:r>
              </a:p>
              <a:p>
                <a:pPr marL="522288" lvl="1" indent="-280988"/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can be chosen to scale                 </a:t>
                </a:r>
                <a:br>
                  <a:rPr lang="en-US" sz="2400" dirty="0">
                    <a:latin typeface="Nunito" pitchFamily="2" charset="0"/>
                  </a:rPr>
                </a:br>
                <a:r>
                  <a:rPr lang="en-US" sz="2400" dirty="0">
                    <a:latin typeface="Nunito" pitchFamily="2" charset="0"/>
                  </a:rPr>
                  <a:t># parameters up or down</a:t>
                </a:r>
              </a:p>
              <a:p>
                <a:pPr marL="522288" lvl="1" indent="-280988"/>
                <a:r>
                  <a:rPr lang="en-US" sz="2400" dirty="0">
                    <a:latin typeface="Nunito" pitchFamily="2" charset="0"/>
                  </a:rPr>
                  <a:t># parameters linear in </a:t>
                </a:r>
                <a:r>
                  <a:rPr lang="en-US" sz="2400" i="1" dirty="0">
                    <a:latin typeface="Nunito" pitchFamily="2" charset="0"/>
                  </a:rPr>
                  <a:t>n</a:t>
                </a:r>
                <a:r>
                  <a:rPr lang="en-US" sz="2400" dirty="0">
                    <a:latin typeface="Nunito" pitchFamily="2" charset="0"/>
                  </a:rPr>
                  <a:t>-gram size</a:t>
                </a:r>
              </a:p>
              <a:p>
                <a:pPr marL="522288" lvl="1" indent="-280988"/>
                <a:r>
                  <a:rPr lang="en-US" sz="2400" dirty="0">
                    <a:latin typeface="Nunito" pitchFamily="2" charset="0"/>
                  </a:rPr>
                  <a:t>(almost) no parameters are zero</a:t>
                </a:r>
              </a:p>
              <a:p>
                <a:pPr marL="522288" lvl="1" indent="-280988"/>
                <a:r>
                  <a:rPr lang="en-US" sz="2400" dirty="0">
                    <a:latin typeface="Nunito" pitchFamily="2" charset="0"/>
                  </a:rPr>
                  <a:t>no explicit smoothing, though smoothing done implicitly via  distributed representations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373D4B8-1509-B9C8-4558-D58382C36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150" y="1659750"/>
                <a:ext cx="5787958" cy="4295462"/>
              </a:xfrm>
              <a:prstGeom prst="rect">
                <a:avLst/>
              </a:prstGeom>
              <a:blipFill>
                <a:blip r:embed="rId5"/>
                <a:stretch>
                  <a:fillRect l="-1897" t="-1277" r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957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2E689-AA8B-D304-27AE-9FE15F2E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C827-3256-9EFE-1216-C30ED0D0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Removing N-Gram Constraints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F03A5B-38BB-9F68-7B36-151B70BF3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36"/>
          <a:srcRect l="13499" r="13306"/>
          <a:stretch>
            <a:fillRect/>
          </a:stretch>
        </p:blipFill>
        <p:spPr>
          <a:xfrm>
            <a:off x="404751" y="1198866"/>
            <a:ext cx="5691249" cy="49423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56E7A-1D8C-3DE4-6EA7-4457A85E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9</a:t>
            </a:fld>
            <a:endParaRPr lang="en-CA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F2EB85-52F1-9402-2F39-4776BA0C661E}"/>
              </a:ext>
            </a:extLst>
          </p:cNvPr>
          <p:cNvSpPr txBox="1">
            <a:spLocks/>
          </p:cNvSpPr>
          <p:nvPr/>
        </p:nvSpPr>
        <p:spPr>
          <a:xfrm>
            <a:off x="2773995" y="6161383"/>
            <a:ext cx="3322005" cy="3899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2000"/>
              <a:t>[</a:t>
            </a:r>
            <a:r>
              <a:rPr lang="en-CA" sz="2000" err="1"/>
              <a:t>Src</a:t>
            </a:r>
            <a:r>
              <a:rPr lang="en-CA" sz="2000"/>
              <a:t>: Bengio et al., 2003]</a:t>
            </a:r>
            <a:endParaRPr lang="en-US" sz="2000"/>
          </a:p>
        </p:txBody>
      </p:sp>
      <p:grpSp>
        <p:nvGrpSpPr>
          <p:cNvPr id="31" name="Group 30" descr="\documentclass{article}&#10;\usepackage{nunito}&#10;\usepackage[linguistics]{forest}&#10;\usepackage{amsmath,amssymb}&#10;\pagestyle{empty}&#10;\begin{document}&#10;&#10;\begin{align*}&#10;P(x_i\mid x_1,x_2, \ldots, x_{i-1})&#10;\end{align*}&#10;&#10;&#10;\end{document}" title="IguanaTex Shape Display">
            <a:extLst>
              <a:ext uri="{FF2B5EF4-FFF2-40B4-BE49-F238E27FC236}">
                <a16:creationId xmlns:a16="http://schemas.microsoft.com/office/drawing/2014/main" id="{FE91DB57-2C52-862F-EAE6-7AAD0C5526D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888087" y="514746"/>
            <a:ext cx="2973321" cy="296069"/>
            <a:chOff x="8165103" y="4834539"/>
            <a:chExt cx="2973321" cy="296069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0AC7225-2214-6271-E995-CDF80839F03B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8165103" y="4854376"/>
              <a:ext cx="216814" cy="202215"/>
            </a:xfrm>
            <a:custGeom>
              <a:avLst/>
              <a:gdLst>
                <a:gd name="csX0" fmla="*/ 80047 w 216814"/>
                <a:gd name="csY0" fmla="*/ 108742 h 202215"/>
                <a:gd name="csX1" fmla="*/ 131669 w 216814"/>
                <a:gd name="csY1" fmla="*/ 108742 h 202215"/>
                <a:gd name="csX2" fmla="*/ 216998 w 216814"/>
                <a:gd name="csY2" fmla="*/ 44791 h 202215"/>
                <a:gd name="csX3" fmla="*/ 157177 w 216814"/>
                <a:gd name="csY3" fmla="*/ 85 h 202215"/>
                <a:gd name="csX4" fmla="*/ 58791 w 216814"/>
                <a:gd name="csY4" fmla="*/ 85 h 202215"/>
                <a:gd name="csX5" fmla="*/ 49681 w 216814"/>
                <a:gd name="csY5" fmla="*/ 5710 h 202215"/>
                <a:gd name="csX6" fmla="*/ 58487 w 216814"/>
                <a:gd name="csY6" fmla="*/ 9263 h 202215"/>
                <a:gd name="csX7" fmla="*/ 71545 w 216814"/>
                <a:gd name="csY7" fmla="*/ 9855 h 202215"/>
                <a:gd name="csX8" fmla="*/ 78225 w 216814"/>
                <a:gd name="csY8" fmla="*/ 14592 h 202215"/>
                <a:gd name="csX9" fmla="*/ 77010 w 216814"/>
                <a:gd name="csY9" fmla="*/ 20217 h 202215"/>
                <a:gd name="csX10" fmla="*/ 36320 w 216814"/>
                <a:gd name="csY10" fmla="*/ 179207 h 202215"/>
                <a:gd name="csX11" fmla="*/ 8687 w 216814"/>
                <a:gd name="csY11" fmla="*/ 193122 h 202215"/>
                <a:gd name="csX12" fmla="*/ 184 w 216814"/>
                <a:gd name="csY12" fmla="*/ 198747 h 202215"/>
                <a:gd name="csX13" fmla="*/ 4739 w 216814"/>
                <a:gd name="csY13" fmla="*/ 202300 h 202215"/>
                <a:gd name="csX14" fmla="*/ 43304 w 216814"/>
                <a:gd name="csY14" fmla="*/ 201412 h 202215"/>
                <a:gd name="csX15" fmla="*/ 62738 w 216814"/>
                <a:gd name="csY15" fmla="*/ 201708 h 202215"/>
                <a:gd name="csX16" fmla="*/ 82476 w 216814"/>
                <a:gd name="csY16" fmla="*/ 202300 h 202215"/>
                <a:gd name="csX17" fmla="*/ 88550 w 216814"/>
                <a:gd name="csY17" fmla="*/ 196379 h 202215"/>
                <a:gd name="csX18" fmla="*/ 80047 w 216814"/>
                <a:gd name="csY18" fmla="*/ 193122 h 202215"/>
                <a:gd name="csX19" fmla="*/ 60309 w 216814"/>
                <a:gd name="csY19" fmla="*/ 187793 h 202215"/>
                <a:gd name="csX20" fmla="*/ 61220 w 216814"/>
                <a:gd name="csY20" fmla="*/ 182760 h 202215"/>
                <a:gd name="csX21" fmla="*/ 80047 w 216814"/>
                <a:gd name="csY21" fmla="*/ 108742 h 202215"/>
                <a:gd name="csX22" fmla="*/ 101911 w 216814"/>
                <a:gd name="csY22" fmla="*/ 20513 h 202215"/>
                <a:gd name="csX23" fmla="*/ 118308 w 216814"/>
                <a:gd name="csY23" fmla="*/ 9263 h 202215"/>
                <a:gd name="csX24" fmla="*/ 147460 w 216814"/>
                <a:gd name="csY24" fmla="*/ 9263 h 202215"/>
                <a:gd name="csX25" fmla="*/ 188758 w 216814"/>
                <a:gd name="csY25" fmla="*/ 37686 h 202215"/>
                <a:gd name="csX26" fmla="*/ 170842 w 216814"/>
                <a:gd name="csY26" fmla="*/ 85353 h 202215"/>
                <a:gd name="csX27" fmla="*/ 124078 w 216814"/>
                <a:gd name="csY27" fmla="*/ 101044 h 202215"/>
                <a:gd name="csX28" fmla="*/ 81262 w 216814"/>
                <a:gd name="csY28" fmla="*/ 101044 h 202215"/>
                <a:gd name="csX29" fmla="*/ 101911 w 216814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814" h="202215">
                  <a:moveTo>
                    <a:pt x="80047" y="108742"/>
                  </a:moveTo>
                  <a:lnTo>
                    <a:pt x="131669" y="108742"/>
                  </a:lnTo>
                  <a:cubicBezTo>
                    <a:pt x="174789" y="108742"/>
                    <a:pt x="216998" y="77951"/>
                    <a:pt x="216998" y="44791"/>
                  </a:cubicBezTo>
                  <a:cubicBezTo>
                    <a:pt x="216998" y="21994"/>
                    <a:pt x="196957" y="85"/>
                    <a:pt x="157177" y="85"/>
                  </a:cubicBezTo>
                  <a:lnTo>
                    <a:pt x="58791" y="85"/>
                  </a:lnTo>
                  <a:cubicBezTo>
                    <a:pt x="53021" y="85"/>
                    <a:pt x="49681" y="85"/>
                    <a:pt x="49681" y="5710"/>
                  </a:cubicBezTo>
                  <a:cubicBezTo>
                    <a:pt x="49681" y="9263"/>
                    <a:pt x="52414" y="9263"/>
                    <a:pt x="58487" y="9263"/>
                  </a:cubicBezTo>
                  <a:cubicBezTo>
                    <a:pt x="62435" y="9263"/>
                    <a:pt x="67901" y="9559"/>
                    <a:pt x="71545" y="9855"/>
                  </a:cubicBezTo>
                  <a:cubicBezTo>
                    <a:pt x="76403" y="10447"/>
                    <a:pt x="78225" y="11335"/>
                    <a:pt x="78225" y="14592"/>
                  </a:cubicBezTo>
                  <a:cubicBezTo>
                    <a:pt x="78225" y="15776"/>
                    <a:pt x="77921" y="16665"/>
                    <a:pt x="77010" y="20217"/>
                  </a:cubicBezTo>
                  <a:lnTo>
                    <a:pt x="36320" y="179207"/>
                  </a:lnTo>
                  <a:cubicBezTo>
                    <a:pt x="33283" y="190754"/>
                    <a:pt x="32676" y="193122"/>
                    <a:pt x="8687" y="193122"/>
                  </a:cubicBezTo>
                  <a:cubicBezTo>
                    <a:pt x="3524" y="193122"/>
                    <a:pt x="184" y="193122"/>
                    <a:pt x="184" y="198747"/>
                  </a:cubicBezTo>
                  <a:cubicBezTo>
                    <a:pt x="184" y="202300"/>
                    <a:pt x="3828" y="202300"/>
                    <a:pt x="4739" y="202300"/>
                  </a:cubicBezTo>
                  <a:cubicBezTo>
                    <a:pt x="13242" y="202300"/>
                    <a:pt x="34802" y="201412"/>
                    <a:pt x="43304" y="201412"/>
                  </a:cubicBezTo>
                  <a:cubicBezTo>
                    <a:pt x="49681" y="201412"/>
                    <a:pt x="56361" y="201708"/>
                    <a:pt x="62738" y="201708"/>
                  </a:cubicBezTo>
                  <a:cubicBezTo>
                    <a:pt x="69419" y="201708"/>
                    <a:pt x="76099" y="202300"/>
                    <a:pt x="82476" y="202300"/>
                  </a:cubicBezTo>
                  <a:cubicBezTo>
                    <a:pt x="84602" y="202300"/>
                    <a:pt x="88550" y="202300"/>
                    <a:pt x="88550" y="196379"/>
                  </a:cubicBezTo>
                  <a:cubicBezTo>
                    <a:pt x="88550" y="193122"/>
                    <a:pt x="85817" y="193122"/>
                    <a:pt x="80047" y="193122"/>
                  </a:cubicBezTo>
                  <a:cubicBezTo>
                    <a:pt x="68812" y="193122"/>
                    <a:pt x="60309" y="193122"/>
                    <a:pt x="60309" y="187793"/>
                  </a:cubicBezTo>
                  <a:cubicBezTo>
                    <a:pt x="60309" y="186016"/>
                    <a:pt x="60916" y="184536"/>
                    <a:pt x="61220" y="182760"/>
                  </a:cubicBezTo>
                  <a:lnTo>
                    <a:pt x="80047" y="108742"/>
                  </a:lnTo>
                  <a:close/>
                  <a:moveTo>
                    <a:pt x="101911" y="20513"/>
                  </a:moveTo>
                  <a:cubicBezTo>
                    <a:pt x="104644" y="10151"/>
                    <a:pt x="105251" y="9263"/>
                    <a:pt x="118308" y="9263"/>
                  </a:cubicBezTo>
                  <a:lnTo>
                    <a:pt x="147460" y="9263"/>
                  </a:lnTo>
                  <a:cubicBezTo>
                    <a:pt x="172664" y="9263"/>
                    <a:pt x="188758" y="17257"/>
                    <a:pt x="188758" y="37686"/>
                  </a:cubicBezTo>
                  <a:cubicBezTo>
                    <a:pt x="188758" y="49232"/>
                    <a:pt x="182685" y="74694"/>
                    <a:pt x="170842" y="85353"/>
                  </a:cubicBezTo>
                  <a:cubicBezTo>
                    <a:pt x="155659" y="98676"/>
                    <a:pt x="137439" y="101044"/>
                    <a:pt x="124078" y="101044"/>
                  </a:cubicBezTo>
                  <a:lnTo>
                    <a:pt x="81262" y="101044"/>
                  </a:lnTo>
                  <a:lnTo>
                    <a:pt x="101911" y="20513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B9CC5F-1347-D0FD-35C6-17AB30115D12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8420149" y="4834539"/>
              <a:ext cx="70449" cy="296069"/>
            </a:xfrm>
            <a:custGeom>
              <a:avLst/>
              <a:gdLst>
                <a:gd name="csX0" fmla="*/ 70641 w 70449"/>
                <a:gd name="csY0" fmla="*/ 293194 h 296069"/>
                <a:gd name="csX1" fmla="*/ 65479 w 70449"/>
                <a:gd name="csY1" fmla="*/ 286680 h 296069"/>
                <a:gd name="csX2" fmla="*/ 17804 w 70449"/>
                <a:gd name="csY2" fmla="*/ 148120 h 296069"/>
                <a:gd name="csX3" fmla="*/ 66694 w 70449"/>
                <a:gd name="csY3" fmla="*/ 8079 h 296069"/>
                <a:gd name="csX4" fmla="*/ 70641 w 70449"/>
                <a:gd name="csY4" fmla="*/ 3045 h 296069"/>
                <a:gd name="csX5" fmla="*/ 67605 w 70449"/>
                <a:gd name="csY5" fmla="*/ 85 h 296069"/>
                <a:gd name="csX6" fmla="*/ 19323 w 70449"/>
                <a:gd name="csY6" fmla="*/ 57818 h 296069"/>
                <a:gd name="csX7" fmla="*/ 192 w 70449"/>
                <a:gd name="csY7" fmla="*/ 148120 h 296069"/>
                <a:gd name="csX8" fmla="*/ 20234 w 70449"/>
                <a:gd name="csY8" fmla="*/ 240493 h 296069"/>
                <a:gd name="csX9" fmla="*/ 67605 w 70449"/>
                <a:gd name="csY9" fmla="*/ 296154 h 296069"/>
                <a:gd name="csX10" fmla="*/ 70641 w 70449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41" y="293194"/>
                  </a:moveTo>
                  <a:cubicBezTo>
                    <a:pt x="70641" y="292306"/>
                    <a:pt x="70641" y="291713"/>
                    <a:pt x="65479" y="286680"/>
                  </a:cubicBezTo>
                  <a:cubicBezTo>
                    <a:pt x="27521" y="249375"/>
                    <a:pt x="17804" y="193418"/>
                    <a:pt x="17804" y="148120"/>
                  </a:cubicBezTo>
                  <a:cubicBezTo>
                    <a:pt x="17804" y="96603"/>
                    <a:pt x="29343" y="45087"/>
                    <a:pt x="66694" y="8079"/>
                  </a:cubicBezTo>
                  <a:cubicBezTo>
                    <a:pt x="70641" y="4526"/>
                    <a:pt x="70641" y="3934"/>
                    <a:pt x="70641" y="3045"/>
                  </a:cubicBezTo>
                  <a:cubicBezTo>
                    <a:pt x="70641" y="973"/>
                    <a:pt x="69427" y="85"/>
                    <a:pt x="67605" y="85"/>
                  </a:cubicBezTo>
                  <a:cubicBezTo>
                    <a:pt x="64568" y="85"/>
                    <a:pt x="37239" y="20217"/>
                    <a:pt x="19323" y="57818"/>
                  </a:cubicBezTo>
                  <a:cubicBezTo>
                    <a:pt x="3836" y="90386"/>
                    <a:pt x="192" y="123250"/>
                    <a:pt x="192" y="148120"/>
                  </a:cubicBezTo>
                  <a:cubicBezTo>
                    <a:pt x="192" y="171213"/>
                    <a:pt x="3532" y="207037"/>
                    <a:pt x="20234" y="240493"/>
                  </a:cubicBezTo>
                  <a:cubicBezTo>
                    <a:pt x="38453" y="276910"/>
                    <a:pt x="64568" y="296154"/>
                    <a:pt x="67605" y="296154"/>
                  </a:cubicBezTo>
                  <a:cubicBezTo>
                    <a:pt x="69427" y="296154"/>
                    <a:pt x="70641" y="295266"/>
                    <a:pt x="70641" y="293194"/>
                  </a:cubicBez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D9BBF38-7B25-1A14-5353-56E629EA5E52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8516984" y="4925728"/>
              <a:ext cx="151223" cy="134119"/>
            </a:xfrm>
            <a:custGeom>
              <a:avLst/>
              <a:gdLst>
                <a:gd name="csX0" fmla="*/ 92812 w 151223"/>
                <a:gd name="csY0" fmla="*/ 41534 h 134119"/>
                <a:gd name="csX1" fmla="*/ 122875 w 151223"/>
                <a:gd name="csY1" fmla="*/ 6598 h 134119"/>
                <a:gd name="csX2" fmla="*/ 138058 w 151223"/>
                <a:gd name="csY2" fmla="*/ 10447 h 134119"/>
                <a:gd name="csX3" fmla="*/ 123482 w 151223"/>
                <a:gd name="csY3" fmla="*/ 26435 h 134119"/>
                <a:gd name="csX4" fmla="*/ 135021 w 151223"/>
                <a:gd name="csY4" fmla="*/ 36797 h 134119"/>
                <a:gd name="csX5" fmla="*/ 151419 w 151223"/>
                <a:gd name="csY5" fmla="*/ 19625 h 134119"/>
                <a:gd name="csX6" fmla="*/ 123179 w 151223"/>
                <a:gd name="csY6" fmla="*/ 85 h 134119"/>
                <a:gd name="csX7" fmla="*/ 91294 w 151223"/>
                <a:gd name="csY7" fmla="*/ 22586 h 134119"/>
                <a:gd name="csX8" fmla="*/ 58499 w 151223"/>
                <a:gd name="csY8" fmla="*/ 85 h 134119"/>
                <a:gd name="csX9" fmla="*/ 9609 w 151223"/>
                <a:gd name="csY9" fmla="*/ 45679 h 134119"/>
                <a:gd name="csX10" fmla="*/ 13253 w 151223"/>
                <a:gd name="csY10" fmla="*/ 48640 h 134119"/>
                <a:gd name="csX11" fmla="*/ 17201 w 151223"/>
                <a:gd name="csY11" fmla="*/ 45383 h 134119"/>
                <a:gd name="csX12" fmla="*/ 57891 w 151223"/>
                <a:gd name="csY12" fmla="*/ 6598 h 134119"/>
                <a:gd name="csX13" fmla="*/ 74289 w 151223"/>
                <a:gd name="csY13" fmla="*/ 26435 h 134119"/>
                <a:gd name="csX14" fmla="*/ 57891 w 151223"/>
                <a:gd name="csY14" fmla="*/ 96899 h 134119"/>
                <a:gd name="csX15" fmla="*/ 29044 w 151223"/>
                <a:gd name="csY15" fmla="*/ 127691 h 134119"/>
                <a:gd name="csX16" fmla="*/ 13861 w 151223"/>
                <a:gd name="csY16" fmla="*/ 123842 h 134119"/>
                <a:gd name="csX17" fmla="*/ 28133 w 151223"/>
                <a:gd name="csY17" fmla="*/ 107854 h 134119"/>
                <a:gd name="csX18" fmla="*/ 16897 w 151223"/>
                <a:gd name="csY18" fmla="*/ 97492 h 134119"/>
                <a:gd name="csX19" fmla="*/ 196 w 151223"/>
                <a:gd name="csY19" fmla="*/ 114664 h 134119"/>
                <a:gd name="csX20" fmla="*/ 28740 w 151223"/>
                <a:gd name="csY20" fmla="*/ 134204 h 134119"/>
                <a:gd name="csX21" fmla="*/ 60624 w 151223"/>
                <a:gd name="csY21" fmla="*/ 111703 h 134119"/>
                <a:gd name="csX22" fmla="*/ 93420 w 151223"/>
                <a:gd name="csY22" fmla="*/ 134204 h 134119"/>
                <a:gd name="csX23" fmla="*/ 142006 w 151223"/>
                <a:gd name="csY23" fmla="*/ 88610 h 134119"/>
                <a:gd name="csX24" fmla="*/ 138362 w 151223"/>
                <a:gd name="csY24" fmla="*/ 85649 h 134119"/>
                <a:gd name="csX25" fmla="*/ 134414 w 151223"/>
                <a:gd name="csY25" fmla="*/ 88906 h 134119"/>
                <a:gd name="csX26" fmla="*/ 94027 w 151223"/>
                <a:gd name="csY26" fmla="*/ 127691 h 134119"/>
                <a:gd name="csX27" fmla="*/ 77326 w 151223"/>
                <a:gd name="csY27" fmla="*/ 108150 h 134119"/>
                <a:gd name="csX28" fmla="*/ 82488 w 151223"/>
                <a:gd name="csY28" fmla="*/ 82096 h 134119"/>
                <a:gd name="csX29" fmla="*/ 92812 w 151223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4119">
                  <a:moveTo>
                    <a:pt x="92812" y="41534"/>
                  </a:moveTo>
                  <a:cubicBezTo>
                    <a:pt x="94634" y="33837"/>
                    <a:pt x="101619" y="6598"/>
                    <a:pt x="122875" y="6598"/>
                  </a:cubicBezTo>
                  <a:cubicBezTo>
                    <a:pt x="124393" y="6598"/>
                    <a:pt x="131681" y="6598"/>
                    <a:pt x="138058" y="10447"/>
                  </a:cubicBezTo>
                  <a:cubicBezTo>
                    <a:pt x="129555" y="11927"/>
                    <a:pt x="123482" y="19329"/>
                    <a:pt x="123482" y="26435"/>
                  </a:cubicBezTo>
                  <a:cubicBezTo>
                    <a:pt x="123482" y="31172"/>
                    <a:pt x="126823" y="36797"/>
                    <a:pt x="135021" y="36797"/>
                  </a:cubicBezTo>
                  <a:cubicBezTo>
                    <a:pt x="141702" y="36797"/>
                    <a:pt x="151419" y="31468"/>
                    <a:pt x="151419" y="19625"/>
                  </a:cubicBezTo>
                  <a:cubicBezTo>
                    <a:pt x="151419" y="4230"/>
                    <a:pt x="133503" y="85"/>
                    <a:pt x="123179" y="85"/>
                  </a:cubicBezTo>
                  <a:cubicBezTo>
                    <a:pt x="105566" y="85"/>
                    <a:pt x="94938" y="15776"/>
                    <a:pt x="91294" y="22586"/>
                  </a:cubicBezTo>
                  <a:cubicBezTo>
                    <a:pt x="83703" y="3045"/>
                    <a:pt x="67305" y="85"/>
                    <a:pt x="58499" y="85"/>
                  </a:cubicBezTo>
                  <a:cubicBezTo>
                    <a:pt x="26918" y="85"/>
                    <a:pt x="9609" y="38278"/>
                    <a:pt x="9609" y="45679"/>
                  </a:cubicBezTo>
                  <a:cubicBezTo>
                    <a:pt x="9609" y="48640"/>
                    <a:pt x="12646" y="48640"/>
                    <a:pt x="13253" y="48640"/>
                  </a:cubicBezTo>
                  <a:cubicBezTo>
                    <a:pt x="15683" y="48640"/>
                    <a:pt x="16593" y="48048"/>
                    <a:pt x="17201" y="45383"/>
                  </a:cubicBezTo>
                  <a:cubicBezTo>
                    <a:pt x="27525" y="14000"/>
                    <a:pt x="47567" y="6598"/>
                    <a:pt x="57891" y="6598"/>
                  </a:cubicBezTo>
                  <a:cubicBezTo>
                    <a:pt x="63661" y="6598"/>
                    <a:pt x="74289" y="9263"/>
                    <a:pt x="74289" y="26435"/>
                  </a:cubicBezTo>
                  <a:cubicBezTo>
                    <a:pt x="74289" y="35613"/>
                    <a:pt x="69127" y="55450"/>
                    <a:pt x="57891" y="96899"/>
                  </a:cubicBezTo>
                  <a:cubicBezTo>
                    <a:pt x="53033" y="115256"/>
                    <a:pt x="42405" y="127691"/>
                    <a:pt x="29044" y="127691"/>
                  </a:cubicBezTo>
                  <a:cubicBezTo>
                    <a:pt x="27222" y="127691"/>
                    <a:pt x="20237" y="127691"/>
                    <a:pt x="13861" y="123842"/>
                  </a:cubicBezTo>
                  <a:cubicBezTo>
                    <a:pt x="21452" y="122361"/>
                    <a:pt x="28133" y="116144"/>
                    <a:pt x="28133" y="107854"/>
                  </a:cubicBezTo>
                  <a:cubicBezTo>
                    <a:pt x="28133" y="99860"/>
                    <a:pt x="21452" y="97492"/>
                    <a:pt x="16897" y="97492"/>
                  </a:cubicBezTo>
                  <a:cubicBezTo>
                    <a:pt x="7787" y="97492"/>
                    <a:pt x="196" y="105189"/>
                    <a:pt x="196" y="114664"/>
                  </a:cubicBezTo>
                  <a:cubicBezTo>
                    <a:pt x="196" y="128283"/>
                    <a:pt x="15379" y="134204"/>
                    <a:pt x="28740" y="134204"/>
                  </a:cubicBezTo>
                  <a:cubicBezTo>
                    <a:pt x="48782" y="134204"/>
                    <a:pt x="59713" y="113479"/>
                    <a:pt x="60624" y="111703"/>
                  </a:cubicBezTo>
                  <a:cubicBezTo>
                    <a:pt x="64268" y="122658"/>
                    <a:pt x="75200" y="134204"/>
                    <a:pt x="93420" y="134204"/>
                  </a:cubicBezTo>
                  <a:cubicBezTo>
                    <a:pt x="124697" y="134204"/>
                    <a:pt x="142006" y="96011"/>
                    <a:pt x="142006" y="88610"/>
                  </a:cubicBezTo>
                  <a:cubicBezTo>
                    <a:pt x="142006" y="85649"/>
                    <a:pt x="139273" y="85649"/>
                    <a:pt x="138362" y="85649"/>
                  </a:cubicBezTo>
                  <a:cubicBezTo>
                    <a:pt x="135629" y="85649"/>
                    <a:pt x="135021" y="86833"/>
                    <a:pt x="134414" y="88906"/>
                  </a:cubicBezTo>
                  <a:cubicBezTo>
                    <a:pt x="124393" y="120585"/>
                    <a:pt x="103744" y="127691"/>
                    <a:pt x="94027" y="127691"/>
                  </a:cubicBezTo>
                  <a:cubicBezTo>
                    <a:pt x="82184" y="127691"/>
                    <a:pt x="77326" y="118217"/>
                    <a:pt x="77326" y="108150"/>
                  </a:cubicBezTo>
                  <a:cubicBezTo>
                    <a:pt x="77326" y="101637"/>
                    <a:pt x="79148" y="95123"/>
                    <a:pt x="82488" y="82096"/>
                  </a:cubicBezTo>
                  <a:lnTo>
                    <a:pt x="92812" y="41534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86683-00BC-8A4B-2A1B-225BABEBE64E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8691719" y="4963595"/>
              <a:ext cx="64406" cy="139478"/>
            </a:xfrm>
            <a:custGeom>
              <a:avLst/>
              <a:gdLst>
                <a:gd name="csX0" fmla="*/ 59081 w 64406"/>
                <a:gd name="csY0" fmla="*/ 7962 h 139478"/>
                <a:gd name="csX1" fmla="*/ 50579 w 64406"/>
                <a:gd name="csY1" fmla="*/ 86 h 139478"/>
                <a:gd name="csX2" fmla="*/ 38675 w 64406"/>
                <a:gd name="csY2" fmla="*/ 11485 h 139478"/>
                <a:gd name="csX3" fmla="*/ 47178 w 64406"/>
                <a:gd name="csY3" fmla="*/ 19360 h 139478"/>
                <a:gd name="csX4" fmla="*/ 59081 w 64406"/>
                <a:gd name="csY4" fmla="*/ 7962 h 139478"/>
                <a:gd name="csX5" fmla="*/ 15719 w 64406"/>
                <a:gd name="csY5" fmla="*/ 113244 h 139478"/>
                <a:gd name="csX6" fmla="*/ 13806 w 64406"/>
                <a:gd name="csY6" fmla="*/ 121948 h 139478"/>
                <a:gd name="csX7" fmla="*/ 33999 w 64406"/>
                <a:gd name="csY7" fmla="*/ 139565 h 139478"/>
                <a:gd name="csX8" fmla="*/ 64608 w 64406"/>
                <a:gd name="csY8" fmla="*/ 107856 h 139478"/>
                <a:gd name="csX9" fmla="*/ 61207 w 64406"/>
                <a:gd name="csY9" fmla="*/ 105161 h 139478"/>
                <a:gd name="csX10" fmla="*/ 57168 w 64406"/>
                <a:gd name="csY10" fmla="*/ 108685 h 139478"/>
                <a:gd name="csX11" fmla="*/ 34637 w 64406"/>
                <a:gd name="csY11" fmla="*/ 133762 h 139478"/>
                <a:gd name="csX12" fmla="*/ 29323 w 64406"/>
                <a:gd name="csY12" fmla="*/ 126508 h 139478"/>
                <a:gd name="csX13" fmla="*/ 32724 w 64406"/>
                <a:gd name="csY13" fmla="*/ 113244 h 139478"/>
                <a:gd name="csX14" fmla="*/ 39526 w 64406"/>
                <a:gd name="csY14" fmla="*/ 96664 h 139478"/>
                <a:gd name="csX15" fmla="*/ 49941 w 64406"/>
                <a:gd name="csY15" fmla="*/ 70344 h 139478"/>
                <a:gd name="csX16" fmla="*/ 51217 w 64406"/>
                <a:gd name="csY16" fmla="*/ 63712 h 139478"/>
                <a:gd name="csX17" fmla="*/ 31023 w 64406"/>
                <a:gd name="csY17" fmla="*/ 46095 h 139478"/>
                <a:gd name="csX18" fmla="*/ 202 w 64406"/>
                <a:gd name="csY18" fmla="*/ 77804 h 139478"/>
                <a:gd name="csX19" fmla="*/ 3815 w 64406"/>
                <a:gd name="csY19" fmla="*/ 80499 h 139478"/>
                <a:gd name="csX20" fmla="*/ 7641 w 64406"/>
                <a:gd name="csY20" fmla="*/ 77183 h 139478"/>
                <a:gd name="csX21" fmla="*/ 30385 w 64406"/>
                <a:gd name="csY21" fmla="*/ 51898 h 139478"/>
                <a:gd name="csX22" fmla="*/ 35699 w 64406"/>
                <a:gd name="csY22" fmla="*/ 59152 h 139478"/>
                <a:gd name="csX23" fmla="*/ 29110 w 64406"/>
                <a:gd name="csY23" fmla="*/ 79877 h 139478"/>
                <a:gd name="csX24" fmla="*/ 15719 w 64406"/>
                <a:gd name="csY24" fmla="*/ 113244 h 1394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06" h="139478">
                  <a:moveTo>
                    <a:pt x="59081" y="7962"/>
                  </a:moveTo>
                  <a:cubicBezTo>
                    <a:pt x="59081" y="4646"/>
                    <a:pt x="56531" y="86"/>
                    <a:pt x="50579" y="86"/>
                  </a:cubicBezTo>
                  <a:cubicBezTo>
                    <a:pt x="44840" y="86"/>
                    <a:pt x="38675" y="5475"/>
                    <a:pt x="38675" y="11485"/>
                  </a:cubicBezTo>
                  <a:cubicBezTo>
                    <a:pt x="38675" y="15008"/>
                    <a:pt x="41439" y="19360"/>
                    <a:pt x="47178" y="19360"/>
                  </a:cubicBezTo>
                  <a:cubicBezTo>
                    <a:pt x="53342" y="19360"/>
                    <a:pt x="59081" y="13557"/>
                    <a:pt x="59081" y="7962"/>
                  </a:cubicBezTo>
                  <a:close/>
                  <a:moveTo>
                    <a:pt x="15719" y="113244"/>
                  </a:moveTo>
                  <a:cubicBezTo>
                    <a:pt x="14868" y="115938"/>
                    <a:pt x="13806" y="118425"/>
                    <a:pt x="13806" y="121948"/>
                  </a:cubicBezTo>
                  <a:cubicBezTo>
                    <a:pt x="13806" y="131689"/>
                    <a:pt x="22308" y="139565"/>
                    <a:pt x="33999" y="139565"/>
                  </a:cubicBezTo>
                  <a:cubicBezTo>
                    <a:pt x="55255" y="139565"/>
                    <a:pt x="64608" y="110964"/>
                    <a:pt x="64608" y="107856"/>
                  </a:cubicBezTo>
                  <a:cubicBezTo>
                    <a:pt x="64608" y="105161"/>
                    <a:pt x="61845" y="105161"/>
                    <a:pt x="61207" y="105161"/>
                  </a:cubicBezTo>
                  <a:cubicBezTo>
                    <a:pt x="58231" y="105161"/>
                    <a:pt x="58019" y="106405"/>
                    <a:pt x="57168" y="108685"/>
                  </a:cubicBezTo>
                  <a:cubicBezTo>
                    <a:pt x="52279" y="125264"/>
                    <a:pt x="42927" y="133762"/>
                    <a:pt x="34637" y="133762"/>
                  </a:cubicBezTo>
                  <a:cubicBezTo>
                    <a:pt x="30385" y="133762"/>
                    <a:pt x="29323" y="131067"/>
                    <a:pt x="29323" y="126508"/>
                  </a:cubicBezTo>
                  <a:cubicBezTo>
                    <a:pt x="29323" y="121741"/>
                    <a:pt x="30811" y="117803"/>
                    <a:pt x="32724" y="113244"/>
                  </a:cubicBezTo>
                  <a:cubicBezTo>
                    <a:pt x="34849" y="107648"/>
                    <a:pt x="37187" y="102053"/>
                    <a:pt x="39526" y="96664"/>
                  </a:cubicBezTo>
                  <a:cubicBezTo>
                    <a:pt x="41439" y="91690"/>
                    <a:pt x="49091" y="72830"/>
                    <a:pt x="49941" y="70344"/>
                  </a:cubicBezTo>
                  <a:cubicBezTo>
                    <a:pt x="50579" y="68271"/>
                    <a:pt x="51217" y="65784"/>
                    <a:pt x="51217" y="63712"/>
                  </a:cubicBezTo>
                  <a:cubicBezTo>
                    <a:pt x="51217" y="53971"/>
                    <a:pt x="42714" y="46095"/>
                    <a:pt x="31023" y="46095"/>
                  </a:cubicBezTo>
                  <a:cubicBezTo>
                    <a:pt x="9979" y="46095"/>
                    <a:pt x="202" y="74281"/>
                    <a:pt x="202" y="77804"/>
                  </a:cubicBezTo>
                  <a:cubicBezTo>
                    <a:pt x="202" y="80499"/>
                    <a:pt x="3177" y="80499"/>
                    <a:pt x="3815" y="80499"/>
                  </a:cubicBezTo>
                  <a:cubicBezTo>
                    <a:pt x="6791" y="80499"/>
                    <a:pt x="7004" y="79462"/>
                    <a:pt x="7641" y="77183"/>
                  </a:cubicBezTo>
                  <a:cubicBezTo>
                    <a:pt x="13168" y="59359"/>
                    <a:pt x="22521" y="51898"/>
                    <a:pt x="30385" y="51898"/>
                  </a:cubicBezTo>
                  <a:cubicBezTo>
                    <a:pt x="33786" y="51898"/>
                    <a:pt x="35699" y="53556"/>
                    <a:pt x="35699" y="59152"/>
                  </a:cubicBezTo>
                  <a:cubicBezTo>
                    <a:pt x="35699" y="63919"/>
                    <a:pt x="34424" y="67028"/>
                    <a:pt x="29110" y="79877"/>
                  </a:cubicBezTo>
                  <a:lnTo>
                    <a:pt x="15719" y="113244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812A68-B75C-18B3-AF2D-514C82DB5B08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8903310" y="4834539"/>
              <a:ext cx="12146" cy="296069"/>
            </a:xfrm>
            <a:custGeom>
              <a:avLst/>
              <a:gdLst>
                <a:gd name="csX0" fmla="*/ 12354 w 12146"/>
                <a:gd name="csY0" fmla="*/ 10743 h 296069"/>
                <a:gd name="csX1" fmla="*/ 6281 w 12146"/>
                <a:gd name="csY1" fmla="*/ 85 h 296069"/>
                <a:gd name="csX2" fmla="*/ 208 w 12146"/>
                <a:gd name="csY2" fmla="*/ 10743 h 296069"/>
                <a:gd name="csX3" fmla="*/ 208 w 12146"/>
                <a:gd name="csY3" fmla="*/ 285496 h 296069"/>
                <a:gd name="csX4" fmla="*/ 6281 w 12146"/>
                <a:gd name="csY4" fmla="*/ 296154 h 296069"/>
                <a:gd name="csX5" fmla="*/ 12354 w 12146"/>
                <a:gd name="csY5" fmla="*/ 285496 h 296069"/>
                <a:gd name="csX6" fmla="*/ 12354 w 12146"/>
                <a:gd name="csY6" fmla="*/ 10743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46" h="296069">
                  <a:moveTo>
                    <a:pt x="12354" y="10743"/>
                  </a:moveTo>
                  <a:cubicBezTo>
                    <a:pt x="12354" y="5414"/>
                    <a:pt x="12354" y="85"/>
                    <a:pt x="6281" y="85"/>
                  </a:cubicBezTo>
                  <a:cubicBezTo>
                    <a:pt x="208" y="85"/>
                    <a:pt x="208" y="5414"/>
                    <a:pt x="208" y="10743"/>
                  </a:cubicBezTo>
                  <a:lnTo>
                    <a:pt x="208" y="285496"/>
                  </a:lnTo>
                  <a:cubicBezTo>
                    <a:pt x="208" y="290825"/>
                    <a:pt x="208" y="296154"/>
                    <a:pt x="6281" y="296154"/>
                  </a:cubicBezTo>
                  <a:cubicBezTo>
                    <a:pt x="12354" y="296154"/>
                    <a:pt x="12354" y="290825"/>
                    <a:pt x="12354" y="285496"/>
                  </a:cubicBezTo>
                  <a:lnTo>
                    <a:pt x="12354" y="10743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8A30A19-BFB1-416A-FB9D-4B047D3300F6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9044680" y="4925728"/>
              <a:ext cx="151223" cy="134119"/>
            </a:xfrm>
            <a:custGeom>
              <a:avLst/>
              <a:gdLst>
                <a:gd name="csX0" fmla="*/ 92830 w 151223"/>
                <a:gd name="csY0" fmla="*/ 41534 h 134119"/>
                <a:gd name="csX1" fmla="*/ 122892 w 151223"/>
                <a:gd name="csY1" fmla="*/ 6598 h 134119"/>
                <a:gd name="csX2" fmla="*/ 138075 w 151223"/>
                <a:gd name="csY2" fmla="*/ 10447 h 134119"/>
                <a:gd name="csX3" fmla="*/ 123500 w 151223"/>
                <a:gd name="csY3" fmla="*/ 26435 h 134119"/>
                <a:gd name="csX4" fmla="*/ 135039 w 151223"/>
                <a:gd name="csY4" fmla="*/ 36797 h 134119"/>
                <a:gd name="csX5" fmla="*/ 151436 w 151223"/>
                <a:gd name="csY5" fmla="*/ 19625 h 134119"/>
                <a:gd name="csX6" fmla="*/ 123196 w 151223"/>
                <a:gd name="csY6" fmla="*/ 85 h 134119"/>
                <a:gd name="csX7" fmla="*/ 91312 w 151223"/>
                <a:gd name="csY7" fmla="*/ 22586 h 134119"/>
                <a:gd name="csX8" fmla="*/ 58516 w 151223"/>
                <a:gd name="csY8" fmla="*/ 85 h 134119"/>
                <a:gd name="csX9" fmla="*/ 9627 w 151223"/>
                <a:gd name="csY9" fmla="*/ 45679 h 134119"/>
                <a:gd name="csX10" fmla="*/ 13271 w 151223"/>
                <a:gd name="csY10" fmla="*/ 48640 h 134119"/>
                <a:gd name="csX11" fmla="*/ 17218 w 151223"/>
                <a:gd name="csY11" fmla="*/ 45383 h 134119"/>
                <a:gd name="csX12" fmla="*/ 57909 w 151223"/>
                <a:gd name="csY12" fmla="*/ 6598 h 134119"/>
                <a:gd name="csX13" fmla="*/ 74306 w 151223"/>
                <a:gd name="csY13" fmla="*/ 26435 h 134119"/>
                <a:gd name="csX14" fmla="*/ 57909 w 151223"/>
                <a:gd name="csY14" fmla="*/ 96899 h 134119"/>
                <a:gd name="csX15" fmla="*/ 29061 w 151223"/>
                <a:gd name="csY15" fmla="*/ 127691 h 134119"/>
                <a:gd name="csX16" fmla="*/ 13878 w 151223"/>
                <a:gd name="csY16" fmla="*/ 123842 h 134119"/>
                <a:gd name="csX17" fmla="*/ 28150 w 151223"/>
                <a:gd name="csY17" fmla="*/ 107854 h 134119"/>
                <a:gd name="csX18" fmla="*/ 16914 w 151223"/>
                <a:gd name="csY18" fmla="*/ 97492 h 134119"/>
                <a:gd name="csX19" fmla="*/ 213 w 151223"/>
                <a:gd name="csY19" fmla="*/ 114664 h 134119"/>
                <a:gd name="csX20" fmla="*/ 28757 w 151223"/>
                <a:gd name="csY20" fmla="*/ 134204 h 134119"/>
                <a:gd name="csX21" fmla="*/ 60642 w 151223"/>
                <a:gd name="csY21" fmla="*/ 111703 h 134119"/>
                <a:gd name="csX22" fmla="*/ 93437 w 151223"/>
                <a:gd name="csY22" fmla="*/ 134204 h 134119"/>
                <a:gd name="csX23" fmla="*/ 142023 w 151223"/>
                <a:gd name="csY23" fmla="*/ 88610 h 134119"/>
                <a:gd name="csX24" fmla="*/ 138379 w 151223"/>
                <a:gd name="csY24" fmla="*/ 85649 h 134119"/>
                <a:gd name="csX25" fmla="*/ 134431 w 151223"/>
                <a:gd name="csY25" fmla="*/ 88906 h 134119"/>
                <a:gd name="csX26" fmla="*/ 94044 w 151223"/>
                <a:gd name="csY26" fmla="*/ 127691 h 134119"/>
                <a:gd name="csX27" fmla="*/ 77343 w 151223"/>
                <a:gd name="csY27" fmla="*/ 108150 h 134119"/>
                <a:gd name="csX28" fmla="*/ 82505 w 151223"/>
                <a:gd name="csY28" fmla="*/ 82096 h 134119"/>
                <a:gd name="csX29" fmla="*/ 92830 w 151223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4119">
                  <a:moveTo>
                    <a:pt x="92830" y="41534"/>
                  </a:moveTo>
                  <a:cubicBezTo>
                    <a:pt x="94652" y="33837"/>
                    <a:pt x="101636" y="6598"/>
                    <a:pt x="122892" y="6598"/>
                  </a:cubicBezTo>
                  <a:cubicBezTo>
                    <a:pt x="124411" y="6598"/>
                    <a:pt x="131698" y="6598"/>
                    <a:pt x="138075" y="10447"/>
                  </a:cubicBezTo>
                  <a:cubicBezTo>
                    <a:pt x="129573" y="11927"/>
                    <a:pt x="123500" y="19329"/>
                    <a:pt x="123500" y="26435"/>
                  </a:cubicBezTo>
                  <a:cubicBezTo>
                    <a:pt x="123500" y="31172"/>
                    <a:pt x="126840" y="36797"/>
                    <a:pt x="135039" y="36797"/>
                  </a:cubicBezTo>
                  <a:cubicBezTo>
                    <a:pt x="141719" y="36797"/>
                    <a:pt x="151436" y="31468"/>
                    <a:pt x="151436" y="19625"/>
                  </a:cubicBezTo>
                  <a:cubicBezTo>
                    <a:pt x="151436" y="4230"/>
                    <a:pt x="133520" y="85"/>
                    <a:pt x="123196" y="85"/>
                  </a:cubicBezTo>
                  <a:cubicBezTo>
                    <a:pt x="105584" y="85"/>
                    <a:pt x="94955" y="15776"/>
                    <a:pt x="91312" y="22586"/>
                  </a:cubicBezTo>
                  <a:cubicBezTo>
                    <a:pt x="83720" y="3045"/>
                    <a:pt x="67322" y="85"/>
                    <a:pt x="58516" y="85"/>
                  </a:cubicBezTo>
                  <a:cubicBezTo>
                    <a:pt x="26935" y="85"/>
                    <a:pt x="9627" y="38278"/>
                    <a:pt x="9627" y="45679"/>
                  </a:cubicBezTo>
                  <a:cubicBezTo>
                    <a:pt x="9627" y="48640"/>
                    <a:pt x="12663" y="48640"/>
                    <a:pt x="13271" y="48640"/>
                  </a:cubicBezTo>
                  <a:cubicBezTo>
                    <a:pt x="15700" y="48640"/>
                    <a:pt x="16611" y="48048"/>
                    <a:pt x="17218" y="45383"/>
                  </a:cubicBezTo>
                  <a:cubicBezTo>
                    <a:pt x="27543" y="14000"/>
                    <a:pt x="47584" y="6598"/>
                    <a:pt x="57909" y="6598"/>
                  </a:cubicBezTo>
                  <a:cubicBezTo>
                    <a:pt x="63678" y="6598"/>
                    <a:pt x="74306" y="9263"/>
                    <a:pt x="74306" y="26435"/>
                  </a:cubicBezTo>
                  <a:cubicBezTo>
                    <a:pt x="74306" y="35613"/>
                    <a:pt x="69144" y="55450"/>
                    <a:pt x="57909" y="96899"/>
                  </a:cubicBezTo>
                  <a:cubicBezTo>
                    <a:pt x="53050" y="115256"/>
                    <a:pt x="42422" y="127691"/>
                    <a:pt x="29061" y="127691"/>
                  </a:cubicBezTo>
                  <a:cubicBezTo>
                    <a:pt x="27239" y="127691"/>
                    <a:pt x="20255" y="127691"/>
                    <a:pt x="13878" y="123842"/>
                  </a:cubicBezTo>
                  <a:cubicBezTo>
                    <a:pt x="21469" y="122361"/>
                    <a:pt x="28150" y="116144"/>
                    <a:pt x="28150" y="107854"/>
                  </a:cubicBezTo>
                  <a:cubicBezTo>
                    <a:pt x="28150" y="99860"/>
                    <a:pt x="21469" y="97492"/>
                    <a:pt x="16914" y="97492"/>
                  </a:cubicBezTo>
                  <a:cubicBezTo>
                    <a:pt x="7805" y="97492"/>
                    <a:pt x="213" y="105189"/>
                    <a:pt x="213" y="114664"/>
                  </a:cubicBezTo>
                  <a:cubicBezTo>
                    <a:pt x="213" y="128283"/>
                    <a:pt x="15396" y="134204"/>
                    <a:pt x="28757" y="134204"/>
                  </a:cubicBezTo>
                  <a:cubicBezTo>
                    <a:pt x="48799" y="134204"/>
                    <a:pt x="59731" y="113479"/>
                    <a:pt x="60642" y="111703"/>
                  </a:cubicBezTo>
                  <a:cubicBezTo>
                    <a:pt x="64286" y="122658"/>
                    <a:pt x="75217" y="134204"/>
                    <a:pt x="93437" y="134204"/>
                  </a:cubicBezTo>
                  <a:cubicBezTo>
                    <a:pt x="124714" y="134204"/>
                    <a:pt x="142023" y="96011"/>
                    <a:pt x="142023" y="88610"/>
                  </a:cubicBezTo>
                  <a:cubicBezTo>
                    <a:pt x="142023" y="85649"/>
                    <a:pt x="139290" y="85649"/>
                    <a:pt x="138379" y="85649"/>
                  </a:cubicBezTo>
                  <a:cubicBezTo>
                    <a:pt x="135646" y="85649"/>
                    <a:pt x="135039" y="86833"/>
                    <a:pt x="134431" y="88906"/>
                  </a:cubicBezTo>
                  <a:cubicBezTo>
                    <a:pt x="124411" y="120585"/>
                    <a:pt x="103762" y="127691"/>
                    <a:pt x="94044" y="127691"/>
                  </a:cubicBezTo>
                  <a:cubicBezTo>
                    <a:pt x="82202" y="127691"/>
                    <a:pt x="77343" y="118217"/>
                    <a:pt x="77343" y="108150"/>
                  </a:cubicBezTo>
                  <a:cubicBezTo>
                    <a:pt x="77343" y="101637"/>
                    <a:pt x="79165" y="95123"/>
                    <a:pt x="82505" y="82096"/>
                  </a:cubicBezTo>
                  <a:lnTo>
                    <a:pt x="92830" y="41534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CE5281-302B-4859-C2EE-51F4F9340C8E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9232594" y="4963388"/>
              <a:ext cx="77372" cy="137613"/>
            </a:xfrm>
            <a:custGeom>
              <a:avLst/>
              <a:gdLst>
                <a:gd name="csX0" fmla="*/ 48258 w 77372"/>
                <a:gd name="csY0" fmla="*/ 5889 h 137613"/>
                <a:gd name="csX1" fmla="*/ 41881 w 77372"/>
                <a:gd name="csY1" fmla="*/ 86 h 137613"/>
                <a:gd name="csX2" fmla="*/ 219 w 77372"/>
                <a:gd name="csY2" fmla="*/ 13350 h 137613"/>
                <a:gd name="csX3" fmla="*/ 219 w 77372"/>
                <a:gd name="csY3" fmla="*/ 20811 h 137613"/>
                <a:gd name="csX4" fmla="*/ 31040 w 77372"/>
                <a:gd name="csY4" fmla="*/ 15008 h 137613"/>
                <a:gd name="csX5" fmla="*/ 31040 w 77372"/>
                <a:gd name="csY5" fmla="*/ 120705 h 137613"/>
                <a:gd name="csX6" fmla="*/ 9784 w 77372"/>
                <a:gd name="csY6" fmla="*/ 130238 h 137613"/>
                <a:gd name="csX7" fmla="*/ 1707 w 77372"/>
                <a:gd name="csY7" fmla="*/ 130238 h 137613"/>
                <a:gd name="csX8" fmla="*/ 1707 w 77372"/>
                <a:gd name="csY8" fmla="*/ 137699 h 137613"/>
                <a:gd name="csX9" fmla="*/ 39543 w 77372"/>
                <a:gd name="csY9" fmla="*/ 136870 h 137613"/>
                <a:gd name="csX10" fmla="*/ 77592 w 77372"/>
                <a:gd name="csY10" fmla="*/ 137699 h 137613"/>
                <a:gd name="csX11" fmla="*/ 77592 w 77372"/>
                <a:gd name="csY11" fmla="*/ 130238 h 137613"/>
                <a:gd name="csX12" fmla="*/ 69514 w 77372"/>
                <a:gd name="csY12" fmla="*/ 130238 h 137613"/>
                <a:gd name="csX13" fmla="*/ 48258 w 77372"/>
                <a:gd name="csY13" fmla="*/ 120705 h 137613"/>
                <a:gd name="csX14" fmla="*/ 48258 w 77372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37613">
                  <a:moveTo>
                    <a:pt x="48258" y="5889"/>
                  </a:moveTo>
                  <a:cubicBezTo>
                    <a:pt x="48258" y="293"/>
                    <a:pt x="47833" y="86"/>
                    <a:pt x="41881" y="86"/>
                  </a:cubicBezTo>
                  <a:cubicBezTo>
                    <a:pt x="28277" y="13143"/>
                    <a:pt x="8934" y="13350"/>
                    <a:pt x="219" y="13350"/>
                  </a:cubicBezTo>
                  <a:lnTo>
                    <a:pt x="219" y="20811"/>
                  </a:lnTo>
                  <a:cubicBezTo>
                    <a:pt x="5320" y="20811"/>
                    <a:pt x="19349" y="20811"/>
                    <a:pt x="31040" y="15008"/>
                  </a:cubicBezTo>
                  <a:lnTo>
                    <a:pt x="31040" y="120705"/>
                  </a:lnTo>
                  <a:cubicBezTo>
                    <a:pt x="31040" y="127544"/>
                    <a:pt x="31040" y="130238"/>
                    <a:pt x="9784" y="130238"/>
                  </a:cubicBezTo>
                  <a:lnTo>
                    <a:pt x="1707" y="130238"/>
                  </a:lnTo>
                  <a:lnTo>
                    <a:pt x="1707" y="137699"/>
                  </a:lnTo>
                  <a:cubicBezTo>
                    <a:pt x="5533" y="137492"/>
                    <a:pt x="31678" y="136870"/>
                    <a:pt x="39543" y="136870"/>
                  </a:cubicBezTo>
                  <a:cubicBezTo>
                    <a:pt x="46132" y="136870"/>
                    <a:pt x="72915" y="137492"/>
                    <a:pt x="77592" y="137699"/>
                  </a:cubicBezTo>
                  <a:lnTo>
                    <a:pt x="77592" y="130238"/>
                  </a:lnTo>
                  <a:lnTo>
                    <a:pt x="69514" y="130238"/>
                  </a:lnTo>
                  <a:cubicBezTo>
                    <a:pt x="48258" y="130238"/>
                    <a:pt x="48258" y="127544"/>
                    <a:pt x="48258" y="120705"/>
                  </a:cubicBezTo>
                  <a:lnTo>
                    <a:pt x="48258" y="5889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742DFC9-DA06-E40E-5425-E9963B055B00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9371766" y="5025208"/>
              <a:ext cx="35528" cy="88524"/>
            </a:xfrm>
            <a:custGeom>
              <a:avLst/>
              <a:gdLst>
                <a:gd name="csX0" fmla="*/ 35752 w 35528"/>
                <a:gd name="csY0" fmla="*/ 31172 h 88524"/>
                <a:gd name="csX1" fmla="*/ 16317 w 35528"/>
                <a:gd name="csY1" fmla="*/ 85 h 88524"/>
                <a:gd name="csX2" fmla="*/ 223 w 35528"/>
                <a:gd name="csY2" fmla="*/ 15776 h 88524"/>
                <a:gd name="csX3" fmla="*/ 16317 w 35528"/>
                <a:gd name="csY3" fmla="*/ 31468 h 88524"/>
                <a:gd name="csX4" fmla="*/ 26945 w 35528"/>
                <a:gd name="csY4" fmla="*/ 27619 h 88524"/>
                <a:gd name="csX5" fmla="*/ 28464 w 35528"/>
                <a:gd name="csY5" fmla="*/ 26731 h 88524"/>
                <a:gd name="csX6" fmla="*/ 29071 w 35528"/>
                <a:gd name="csY6" fmla="*/ 31172 h 88524"/>
                <a:gd name="csX7" fmla="*/ 8422 w 35528"/>
                <a:gd name="csY7" fmla="*/ 80616 h 88524"/>
                <a:gd name="csX8" fmla="*/ 5082 w 35528"/>
                <a:gd name="csY8" fmla="*/ 85353 h 88524"/>
                <a:gd name="csX9" fmla="*/ 8118 w 35528"/>
                <a:gd name="csY9" fmla="*/ 88610 h 88524"/>
                <a:gd name="csX10" fmla="*/ 35752 w 35528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88524">
                  <a:moveTo>
                    <a:pt x="35752" y="31172"/>
                  </a:moveTo>
                  <a:cubicBezTo>
                    <a:pt x="35752" y="11631"/>
                    <a:pt x="28160" y="85"/>
                    <a:pt x="16317" y="85"/>
                  </a:cubicBezTo>
                  <a:cubicBezTo>
                    <a:pt x="6297" y="85"/>
                    <a:pt x="223" y="7486"/>
                    <a:pt x="223" y="15776"/>
                  </a:cubicBezTo>
                  <a:cubicBezTo>
                    <a:pt x="223" y="23770"/>
                    <a:pt x="6297" y="31468"/>
                    <a:pt x="16317" y="31468"/>
                  </a:cubicBezTo>
                  <a:cubicBezTo>
                    <a:pt x="19961" y="31468"/>
                    <a:pt x="23909" y="30284"/>
                    <a:pt x="26945" y="27619"/>
                  </a:cubicBezTo>
                  <a:cubicBezTo>
                    <a:pt x="27856" y="27027"/>
                    <a:pt x="28160" y="26731"/>
                    <a:pt x="28464" y="26731"/>
                  </a:cubicBezTo>
                  <a:cubicBezTo>
                    <a:pt x="28767" y="26731"/>
                    <a:pt x="29071" y="27027"/>
                    <a:pt x="29071" y="31172"/>
                  </a:cubicBezTo>
                  <a:cubicBezTo>
                    <a:pt x="29071" y="53081"/>
                    <a:pt x="18443" y="70845"/>
                    <a:pt x="8422" y="80616"/>
                  </a:cubicBezTo>
                  <a:cubicBezTo>
                    <a:pt x="5082" y="83872"/>
                    <a:pt x="5082" y="84465"/>
                    <a:pt x="5082" y="85353"/>
                  </a:cubicBezTo>
                  <a:cubicBezTo>
                    <a:pt x="5082" y="87425"/>
                    <a:pt x="6600" y="88610"/>
                    <a:pt x="8118" y="88610"/>
                  </a:cubicBezTo>
                  <a:cubicBezTo>
                    <a:pt x="11459" y="88610"/>
                    <a:pt x="35752" y="65812"/>
                    <a:pt x="35752" y="31172"/>
                  </a:cubicBez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89ACCE-6597-15BA-45E0-D7E2FCC741C6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9489417" y="4925728"/>
              <a:ext cx="151223" cy="134119"/>
            </a:xfrm>
            <a:custGeom>
              <a:avLst/>
              <a:gdLst>
                <a:gd name="csX0" fmla="*/ 92844 w 151223"/>
                <a:gd name="csY0" fmla="*/ 41534 h 134119"/>
                <a:gd name="csX1" fmla="*/ 122907 w 151223"/>
                <a:gd name="csY1" fmla="*/ 6598 h 134119"/>
                <a:gd name="csX2" fmla="*/ 138090 w 151223"/>
                <a:gd name="csY2" fmla="*/ 10447 h 134119"/>
                <a:gd name="csX3" fmla="*/ 123514 w 151223"/>
                <a:gd name="csY3" fmla="*/ 26435 h 134119"/>
                <a:gd name="csX4" fmla="*/ 135053 w 151223"/>
                <a:gd name="csY4" fmla="*/ 36797 h 134119"/>
                <a:gd name="csX5" fmla="*/ 151451 w 151223"/>
                <a:gd name="csY5" fmla="*/ 19625 h 134119"/>
                <a:gd name="csX6" fmla="*/ 123211 w 151223"/>
                <a:gd name="csY6" fmla="*/ 85 h 134119"/>
                <a:gd name="csX7" fmla="*/ 91326 w 151223"/>
                <a:gd name="csY7" fmla="*/ 22586 h 134119"/>
                <a:gd name="csX8" fmla="*/ 58531 w 151223"/>
                <a:gd name="csY8" fmla="*/ 85 h 134119"/>
                <a:gd name="csX9" fmla="*/ 9641 w 151223"/>
                <a:gd name="csY9" fmla="*/ 45679 h 134119"/>
                <a:gd name="csX10" fmla="*/ 13285 w 151223"/>
                <a:gd name="csY10" fmla="*/ 48640 h 134119"/>
                <a:gd name="csX11" fmla="*/ 17233 w 151223"/>
                <a:gd name="csY11" fmla="*/ 45383 h 134119"/>
                <a:gd name="csX12" fmla="*/ 57923 w 151223"/>
                <a:gd name="csY12" fmla="*/ 6598 h 134119"/>
                <a:gd name="csX13" fmla="*/ 74321 w 151223"/>
                <a:gd name="csY13" fmla="*/ 26435 h 134119"/>
                <a:gd name="csX14" fmla="*/ 57923 w 151223"/>
                <a:gd name="csY14" fmla="*/ 96899 h 134119"/>
                <a:gd name="csX15" fmla="*/ 29076 w 151223"/>
                <a:gd name="csY15" fmla="*/ 127691 h 134119"/>
                <a:gd name="csX16" fmla="*/ 13892 w 151223"/>
                <a:gd name="csY16" fmla="*/ 123842 h 134119"/>
                <a:gd name="csX17" fmla="*/ 28165 w 151223"/>
                <a:gd name="csY17" fmla="*/ 107854 h 134119"/>
                <a:gd name="csX18" fmla="*/ 16929 w 151223"/>
                <a:gd name="csY18" fmla="*/ 97492 h 134119"/>
                <a:gd name="csX19" fmla="*/ 228 w 151223"/>
                <a:gd name="csY19" fmla="*/ 114664 h 134119"/>
                <a:gd name="csX20" fmla="*/ 28772 w 151223"/>
                <a:gd name="csY20" fmla="*/ 134204 h 134119"/>
                <a:gd name="csX21" fmla="*/ 60656 w 151223"/>
                <a:gd name="csY21" fmla="*/ 111703 h 134119"/>
                <a:gd name="csX22" fmla="*/ 93452 w 151223"/>
                <a:gd name="csY22" fmla="*/ 134204 h 134119"/>
                <a:gd name="csX23" fmla="*/ 142038 w 151223"/>
                <a:gd name="csY23" fmla="*/ 88610 h 134119"/>
                <a:gd name="csX24" fmla="*/ 138394 w 151223"/>
                <a:gd name="csY24" fmla="*/ 85649 h 134119"/>
                <a:gd name="csX25" fmla="*/ 134446 w 151223"/>
                <a:gd name="csY25" fmla="*/ 88906 h 134119"/>
                <a:gd name="csX26" fmla="*/ 94059 w 151223"/>
                <a:gd name="csY26" fmla="*/ 127691 h 134119"/>
                <a:gd name="csX27" fmla="*/ 77358 w 151223"/>
                <a:gd name="csY27" fmla="*/ 108150 h 134119"/>
                <a:gd name="csX28" fmla="*/ 82520 w 151223"/>
                <a:gd name="csY28" fmla="*/ 82096 h 134119"/>
                <a:gd name="csX29" fmla="*/ 92844 w 151223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4119">
                  <a:moveTo>
                    <a:pt x="92844" y="41534"/>
                  </a:moveTo>
                  <a:cubicBezTo>
                    <a:pt x="94666" y="33837"/>
                    <a:pt x="101651" y="6598"/>
                    <a:pt x="122907" y="6598"/>
                  </a:cubicBezTo>
                  <a:cubicBezTo>
                    <a:pt x="124425" y="6598"/>
                    <a:pt x="131713" y="6598"/>
                    <a:pt x="138090" y="10447"/>
                  </a:cubicBezTo>
                  <a:cubicBezTo>
                    <a:pt x="129587" y="11927"/>
                    <a:pt x="123514" y="19329"/>
                    <a:pt x="123514" y="26435"/>
                  </a:cubicBezTo>
                  <a:cubicBezTo>
                    <a:pt x="123514" y="31172"/>
                    <a:pt x="126854" y="36797"/>
                    <a:pt x="135053" y="36797"/>
                  </a:cubicBezTo>
                  <a:cubicBezTo>
                    <a:pt x="141734" y="36797"/>
                    <a:pt x="151451" y="31468"/>
                    <a:pt x="151451" y="19625"/>
                  </a:cubicBezTo>
                  <a:cubicBezTo>
                    <a:pt x="151451" y="4230"/>
                    <a:pt x="133535" y="85"/>
                    <a:pt x="123211" y="85"/>
                  </a:cubicBezTo>
                  <a:cubicBezTo>
                    <a:pt x="105598" y="85"/>
                    <a:pt x="94970" y="15776"/>
                    <a:pt x="91326" y="22586"/>
                  </a:cubicBezTo>
                  <a:cubicBezTo>
                    <a:pt x="83735" y="3045"/>
                    <a:pt x="67337" y="85"/>
                    <a:pt x="58531" y="85"/>
                  </a:cubicBezTo>
                  <a:cubicBezTo>
                    <a:pt x="26950" y="85"/>
                    <a:pt x="9641" y="38278"/>
                    <a:pt x="9641" y="45679"/>
                  </a:cubicBezTo>
                  <a:cubicBezTo>
                    <a:pt x="9641" y="48640"/>
                    <a:pt x="12678" y="48640"/>
                    <a:pt x="13285" y="48640"/>
                  </a:cubicBezTo>
                  <a:cubicBezTo>
                    <a:pt x="15714" y="48640"/>
                    <a:pt x="16625" y="48048"/>
                    <a:pt x="17233" y="45383"/>
                  </a:cubicBezTo>
                  <a:cubicBezTo>
                    <a:pt x="27557" y="14000"/>
                    <a:pt x="47599" y="6598"/>
                    <a:pt x="57923" y="6598"/>
                  </a:cubicBezTo>
                  <a:cubicBezTo>
                    <a:pt x="63693" y="6598"/>
                    <a:pt x="74321" y="9263"/>
                    <a:pt x="74321" y="26435"/>
                  </a:cubicBezTo>
                  <a:cubicBezTo>
                    <a:pt x="74321" y="35613"/>
                    <a:pt x="69159" y="55450"/>
                    <a:pt x="57923" y="96899"/>
                  </a:cubicBezTo>
                  <a:cubicBezTo>
                    <a:pt x="53065" y="115256"/>
                    <a:pt x="42437" y="127691"/>
                    <a:pt x="29076" y="127691"/>
                  </a:cubicBezTo>
                  <a:cubicBezTo>
                    <a:pt x="27254" y="127691"/>
                    <a:pt x="20269" y="127691"/>
                    <a:pt x="13892" y="123842"/>
                  </a:cubicBezTo>
                  <a:cubicBezTo>
                    <a:pt x="21484" y="122361"/>
                    <a:pt x="28165" y="116144"/>
                    <a:pt x="28165" y="107854"/>
                  </a:cubicBezTo>
                  <a:cubicBezTo>
                    <a:pt x="28165" y="99860"/>
                    <a:pt x="21484" y="97492"/>
                    <a:pt x="16929" y="97492"/>
                  </a:cubicBezTo>
                  <a:cubicBezTo>
                    <a:pt x="7819" y="97492"/>
                    <a:pt x="228" y="105189"/>
                    <a:pt x="228" y="114664"/>
                  </a:cubicBezTo>
                  <a:cubicBezTo>
                    <a:pt x="228" y="128283"/>
                    <a:pt x="15411" y="134204"/>
                    <a:pt x="28772" y="134204"/>
                  </a:cubicBezTo>
                  <a:cubicBezTo>
                    <a:pt x="48814" y="134204"/>
                    <a:pt x="59745" y="113479"/>
                    <a:pt x="60656" y="111703"/>
                  </a:cubicBezTo>
                  <a:cubicBezTo>
                    <a:pt x="64300" y="122658"/>
                    <a:pt x="75232" y="134204"/>
                    <a:pt x="93452" y="134204"/>
                  </a:cubicBezTo>
                  <a:cubicBezTo>
                    <a:pt x="124729" y="134204"/>
                    <a:pt x="142038" y="96011"/>
                    <a:pt x="142038" y="88610"/>
                  </a:cubicBezTo>
                  <a:cubicBezTo>
                    <a:pt x="142038" y="85649"/>
                    <a:pt x="139305" y="85649"/>
                    <a:pt x="138394" y="85649"/>
                  </a:cubicBezTo>
                  <a:cubicBezTo>
                    <a:pt x="135661" y="85649"/>
                    <a:pt x="135053" y="86833"/>
                    <a:pt x="134446" y="88906"/>
                  </a:cubicBezTo>
                  <a:cubicBezTo>
                    <a:pt x="124425" y="120585"/>
                    <a:pt x="103776" y="127691"/>
                    <a:pt x="94059" y="127691"/>
                  </a:cubicBezTo>
                  <a:cubicBezTo>
                    <a:pt x="82216" y="127691"/>
                    <a:pt x="77358" y="118217"/>
                    <a:pt x="77358" y="108150"/>
                  </a:cubicBezTo>
                  <a:cubicBezTo>
                    <a:pt x="77358" y="101637"/>
                    <a:pt x="79180" y="95123"/>
                    <a:pt x="82520" y="82096"/>
                  </a:cubicBezTo>
                  <a:lnTo>
                    <a:pt x="92844" y="41534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CEFA584-6653-5C32-5538-922FCF12C0A4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9667553" y="4963388"/>
              <a:ext cx="93952" cy="137613"/>
            </a:xfrm>
            <a:custGeom>
              <a:avLst/>
              <a:gdLst>
                <a:gd name="csX0" fmla="*/ 94186 w 93952"/>
                <a:gd name="csY0" fmla="*/ 99980 h 137613"/>
                <a:gd name="csX1" fmla="*/ 86959 w 93952"/>
                <a:gd name="csY1" fmla="*/ 99980 h 137613"/>
                <a:gd name="csX2" fmla="*/ 81432 w 93952"/>
                <a:gd name="csY2" fmla="*/ 118840 h 137613"/>
                <a:gd name="csX3" fmla="*/ 60389 w 93952"/>
                <a:gd name="csY3" fmla="*/ 120083 h 137613"/>
                <a:gd name="csX4" fmla="*/ 21277 w 93952"/>
                <a:gd name="csY4" fmla="*/ 120083 h 137613"/>
                <a:gd name="csX5" fmla="*/ 63790 w 93952"/>
                <a:gd name="csY5" fmla="*/ 85265 h 137613"/>
                <a:gd name="csX6" fmla="*/ 94186 w 93952"/>
                <a:gd name="csY6" fmla="*/ 40500 h 137613"/>
                <a:gd name="csX7" fmla="*/ 44447 w 93952"/>
                <a:gd name="csY7" fmla="*/ 86 h 137613"/>
                <a:gd name="csX8" fmla="*/ 233 w 93952"/>
                <a:gd name="csY8" fmla="*/ 37184 h 137613"/>
                <a:gd name="csX9" fmla="*/ 11499 w 93952"/>
                <a:gd name="csY9" fmla="*/ 48790 h 137613"/>
                <a:gd name="csX10" fmla="*/ 22765 w 93952"/>
                <a:gd name="csY10" fmla="*/ 37805 h 137613"/>
                <a:gd name="csX11" fmla="*/ 10224 w 93952"/>
                <a:gd name="csY11" fmla="*/ 26821 h 137613"/>
                <a:gd name="csX12" fmla="*/ 41258 w 93952"/>
                <a:gd name="csY12" fmla="*/ 7547 h 137613"/>
                <a:gd name="csX13" fmla="*/ 73568 w 93952"/>
                <a:gd name="csY13" fmla="*/ 40500 h 137613"/>
                <a:gd name="csX14" fmla="*/ 53587 w 93952"/>
                <a:gd name="csY14" fmla="*/ 80291 h 137613"/>
                <a:gd name="csX15" fmla="*/ 2359 w 93952"/>
                <a:gd name="csY15" fmla="*/ 129617 h 137613"/>
                <a:gd name="csX16" fmla="*/ 233 w 93952"/>
                <a:gd name="csY16" fmla="*/ 137699 h 137613"/>
                <a:gd name="csX17" fmla="*/ 87809 w 93952"/>
                <a:gd name="csY17" fmla="*/ 137699 h 137613"/>
                <a:gd name="csX18" fmla="*/ 94186 w 93952"/>
                <a:gd name="csY18" fmla="*/ 99980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952" h="137613">
                  <a:moveTo>
                    <a:pt x="94186" y="99980"/>
                  </a:moveTo>
                  <a:lnTo>
                    <a:pt x="86959" y="99980"/>
                  </a:lnTo>
                  <a:cubicBezTo>
                    <a:pt x="86321" y="104540"/>
                    <a:pt x="84196" y="116767"/>
                    <a:pt x="81432" y="118840"/>
                  </a:cubicBezTo>
                  <a:cubicBezTo>
                    <a:pt x="79732" y="120083"/>
                    <a:pt x="63365" y="120083"/>
                    <a:pt x="60389" y="120083"/>
                  </a:cubicBezTo>
                  <a:lnTo>
                    <a:pt x="21277" y="120083"/>
                  </a:lnTo>
                  <a:cubicBezTo>
                    <a:pt x="43596" y="100809"/>
                    <a:pt x="51036" y="95006"/>
                    <a:pt x="63790" y="85265"/>
                  </a:cubicBezTo>
                  <a:cubicBezTo>
                    <a:pt x="79519" y="73038"/>
                    <a:pt x="94186" y="60188"/>
                    <a:pt x="94186" y="40500"/>
                  </a:cubicBezTo>
                  <a:cubicBezTo>
                    <a:pt x="94186" y="15423"/>
                    <a:pt x="71655" y="86"/>
                    <a:pt x="44447" y="86"/>
                  </a:cubicBezTo>
                  <a:cubicBezTo>
                    <a:pt x="18089" y="86"/>
                    <a:pt x="233" y="18117"/>
                    <a:pt x="233" y="37184"/>
                  </a:cubicBezTo>
                  <a:cubicBezTo>
                    <a:pt x="233" y="47753"/>
                    <a:pt x="9374" y="48790"/>
                    <a:pt x="11499" y="48790"/>
                  </a:cubicBezTo>
                  <a:cubicBezTo>
                    <a:pt x="16601" y="48790"/>
                    <a:pt x="22765" y="45266"/>
                    <a:pt x="22765" y="37805"/>
                  </a:cubicBezTo>
                  <a:cubicBezTo>
                    <a:pt x="22765" y="34075"/>
                    <a:pt x="21277" y="26821"/>
                    <a:pt x="10224" y="26821"/>
                  </a:cubicBezTo>
                  <a:cubicBezTo>
                    <a:pt x="16813" y="12107"/>
                    <a:pt x="31268" y="7547"/>
                    <a:pt x="41258" y="7547"/>
                  </a:cubicBezTo>
                  <a:cubicBezTo>
                    <a:pt x="62514" y="7547"/>
                    <a:pt x="73568" y="23713"/>
                    <a:pt x="73568" y="40500"/>
                  </a:cubicBezTo>
                  <a:cubicBezTo>
                    <a:pt x="73568" y="58530"/>
                    <a:pt x="60389" y="72831"/>
                    <a:pt x="53587" y="80291"/>
                  </a:cubicBezTo>
                  <a:lnTo>
                    <a:pt x="2359" y="129617"/>
                  </a:lnTo>
                  <a:cubicBezTo>
                    <a:pt x="233" y="131482"/>
                    <a:pt x="233" y="131896"/>
                    <a:pt x="233" y="137699"/>
                  </a:cubicBezTo>
                  <a:lnTo>
                    <a:pt x="87809" y="137699"/>
                  </a:lnTo>
                  <a:lnTo>
                    <a:pt x="94186" y="99980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7413B7D-3C60-639B-0F97-BB86687A3BB0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9816503" y="5025208"/>
              <a:ext cx="35528" cy="88524"/>
            </a:xfrm>
            <a:custGeom>
              <a:avLst/>
              <a:gdLst>
                <a:gd name="csX0" fmla="*/ 35766 w 35528"/>
                <a:gd name="csY0" fmla="*/ 31172 h 88524"/>
                <a:gd name="csX1" fmla="*/ 16332 w 35528"/>
                <a:gd name="csY1" fmla="*/ 85 h 88524"/>
                <a:gd name="csX2" fmla="*/ 238 w 35528"/>
                <a:gd name="csY2" fmla="*/ 15776 h 88524"/>
                <a:gd name="csX3" fmla="*/ 16332 w 35528"/>
                <a:gd name="csY3" fmla="*/ 31468 h 88524"/>
                <a:gd name="csX4" fmla="*/ 26960 w 35528"/>
                <a:gd name="csY4" fmla="*/ 27619 h 88524"/>
                <a:gd name="csX5" fmla="*/ 28478 w 35528"/>
                <a:gd name="csY5" fmla="*/ 26731 h 88524"/>
                <a:gd name="csX6" fmla="*/ 29086 w 35528"/>
                <a:gd name="csY6" fmla="*/ 31172 h 88524"/>
                <a:gd name="csX7" fmla="*/ 8437 w 35528"/>
                <a:gd name="csY7" fmla="*/ 80616 h 88524"/>
                <a:gd name="csX8" fmla="*/ 5096 w 35528"/>
                <a:gd name="csY8" fmla="*/ 85353 h 88524"/>
                <a:gd name="csX9" fmla="*/ 8133 w 35528"/>
                <a:gd name="csY9" fmla="*/ 88610 h 88524"/>
                <a:gd name="csX10" fmla="*/ 35766 w 35528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88524">
                  <a:moveTo>
                    <a:pt x="35766" y="31172"/>
                  </a:moveTo>
                  <a:cubicBezTo>
                    <a:pt x="35766" y="11631"/>
                    <a:pt x="28175" y="85"/>
                    <a:pt x="16332" y="85"/>
                  </a:cubicBezTo>
                  <a:cubicBezTo>
                    <a:pt x="6311" y="85"/>
                    <a:pt x="238" y="7486"/>
                    <a:pt x="238" y="15776"/>
                  </a:cubicBezTo>
                  <a:cubicBezTo>
                    <a:pt x="238" y="23770"/>
                    <a:pt x="6311" y="31468"/>
                    <a:pt x="16332" y="31468"/>
                  </a:cubicBezTo>
                  <a:cubicBezTo>
                    <a:pt x="19976" y="31468"/>
                    <a:pt x="23923" y="30284"/>
                    <a:pt x="26960" y="27619"/>
                  </a:cubicBezTo>
                  <a:cubicBezTo>
                    <a:pt x="27871" y="27027"/>
                    <a:pt x="28175" y="26731"/>
                    <a:pt x="28478" y="26731"/>
                  </a:cubicBezTo>
                  <a:cubicBezTo>
                    <a:pt x="28782" y="26731"/>
                    <a:pt x="29086" y="27027"/>
                    <a:pt x="29086" y="31172"/>
                  </a:cubicBezTo>
                  <a:cubicBezTo>
                    <a:pt x="29086" y="53081"/>
                    <a:pt x="18458" y="70845"/>
                    <a:pt x="8437" y="80616"/>
                  </a:cubicBezTo>
                  <a:cubicBezTo>
                    <a:pt x="5096" y="83872"/>
                    <a:pt x="5096" y="84465"/>
                    <a:pt x="5096" y="85353"/>
                  </a:cubicBezTo>
                  <a:cubicBezTo>
                    <a:pt x="5096" y="87425"/>
                    <a:pt x="6615" y="88610"/>
                    <a:pt x="8133" y="88610"/>
                  </a:cubicBezTo>
                  <a:cubicBezTo>
                    <a:pt x="11473" y="88610"/>
                    <a:pt x="35766" y="65812"/>
                    <a:pt x="35766" y="31172"/>
                  </a:cubicBez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DE7C6DD-9D2C-19EE-D861-418888CECF27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9951463" y="5025208"/>
              <a:ext cx="32188" cy="31383"/>
            </a:xfrm>
            <a:custGeom>
              <a:avLst/>
              <a:gdLst>
                <a:gd name="csX0" fmla="*/ 32430 w 32188"/>
                <a:gd name="csY0" fmla="*/ 15776 h 31383"/>
                <a:gd name="csX1" fmla="*/ 16336 w 32188"/>
                <a:gd name="csY1" fmla="*/ 85 h 31383"/>
                <a:gd name="csX2" fmla="*/ 242 w 32188"/>
                <a:gd name="csY2" fmla="*/ 15776 h 31383"/>
                <a:gd name="csX3" fmla="*/ 16336 w 32188"/>
                <a:gd name="csY3" fmla="*/ 31468 h 31383"/>
                <a:gd name="csX4" fmla="*/ 32430 w 32188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383">
                  <a:moveTo>
                    <a:pt x="32430" y="15776"/>
                  </a:moveTo>
                  <a:cubicBezTo>
                    <a:pt x="32430" y="7190"/>
                    <a:pt x="25143" y="85"/>
                    <a:pt x="16336" y="85"/>
                  </a:cubicBezTo>
                  <a:cubicBezTo>
                    <a:pt x="7530" y="85"/>
                    <a:pt x="242" y="7190"/>
                    <a:pt x="242" y="15776"/>
                  </a:cubicBezTo>
                  <a:cubicBezTo>
                    <a:pt x="242" y="24362"/>
                    <a:pt x="7530" y="31468"/>
                    <a:pt x="16336" y="31468"/>
                  </a:cubicBezTo>
                  <a:cubicBezTo>
                    <a:pt x="25143" y="31468"/>
                    <a:pt x="32430" y="24362"/>
                    <a:pt x="32430" y="15776"/>
                  </a:cubicBez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1E5EDA-5846-B9B6-4EF5-B6D3F89148D8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0086422" y="5025208"/>
              <a:ext cx="32188" cy="31383"/>
            </a:xfrm>
            <a:custGeom>
              <a:avLst/>
              <a:gdLst>
                <a:gd name="csX0" fmla="*/ 32435 w 32188"/>
                <a:gd name="csY0" fmla="*/ 15776 h 31383"/>
                <a:gd name="csX1" fmla="*/ 16341 w 32188"/>
                <a:gd name="csY1" fmla="*/ 85 h 31383"/>
                <a:gd name="csX2" fmla="*/ 247 w 32188"/>
                <a:gd name="csY2" fmla="*/ 15776 h 31383"/>
                <a:gd name="csX3" fmla="*/ 16341 w 32188"/>
                <a:gd name="csY3" fmla="*/ 31468 h 31383"/>
                <a:gd name="csX4" fmla="*/ 32435 w 32188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383">
                  <a:moveTo>
                    <a:pt x="32435" y="15776"/>
                  </a:moveTo>
                  <a:cubicBezTo>
                    <a:pt x="32435" y="7190"/>
                    <a:pt x="25147" y="85"/>
                    <a:pt x="16341" y="85"/>
                  </a:cubicBezTo>
                  <a:cubicBezTo>
                    <a:pt x="7535" y="85"/>
                    <a:pt x="247" y="7190"/>
                    <a:pt x="247" y="15776"/>
                  </a:cubicBezTo>
                  <a:cubicBezTo>
                    <a:pt x="247" y="24362"/>
                    <a:pt x="7535" y="31468"/>
                    <a:pt x="16341" y="31468"/>
                  </a:cubicBezTo>
                  <a:cubicBezTo>
                    <a:pt x="25147" y="31468"/>
                    <a:pt x="32435" y="24362"/>
                    <a:pt x="32435" y="15776"/>
                  </a:cubicBez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78EE110-25D2-D686-88CF-4024638B620D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0221382" y="5025208"/>
              <a:ext cx="32188" cy="31383"/>
            </a:xfrm>
            <a:custGeom>
              <a:avLst/>
              <a:gdLst>
                <a:gd name="csX0" fmla="*/ 32439 w 32188"/>
                <a:gd name="csY0" fmla="*/ 15776 h 31383"/>
                <a:gd name="csX1" fmla="*/ 16345 w 32188"/>
                <a:gd name="csY1" fmla="*/ 85 h 31383"/>
                <a:gd name="csX2" fmla="*/ 251 w 32188"/>
                <a:gd name="csY2" fmla="*/ 15776 h 31383"/>
                <a:gd name="csX3" fmla="*/ 16345 w 32188"/>
                <a:gd name="csY3" fmla="*/ 31468 h 31383"/>
                <a:gd name="csX4" fmla="*/ 32439 w 32188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383">
                  <a:moveTo>
                    <a:pt x="32439" y="15776"/>
                  </a:moveTo>
                  <a:cubicBezTo>
                    <a:pt x="32439" y="7190"/>
                    <a:pt x="25151" y="85"/>
                    <a:pt x="16345" y="85"/>
                  </a:cubicBezTo>
                  <a:cubicBezTo>
                    <a:pt x="7539" y="85"/>
                    <a:pt x="251" y="7190"/>
                    <a:pt x="251" y="15776"/>
                  </a:cubicBezTo>
                  <a:cubicBezTo>
                    <a:pt x="251" y="24362"/>
                    <a:pt x="7539" y="31468"/>
                    <a:pt x="16345" y="31468"/>
                  </a:cubicBezTo>
                  <a:cubicBezTo>
                    <a:pt x="25151" y="31468"/>
                    <a:pt x="32439" y="24362"/>
                    <a:pt x="32439" y="15776"/>
                  </a:cubicBez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31563B-E6BA-CB5C-CC85-1F31668DE726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0356341" y="5025208"/>
              <a:ext cx="35528" cy="88524"/>
            </a:xfrm>
            <a:custGeom>
              <a:avLst/>
              <a:gdLst>
                <a:gd name="csX0" fmla="*/ 35784 w 35528"/>
                <a:gd name="csY0" fmla="*/ 31172 h 88524"/>
                <a:gd name="csX1" fmla="*/ 16350 w 35528"/>
                <a:gd name="csY1" fmla="*/ 85 h 88524"/>
                <a:gd name="csX2" fmla="*/ 256 w 35528"/>
                <a:gd name="csY2" fmla="*/ 15776 h 88524"/>
                <a:gd name="csX3" fmla="*/ 16350 w 35528"/>
                <a:gd name="csY3" fmla="*/ 31468 h 88524"/>
                <a:gd name="csX4" fmla="*/ 26978 w 35528"/>
                <a:gd name="csY4" fmla="*/ 27619 h 88524"/>
                <a:gd name="csX5" fmla="*/ 28496 w 35528"/>
                <a:gd name="csY5" fmla="*/ 26731 h 88524"/>
                <a:gd name="csX6" fmla="*/ 29103 w 35528"/>
                <a:gd name="csY6" fmla="*/ 31172 h 88524"/>
                <a:gd name="csX7" fmla="*/ 8454 w 35528"/>
                <a:gd name="csY7" fmla="*/ 80616 h 88524"/>
                <a:gd name="csX8" fmla="*/ 5114 w 35528"/>
                <a:gd name="csY8" fmla="*/ 85353 h 88524"/>
                <a:gd name="csX9" fmla="*/ 8151 w 35528"/>
                <a:gd name="csY9" fmla="*/ 88610 h 88524"/>
                <a:gd name="csX10" fmla="*/ 35784 w 35528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88524">
                  <a:moveTo>
                    <a:pt x="35784" y="31172"/>
                  </a:moveTo>
                  <a:cubicBezTo>
                    <a:pt x="35784" y="11631"/>
                    <a:pt x="28192" y="85"/>
                    <a:pt x="16350" y="85"/>
                  </a:cubicBezTo>
                  <a:cubicBezTo>
                    <a:pt x="6329" y="85"/>
                    <a:pt x="256" y="7486"/>
                    <a:pt x="256" y="15776"/>
                  </a:cubicBezTo>
                  <a:cubicBezTo>
                    <a:pt x="256" y="23770"/>
                    <a:pt x="6329" y="31468"/>
                    <a:pt x="16350" y="31468"/>
                  </a:cubicBezTo>
                  <a:cubicBezTo>
                    <a:pt x="19994" y="31468"/>
                    <a:pt x="23941" y="30284"/>
                    <a:pt x="26978" y="27619"/>
                  </a:cubicBezTo>
                  <a:cubicBezTo>
                    <a:pt x="27889" y="27027"/>
                    <a:pt x="28192" y="26731"/>
                    <a:pt x="28496" y="26731"/>
                  </a:cubicBezTo>
                  <a:cubicBezTo>
                    <a:pt x="28800" y="26731"/>
                    <a:pt x="29103" y="27027"/>
                    <a:pt x="29103" y="31172"/>
                  </a:cubicBezTo>
                  <a:cubicBezTo>
                    <a:pt x="29103" y="53081"/>
                    <a:pt x="18475" y="70845"/>
                    <a:pt x="8454" y="80616"/>
                  </a:cubicBezTo>
                  <a:cubicBezTo>
                    <a:pt x="5114" y="83872"/>
                    <a:pt x="5114" y="84465"/>
                    <a:pt x="5114" y="85353"/>
                  </a:cubicBezTo>
                  <a:cubicBezTo>
                    <a:pt x="5114" y="87425"/>
                    <a:pt x="6632" y="88610"/>
                    <a:pt x="8151" y="88610"/>
                  </a:cubicBezTo>
                  <a:cubicBezTo>
                    <a:pt x="11491" y="88610"/>
                    <a:pt x="35784" y="65812"/>
                    <a:pt x="35784" y="31172"/>
                  </a:cubicBez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E1CDE10-E14A-FB53-730A-8D0CE3F5D804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0473992" y="4925728"/>
              <a:ext cx="151223" cy="134119"/>
            </a:xfrm>
            <a:custGeom>
              <a:avLst/>
              <a:gdLst>
                <a:gd name="csX0" fmla="*/ 92877 w 151223"/>
                <a:gd name="csY0" fmla="*/ 41534 h 134119"/>
                <a:gd name="csX1" fmla="*/ 122939 w 151223"/>
                <a:gd name="csY1" fmla="*/ 6598 h 134119"/>
                <a:gd name="csX2" fmla="*/ 138122 w 151223"/>
                <a:gd name="csY2" fmla="*/ 10447 h 134119"/>
                <a:gd name="csX3" fmla="*/ 123546 w 151223"/>
                <a:gd name="csY3" fmla="*/ 26435 h 134119"/>
                <a:gd name="csX4" fmla="*/ 135086 w 151223"/>
                <a:gd name="csY4" fmla="*/ 36797 h 134119"/>
                <a:gd name="csX5" fmla="*/ 151483 w 151223"/>
                <a:gd name="csY5" fmla="*/ 19625 h 134119"/>
                <a:gd name="csX6" fmla="*/ 123243 w 151223"/>
                <a:gd name="csY6" fmla="*/ 85 h 134119"/>
                <a:gd name="csX7" fmla="*/ 91358 w 151223"/>
                <a:gd name="csY7" fmla="*/ 22586 h 134119"/>
                <a:gd name="csX8" fmla="*/ 58563 w 151223"/>
                <a:gd name="csY8" fmla="*/ 85 h 134119"/>
                <a:gd name="csX9" fmla="*/ 9673 w 151223"/>
                <a:gd name="csY9" fmla="*/ 45679 h 134119"/>
                <a:gd name="csX10" fmla="*/ 13317 w 151223"/>
                <a:gd name="csY10" fmla="*/ 48640 h 134119"/>
                <a:gd name="csX11" fmla="*/ 17265 w 151223"/>
                <a:gd name="csY11" fmla="*/ 45383 h 134119"/>
                <a:gd name="csX12" fmla="*/ 57956 w 151223"/>
                <a:gd name="csY12" fmla="*/ 6598 h 134119"/>
                <a:gd name="csX13" fmla="*/ 74353 w 151223"/>
                <a:gd name="csY13" fmla="*/ 26435 h 134119"/>
                <a:gd name="csX14" fmla="*/ 57956 w 151223"/>
                <a:gd name="csY14" fmla="*/ 96899 h 134119"/>
                <a:gd name="csX15" fmla="*/ 29108 w 151223"/>
                <a:gd name="csY15" fmla="*/ 127691 h 134119"/>
                <a:gd name="csX16" fmla="*/ 13925 w 151223"/>
                <a:gd name="csY16" fmla="*/ 123842 h 134119"/>
                <a:gd name="csX17" fmla="*/ 28197 w 151223"/>
                <a:gd name="csY17" fmla="*/ 107854 h 134119"/>
                <a:gd name="csX18" fmla="*/ 16961 w 151223"/>
                <a:gd name="csY18" fmla="*/ 97492 h 134119"/>
                <a:gd name="csX19" fmla="*/ 260 w 151223"/>
                <a:gd name="csY19" fmla="*/ 114664 h 134119"/>
                <a:gd name="csX20" fmla="*/ 28804 w 151223"/>
                <a:gd name="csY20" fmla="*/ 134204 h 134119"/>
                <a:gd name="csX21" fmla="*/ 60689 w 151223"/>
                <a:gd name="csY21" fmla="*/ 111703 h 134119"/>
                <a:gd name="csX22" fmla="*/ 93484 w 151223"/>
                <a:gd name="csY22" fmla="*/ 134204 h 134119"/>
                <a:gd name="csX23" fmla="*/ 142070 w 151223"/>
                <a:gd name="csY23" fmla="*/ 88610 h 134119"/>
                <a:gd name="csX24" fmla="*/ 138426 w 151223"/>
                <a:gd name="csY24" fmla="*/ 85649 h 134119"/>
                <a:gd name="csX25" fmla="*/ 134478 w 151223"/>
                <a:gd name="csY25" fmla="*/ 88906 h 134119"/>
                <a:gd name="csX26" fmla="*/ 94091 w 151223"/>
                <a:gd name="csY26" fmla="*/ 127691 h 134119"/>
                <a:gd name="csX27" fmla="*/ 77390 w 151223"/>
                <a:gd name="csY27" fmla="*/ 108150 h 134119"/>
                <a:gd name="csX28" fmla="*/ 82552 w 151223"/>
                <a:gd name="csY28" fmla="*/ 82096 h 134119"/>
                <a:gd name="csX29" fmla="*/ 92877 w 151223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4119">
                  <a:moveTo>
                    <a:pt x="92877" y="41534"/>
                  </a:moveTo>
                  <a:cubicBezTo>
                    <a:pt x="94699" y="33837"/>
                    <a:pt x="101683" y="6598"/>
                    <a:pt x="122939" y="6598"/>
                  </a:cubicBezTo>
                  <a:cubicBezTo>
                    <a:pt x="124457" y="6598"/>
                    <a:pt x="131745" y="6598"/>
                    <a:pt x="138122" y="10447"/>
                  </a:cubicBezTo>
                  <a:cubicBezTo>
                    <a:pt x="129620" y="11927"/>
                    <a:pt x="123546" y="19329"/>
                    <a:pt x="123546" y="26435"/>
                  </a:cubicBezTo>
                  <a:cubicBezTo>
                    <a:pt x="123546" y="31172"/>
                    <a:pt x="126887" y="36797"/>
                    <a:pt x="135086" y="36797"/>
                  </a:cubicBezTo>
                  <a:cubicBezTo>
                    <a:pt x="141766" y="36797"/>
                    <a:pt x="151483" y="31468"/>
                    <a:pt x="151483" y="19625"/>
                  </a:cubicBezTo>
                  <a:cubicBezTo>
                    <a:pt x="151483" y="4230"/>
                    <a:pt x="133567" y="85"/>
                    <a:pt x="123243" y="85"/>
                  </a:cubicBezTo>
                  <a:cubicBezTo>
                    <a:pt x="105630" y="85"/>
                    <a:pt x="95002" y="15776"/>
                    <a:pt x="91358" y="22586"/>
                  </a:cubicBezTo>
                  <a:cubicBezTo>
                    <a:pt x="83767" y="3045"/>
                    <a:pt x="67369" y="85"/>
                    <a:pt x="58563" y="85"/>
                  </a:cubicBezTo>
                  <a:cubicBezTo>
                    <a:pt x="26982" y="85"/>
                    <a:pt x="9673" y="38278"/>
                    <a:pt x="9673" y="45679"/>
                  </a:cubicBezTo>
                  <a:cubicBezTo>
                    <a:pt x="9673" y="48640"/>
                    <a:pt x="12710" y="48640"/>
                    <a:pt x="13317" y="48640"/>
                  </a:cubicBezTo>
                  <a:cubicBezTo>
                    <a:pt x="15747" y="48640"/>
                    <a:pt x="16658" y="48048"/>
                    <a:pt x="17265" y="45383"/>
                  </a:cubicBezTo>
                  <a:cubicBezTo>
                    <a:pt x="27590" y="14000"/>
                    <a:pt x="47631" y="6598"/>
                    <a:pt x="57956" y="6598"/>
                  </a:cubicBezTo>
                  <a:cubicBezTo>
                    <a:pt x="63725" y="6598"/>
                    <a:pt x="74353" y="9263"/>
                    <a:pt x="74353" y="26435"/>
                  </a:cubicBezTo>
                  <a:cubicBezTo>
                    <a:pt x="74353" y="35613"/>
                    <a:pt x="69191" y="55450"/>
                    <a:pt x="57956" y="96899"/>
                  </a:cubicBezTo>
                  <a:cubicBezTo>
                    <a:pt x="53097" y="115256"/>
                    <a:pt x="42469" y="127691"/>
                    <a:pt x="29108" y="127691"/>
                  </a:cubicBezTo>
                  <a:cubicBezTo>
                    <a:pt x="27286" y="127691"/>
                    <a:pt x="20302" y="127691"/>
                    <a:pt x="13925" y="123842"/>
                  </a:cubicBezTo>
                  <a:cubicBezTo>
                    <a:pt x="21516" y="122361"/>
                    <a:pt x="28197" y="116144"/>
                    <a:pt x="28197" y="107854"/>
                  </a:cubicBezTo>
                  <a:cubicBezTo>
                    <a:pt x="28197" y="99860"/>
                    <a:pt x="21516" y="97492"/>
                    <a:pt x="16961" y="97492"/>
                  </a:cubicBezTo>
                  <a:cubicBezTo>
                    <a:pt x="7852" y="97492"/>
                    <a:pt x="260" y="105189"/>
                    <a:pt x="260" y="114664"/>
                  </a:cubicBezTo>
                  <a:cubicBezTo>
                    <a:pt x="260" y="128283"/>
                    <a:pt x="15443" y="134204"/>
                    <a:pt x="28804" y="134204"/>
                  </a:cubicBezTo>
                  <a:cubicBezTo>
                    <a:pt x="48846" y="134204"/>
                    <a:pt x="59778" y="113479"/>
                    <a:pt x="60689" y="111703"/>
                  </a:cubicBezTo>
                  <a:cubicBezTo>
                    <a:pt x="64333" y="122658"/>
                    <a:pt x="75264" y="134204"/>
                    <a:pt x="93484" y="134204"/>
                  </a:cubicBezTo>
                  <a:cubicBezTo>
                    <a:pt x="124761" y="134204"/>
                    <a:pt x="142070" y="96011"/>
                    <a:pt x="142070" y="88610"/>
                  </a:cubicBezTo>
                  <a:cubicBezTo>
                    <a:pt x="142070" y="85649"/>
                    <a:pt x="139337" y="85649"/>
                    <a:pt x="138426" y="85649"/>
                  </a:cubicBezTo>
                  <a:cubicBezTo>
                    <a:pt x="135693" y="85649"/>
                    <a:pt x="135086" y="86833"/>
                    <a:pt x="134478" y="88906"/>
                  </a:cubicBezTo>
                  <a:cubicBezTo>
                    <a:pt x="124457" y="120585"/>
                    <a:pt x="103809" y="127691"/>
                    <a:pt x="94091" y="127691"/>
                  </a:cubicBezTo>
                  <a:cubicBezTo>
                    <a:pt x="82249" y="127691"/>
                    <a:pt x="77390" y="118217"/>
                    <a:pt x="77390" y="108150"/>
                  </a:cubicBezTo>
                  <a:cubicBezTo>
                    <a:pt x="77390" y="101637"/>
                    <a:pt x="79212" y="95123"/>
                    <a:pt x="82552" y="82096"/>
                  </a:cubicBezTo>
                  <a:lnTo>
                    <a:pt x="92877" y="41534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44C413B-11EB-2D58-F44F-223CBCBAABD3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0648728" y="4963595"/>
              <a:ext cx="64406" cy="139478"/>
            </a:xfrm>
            <a:custGeom>
              <a:avLst/>
              <a:gdLst>
                <a:gd name="csX0" fmla="*/ 59146 w 64406"/>
                <a:gd name="csY0" fmla="*/ 7962 h 139478"/>
                <a:gd name="csX1" fmla="*/ 50643 w 64406"/>
                <a:gd name="csY1" fmla="*/ 86 h 139478"/>
                <a:gd name="csX2" fmla="*/ 38740 w 64406"/>
                <a:gd name="csY2" fmla="*/ 11485 h 139478"/>
                <a:gd name="csX3" fmla="*/ 47242 w 64406"/>
                <a:gd name="csY3" fmla="*/ 19360 h 139478"/>
                <a:gd name="csX4" fmla="*/ 59146 w 64406"/>
                <a:gd name="csY4" fmla="*/ 7962 h 139478"/>
                <a:gd name="csX5" fmla="*/ 15783 w 64406"/>
                <a:gd name="csY5" fmla="*/ 113244 h 139478"/>
                <a:gd name="csX6" fmla="*/ 13870 w 64406"/>
                <a:gd name="csY6" fmla="*/ 121948 h 139478"/>
                <a:gd name="csX7" fmla="*/ 34063 w 64406"/>
                <a:gd name="csY7" fmla="*/ 139565 h 139478"/>
                <a:gd name="csX8" fmla="*/ 64672 w 64406"/>
                <a:gd name="csY8" fmla="*/ 107856 h 139478"/>
                <a:gd name="csX9" fmla="*/ 61271 w 64406"/>
                <a:gd name="csY9" fmla="*/ 105161 h 139478"/>
                <a:gd name="csX10" fmla="*/ 57233 w 64406"/>
                <a:gd name="csY10" fmla="*/ 108685 h 139478"/>
                <a:gd name="csX11" fmla="*/ 34701 w 64406"/>
                <a:gd name="csY11" fmla="*/ 133762 h 139478"/>
                <a:gd name="csX12" fmla="*/ 29387 w 64406"/>
                <a:gd name="csY12" fmla="*/ 126508 h 139478"/>
                <a:gd name="csX13" fmla="*/ 32788 w 64406"/>
                <a:gd name="csY13" fmla="*/ 113244 h 139478"/>
                <a:gd name="csX14" fmla="*/ 39590 w 64406"/>
                <a:gd name="csY14" fmla="*/ 96664 h 139478"/>
                <a:gd name="csX15" fmla="*/ 50005 w 64406"/>
                <a:gd name="csY15" fmla="*/ 70344 h 139478"/>
                <a:gd name="csX16" fmla="*/ 51281 w 64406"/>
                <a:gd name="csY16" fmla="*/ 63712 h 139478"/>
                <a:gd name="csX17" fmla="*/ 31087 w 64406"/>
                <a:gd name="csY17" fmla="*/ 46095 h 139478"/>
                <a:gd name="csX18" fmla="*/ 266 w 64406"/>
                <a:gd name="csY18" fmla="*/ 77804 h 139478"/>
                <a:gd name="csX19" fmla="*/ 3879 w 64406"/>
                <a:gd name="csY19" fmla="*/ 80499 h 139478"/>
                <a:gd name="csX20" fmla="*/ 7705 w 64406"/>
                <a:gd name="csY20" fmla="*/ 77183 h 139478"/>
                <a:gd name="csX21" fmla="*/ 30450 w 64406"/>
                <a:gd name="csY21" fmla="*/ 51898 h 139478"/>
                <a:gd name="csX22" fmla="*/ 35764 w 64406"/>
                <a:gd name="csY22" fmla="*/ 59152 h 139478"/>
                <a:gd name="csX23" fmla="*/ 29174 w 64406"/>
                <a:gd name="csY23" fmla="*/ 79877 h 139478"/>
                <a:gd name="csX24" fmla="*/ 15783 w 64406"/>
                <a:gd name="csY24" fmla="*/ 113244 h 1394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06" h="139478">
                  <a:moveTo>
                    <a:pt x="59146" y="7962"/>
                  </a:moveTo>
                  <a:cubicBezTo>
                    <a:pt x="59146" y="4646"/>
                    <a:pt x="56595" y="86"/>
                    <a:pt x="50643" y="86"/>
                  </a:cubicBezTo>
                  <a:cubicBezTo>
                    <a:pt x="44904" y="86"/>
                    <a:pt x="38740" y="5475"/>
                    <a:pt x="38740" y="11485"/>
                  </a:cubicBezTo>
                  <a:cubicBezTo>
                    <a:pt x="38740" y="15008"/>
                    <a:pt x="41503" y="19360"/>
                    <a:pt x="47242" y="19360"/>
                  </a:cubicBezTo>
                  <a:cubicBezTo>
                    <a:pt x="53406" y="19360"/>
                    <a:pt x="59146" y="13557"/>
                    <a:pt x="59146" y="7962"/>
                  </a:cubicBezTo>
                  <a:close/>
                  <a:moveTo>
                    <a:pt x="15783" y="113244"/>
                  </a:moveTo>
                  <a:cubicBezTo>
                    <a:pt x="14933" y="115938"/>
                    <a:pt x="13870" y="118425"/>
                    <a:pt x="13870" y="121948"/>
                  </a:cubicBezTo>
                  <a:cubicBezTo>
                    <a:pt x="13870" y="131689"/>
                    <a:pt x="22372" y="139565"/>
                    <a:pt x="34063" y="139565"/>
                  </a:cubicBezTo>
                  <a:cubicBezTo>
                    <a:pt x="55320" y="139565"/>
                    <a:pt x="64672" y="110964"/>
                    <a:pt x="64672" y="107856"/>
                  </a:cubicBezTo>
                  <a:cubicBezTo>
                    <a:pt x="64672" y="105161"/>
                    <a:pt x="61909" y="105161"/>
                    <a:pt x="61271" y="105161"/>
                  </a:cubicBezTo>
                  <a:cubicBezTo>
                    <a:pt x="58295" y="105161"/>
                    <a:pt x="58083" y="106405"/>
                    <a:pt x="57233" y="108685"/>
                  </a:cubicBezTo>
                  <a:cubicBezTo>
                    <a:pt x="52344" y="125264"/>
                    <a:pt x="42991" y="133762"/>
                    <a:pt x="34701" y="133762"/>
                  </a:cubicBezTo>
                  <a:cubicBezTo>
                    <a:pt x="30450" y="133762"/>
                    <a:pt x="29387" y="131067"/>
                    <a:pt x="29387" y="126508"/>
                  </a:cubicBezTo>
                  <a:cubicBezTo>
                    <a:pt x="29387" y="121741"/>
                    <a:pt x="30875" y="117803"/>
                    <a:pt x="32788" y="113244"/>
                  </a:cubicBezTo>
                  <a:cubicBezTo>
                    <a:pt x="34913" y="107648"/>
                    <a:pt x="37252" y="102053"/>
                    <a:pt x="39590" y="96664"/>
                  </a:cubicBezTo>
                  <a:cubicBezTo>
                    <a:pt x="41503" y="91690"/>
                    <a:pt x="49155" y="72830"/>
                    <a:pt x="50005" y="70344"/>
                  </a:cubicBezTo>
                  <a:cubicBezTo>
                    <a:pt x="50643" y="68271"/>
                    <a:pt x="51281" y="65784"/>
                    <a:pt x="51281" y="63712"/>
                  </a:cubicBezTo>
                  <a:cubicBezTo>
                    <a:pt x="51281" y="53971"/>
                    <a:pt x="42778" y="46095"/>
                    <a:pt x="31087" y="46095"/>
                  </a:cubicBezTo>
                  <a:cubicBezTo>
                    <a:pt x="10044" y="46095"/>
                    <a:pt x="266" y="74281"/>
                    <a:pt x="266" y="77804"/>
                  </a:cubicBezTo>
                  <a:cubicBezTo>
                    <a:pt x="266" y="80499"/>
                    <a:pt x="3242" y="80499"/>
                    <a:pt x="3879" y="80499"/>
                  </a:cubicBezTo>
                  <a:cubicBezTo>
                    <a:pt x="6855" y="80499"/>
                    <a:pt x="7068" y="79462"/>
                    <a:pt x="7705" y="77183"/>
                  </a:cubicBezTo>
                  <a:cubicBezTo>
                    <a:pt x="13232" y="59359"/>
                    <a:pt x="22585" y="51898"/>
                    <a:pt x="30450" y="51898"/>
                  </a:cubicBezTo>
                  <a:cubicBezTo>
                    <a:pt x="33851" y="51898"/>
                    <a:pt x="35764" y="53556"/>
                    <a:pt x="35764" y="59152"/>
                  </a:cubicBezTo>
                  <a:cubicBezTo>
                    <a:pt x="35764" y="63919"/>
                    <a:pt x="34488" y="67028"/>
                    <a:pt x="29174" y="79877"/>
                  </a:cubicBezTo>
                  <a:lnTo>
                    <a:pt x="15783" y="113244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48B1B25-06DA-E152-D9F3-246EF012641F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0747609" y="5044008"/>
              <a:ext cx="143692" cy="10155"/>
            </a:xfrm>
            <a:custGeom>
              <a:avLst/>
              <a:gdLst>
                <a:gd name="csX0" fmla="*/ 135459 w 143692"/>
                <a:gd name="csY0" fmla="*/ 10241 h 10155"/>
                <a:gd name="csX1" fmla="*/ 143961 w 143692"/>
                <a:gd name="csY1" fmla="*/ 5267 h 10155"/>
                <a:gd name="csX2" fmla="*/ 135459 w 143692"/>
                <a:gd name="csY2" fmla="*/ 86 h 10155"/>
                <a:gd name="csX3" fmla="*/ 8771 w 143692"/>
                <a:gd name="csY3" fmla="*/ 86 h 10155"/>
                <a:gd name="csX4" fmla="*/ 269 w 143692"/>
                <a:gd name="csY4" fmla="*/ 5060 h 10155"/>
                <a:gd name="csX5" fmla="*/ 8771 w 143692"/>
                <a:gd name="csY5" fmla="*/ 10241 h 10155"/>
                <a:gd name="csX6" fmla="*/ 135459 w 143692"/>
                <a:gd name="csY6" fmla="*/ 10241 h 101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692" h="10155">
                  <a:moveTo>
                    <a:pt x="135459" y="10241"/>
                  </a:moveTo>
                  <a:cubicBezTo>
                    <a:pt x="138860" y="10241"/>
                    <a:pt x="143961" y="10241"/>
                    <a:pt x="143961" y="5267"/>
                  </a:cubicBezTo>
                  <a:cubicBezTo>
                    <a:pt x="143961" y="86"/>
                    <a:pt x="139072" y="86"/>
                    <a:pt x="135459" y="86"/>
                  </a:cubicBezTo>
                  <a:lnTo>
                    <a:pt x="8771" y="86"/>
                  </a:lnTo>
                  <a:cubicBezTo>
                    <a:pt x="5370" y="86"/>
                    <a:pt x="269" y="86"/>
                    <a:pt x="269" y="5060"/>
                  </a:cubicBezTo>
                  <a:cubicBezTo>
                    <a:pt x="269" y="10241"/>
                    <a:pt x="5157" y="10241"/>
                    <a:pt x="8771" y="10241"/>
                  </a:cubicBezTo>
                  <a:lnTo>
                    <a:pt x="135459" y="10241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2318949-8896-925B-AE84-0F6B81AE706C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0937610" y="4963388"/>
              <a:ext cx="77372" cy="137613"/>
            </a:xfrm>
            <a:custGeom>
              <a:avLst/>
              <a:gdLst>
                <a:gd name="csX0" fmla="*/ 48314 w 77372"/>
                <a:gd name="csY0" fmla="*/ 5889 h 137613"/>
                <a:gd name="csX1" fmla="*/ 41937 w 77372"/>
                <a:gd name="csY1" fmla="*/ 86 h 137613"/>
                <a:gd name="csX2" fmla="*/ 275 w 77372"/>
                <a:gd name="csY2" fmla="*/ 13350 h 137613"/>
                <a:gd name="csX3" fmla="*/ 275 w 77372"/>
                <a:gd name="csY3" fmla="*/ 20811 h 137613"/>
                <a:gd name="csX4" fmla="*/ 31096 w 77372"/>
                <a:gd name="csY4" fmla="*/ 15008 h 137613"/>
                <a:gd name="csX5" fmla="*/ 31096 w 77372"/>
                <a:gd name="csY5" fmla="*/ 120705 h 137613"/>
                <a:gd name="csX6" fmla="*/ 9840 w 77372"/>
                <a:gd name="csY6" fmla="*/ 130238 h 137613"/>
                <a:gd name="csX7" fmla="*/ 1763 w 77372"/>
                <a:gd name="csY7" fmla="*/ 130238 h 137613"/>
                <a:gd name="csX8" fmla="*/ 1763 w 77372"/>
                <a:gd name="csY8" fmla="*/ 137699 h 137613"/>
                <a:gd name="csX9" fmla="*/ 39599 w 77372"/>
                <a:gd name="csY9" fmla="*/ 136870 h 137613"/>
                <a:gd name="csX10" fmla="*/ 77648 w 77372"/>
                <a:gd name="csY10" fmla="*/ 137699 h 137613"/>
                <a:gd name="csX11" fmla="*/ 77648 w 77372"/>
                <a:gd name="csY11" fmla="*/ 130238 h 137613"/>
                <a:gd name="csX12" fmla="*/ 69570 w 77372"/>
                <a:gd name="csY12" fmla="*/ 130238 h 137613"/>
                <a:gd name="csX13" fmla="*/ 48314 w 77372"/>
                <a:gd name="csY13" fmla="*/ 120705 h 137613"/>
                <a:gd name="csX14" fmla="*/ 48314 w 77372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37613">
                  <a:moveTo>
                    <a:pt x="48314" y="5889"/>
                  </a:moveTo>
                  <a:cubicBezTo>
                    <a:pt x="48314" y="293"/>
                    <a:pt x="47889" y="86"/>
                    <a:pt x="41937" y="86"/>
                  </a:cubicBezTo>
                  <a:cubicBezTo>
                    <a:pt x="28333" y="13143"/>
                    <a:pt x="8990" y="13350"/>
                    <a:pt x="275" y="13350"/>
                  </a:cubicBezTo>
                  <a:lnTo>
                    <a:pt x="275" y="20811"/>
                  </a:lnTo>
                  <a:cubicBezTo>
                    <a:pt x="5376" y="20811"/>
                    <a:pt x="19405" y="20811"/>
                    <a:pt x="31096" y="15008"/>
                  </a:cubicBezTo>
                  <a:lnTo>
                    <a:pt x="31096" y="120705"/>
                  </a:lnTo>
                  <a:cubicBezTo>
                    <a:pt x="31096" y="127544"/>
                    <a:pt x="31096" y="130238"/>
                    <a:pt x="9840" y="130238"/>
                  </a:cubicBezTo>
                  <a:lnTo>
                    <a:pt x="1763" y="130238"/>
                  </a:lnTo>
                  <a:lnTo>
                    <a:pt x="1763" y="137699"/>
                  </a:lnTo>
                  <a:cubicBezTo>
                    <a:pt x="5589" y="137492"/>
                    <a:pt x="31734" y="136870"/>
                    <a:pt x="39599" y="136870"/>
                  </a:cubicBezTo>
                  <a:cubicBezTo>
                    <a:pt x="46188" y="136870"/>
                    <a:pt x="72971" y="137492"/>
                    <a:pt x="77648" y="137699"/>
                  </a:cubicBezTo>
                  <a:lnTo>
                    <a:pt x="77648" y="130238"/>
                  </a:lnTo>
                  <a:lnTo>
                    <a:pt x="69570" y="130238"/>
                  </a:lnTo>
                  <a:cubicBezTo>
                    <a:pt x="48314" y="130238"/>
                    <a:pt x="48314" y="127544"/>
                    <a:pt x="48314" y="120705"/>
                  </a:cubicBezTo>
                  <a:lnTo>
                    <a:pt x="48314" y="5889"/>
                  </a:ln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5791C93-2156-F6A3-B00C-07B0AE9ADA83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1067975" y="4834539"/>
              <a:ext cx="70449" cy="296069"/>
            </a:xfrm>
            <a:custGeom>
              <a:avLst/>
              <a:gdLst>
                <a:gd name="csX0" fmla="*/ 70729 w 70449"/>
                <a:gd name="csY0" fmla="*/ 148120 h 296069"/>
                <a:gd name="csX1" fmla="*/ 50687 w 70449"/>
                <a:gd name="csY1" fmla="*/ 55746 h 296069"/>
                <a:gd name="csX2" fmla="*/ 3316 w 70449"/>
                <a:gd name="csY2" fmla="*/ 85 h 296069"/>
                <a:gd name="csX3" fmla="*/ 279 w 70449"/>
                <a:gd name="csY3" fmla="*/ 3045 h 296069"/>
                <a:gd name="csX4" fmla="*/ 6049 w 70449"/>
                <a:gd name="csY4" fmla="*/ 9855 h 296069"/>
                <a:gd name="csX5" fmla="*/ 53116 w 70449"/>
                <a:gd name="csY5" fmla="*/ 148120 h 296069"/>
                <a:gd name="csX6" fmla="*/ 4227 w 70449"/>
                <a:gd name="csY6" fmla="*/ 288161 h 296069"/>
                <a:gd name="csX7" fmla="*/ 279 w 70449"/>
                <a:gd name="csY7" fmla="*/ 293194 h 296069"/>
                <a:gd name="csX8" fmla="*/ 3316 w 70449"/>
                <a:gd name="csY8" fmla="*/ 296154 h 296069"/>
                <a:gd name="csX9" fmla="*/ 51598 w 70449"/>
                <a:gd name="csY9" fmla="*/ 238421 h 296069"/>
                <a:gd name="csX10" fmla="*/ 70729 w 70449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729" y="148120"/>
                  </a:moveTo>
                  <a:cubicBezTo>
                    <a:pt x="70729" y="125026"/>
                    <a:pt x="67388" y="89202"/>
                    <a:pt x="50687" y="55746"/>
                  </a:cubicBezTo>
                  <a:cubicBezTo>
                    <a:pt x="32467" y="19329"/>
                    <a:pt x="6352" y="85"/>
                    <a:pt x="3316" y="85"/>
                  </a:cubicBezTo>
                  <a:cubicBezTo>
                    <a:pt x="1494" y="85"/>
                    <a:pt x="279" y="1269"/>
                    <a:pt x="279" y="3045"/>
                  </a:cubicBezTo>
                  <a:cubicBezTo>
                    <a:pt x="279" y="3934"/>
                    <a:pt x="279" y="4526"/>
                    <a:pt x="6049" y="9855"/>
                  </a:cubicBezTo>
                  <a:cubicBezTo>
                    <a:pt x="35808" y="39166"/>
                    <a:pt x="53116" y="86241"/>
                    <a:pt x="53116" y="148120"/>
                  </a:cubicBezTo>
                  <a:cubicBezTo>
                    <a:pt x="53116" y="198747"/>
                    <a:pt x="41881" y="250856"/>
                    <a:pt x="4227" y="288161"/>
                  </a:cubicBezTo>
                  <a:cubicBezTo>
                    <a:pt x="279" y="291713"/>
                    <a:pt x="279" y="292306"/>
                    <a:pt x="279" y="293194"/>
                  </a:cubicBezTo>
                  <a:cubicBezTo>
                    <a:pt x="279" y="294970"/>
                    <a:pt x="1494" y="296154"/>
                    <a:pt x="3316" y="296154"/>
                  </a:cubicBezTo>
                  <a:cubicBezTo>
                    <a:pt x="6352" y="296154"/>
                    <a:pt x="33682" y="276022"/>
                    <a:pt x="51598" y="238421"/>
                  </a:cubicBezTo>
                  <a:cubicBezTo>
                    <a:pt x="67085" y="205853"/>
                    <a:pt x="70729" y="172989"/>
                    <a:pt x="70729" y="148120"/>
                  </a:cubicBezTo>
                  <a:close/>
                </a:path>
              </a:pathLst>
            </a:custGeom>
            <a:solidFill>
              <a:srgbClr val="000000"/>
            </a:solidFill>
            <a:ln w="3040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133" name="Group 1132" descr="\documentclass{article}&#10;\usepackage{nunito}&#10;\usepackage[linguistics]{forest}&#10;\usepackage{amsmath,amssymb}&#10;\pagestyle{empty}&#10;\begin{document}&#10;&#10;\begin{align*}&#10;x_i  \xrightarrow{\text{look-up in }\mathbf{U}} &amp;\mathbf{w}_i \in \mathbb{R}^d \\&#10;x_1, x_2, \ldots, x_{i-1} \rightarrow&amp; \frac{1}{i}\sum_{j=1}^{i-1}\mathbf{w}_j \in \mathbb{R}^d &#10;\end{align*}&#10;&#10;&#10;&#10;\end{document}" title="IguanaTex Shape Display">
            <a:extLst>
              <a:ext uri="{FF2B5EF4-FFF2-40B4-BE49-F238E27FC236}">
                <a16:creationId xmlns:a16="http://schemas.microsoft.com/office/drawing/2014/main" id="{F3FE2E2B-C796-40ED-073C-5743806722B9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7038788" y="1651000"/>
            <a:ext cx="4258963" cy="1503976"/>
            <a:chOff x="11985182" y="3910702"/>
            <a:chExt cx="4258963" cy="1503976"/>
          </a:xfrm>
        </p:grpSpPr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8328291F-DEBE-67AA-EF5D-957C930B25FD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2615845" y="4110609"/>
              <a:ext cx="151493" cy="136183"/>
            </a:xfrm>
            <a:custGeom>
              <a:avLst/>
              <a:gdLst>
                <a:gd name="csX0" fmla="*/ 92966 w 151493"/>
                <a:gd name="csY0" fmla="*/ 42173 h 136183"/>
                <a:gd name="csX1" fmla="*/ 123082 w 151493"/>
                <a:gd name="csY1" fmla="*/ 6699 h 136183"/>
                <a:gd name="csX2" fmla="*/ 138292 w 151493"/>
                <a:gd name="csY2" fmla="*/ 10608 h 136183"/>
                <a:gd name="csX3" fmla="*/ 123691 w 151493"/>
                <a:gd name="csY3" fmla="*/ 26841 h 136183"/>
                <a:gd name="csX4" fmla="*/ 135250 w 151493"/>
                <a:gd name="csY4" fmla="*/ 37363 h 136183"/>
                <a:gd name="csX5" fmla="*/ 151677 w 151493"/>
                <a:gd name="csY5" fmla="*/ 19927 h 136183"/>
                <a:gd name="csX6" fmla="*/ 123386 w 151493"/>
                <a:gd name="csY6" fmla="*/ 86 h 136183"/>
                <a:gd name="csX7" fmla="*/ 91445 w 151493"/>
                <a:gd name="csY7" fmla="*/ 22933 h 136183"/>
                <a:gd name="csX8" fmla="*/ 58591 w 151493"/>
                <a:gd name="csY8" fmla="*/ 86 h 136183"/>
                <a:gd name="csX9" fmla="*/ 9614 w 151493"/>
                <a:gd name="csY9" fmla="*/ 46382 h 136183"/>
                <a:gd name="csX10" fmla="*/ 13265 w 151493"/>
                <a:gd name="csY10" fmla="*/ 49388 h 136183"/>
                <a:gd name="csX11" fmla="*/ 17219 w 151493"/>
                <a:gd name="csY11" fmla="*/ 46081 h 136183"/>
                <a:gd name="csX12" fmla="*/ 57983 w 151493"/>
                <a:gd name="csY12" fmla="*/ 6699 h 136183"/>
                <a:gd name="csX13" fmla="*/ 74410 w 151493"/>
                <a:gd name="csY13" fmla="*/ 26841 h 136183"/>
                <a:gd name="csX14" fmla="*/ 57983 w 151493"/>
                <a:gd name="csY14" fmla="*/ 98390 h 136183"/>
                <a:gd name="csX15" fmla="*/ 29083 w 151493"/>
                <a:gd name="csY15" fmla="*/ 129655 h 136183"/>
                <a:gd name="csX16" fmla="*/ 13873 w 151493"/>
                <a:gd name="csY16" fmla="*/ 125747 h 136183"/>
                <a:gd name="csX17" fmla="*/ 28171 w 151493"/>
                <a:gd name="csY17" fmla="*/ 109513 h 136183"/>
                <a:gd name="csX18" fmla="*/ 16915 w 151493"/>
                <a:gd name="csY18" fmla="*/ 98991 h 136183"/>
                <a:gd name="csX19" fmla="*/ 184 w 151493"/>
                <a:gd name="csY19" fmla="*/ 116428 h 136183"/>
                <a:gd name="csX20" fmla="*/ 28779 w 151493"/>
                <a:gd name="csY20" fmla="*/ 136269 h 136183"/>
                <a:gd name="csX21" fmla="*/ 60721 w 151493"/>
                <a:gd name="csY21" fmla="*/ 113421 h 136183"/>
                <a:gd name="csX22" fmla="*/ 93574 w 151493"/>
                <a:gd name="csY22" fmla="*/ 136269 h 136183"/>
                <a:gd name="csX23" fmla="*/ 142247 w 151493"/>
                <a:gd name="csY23" fmla="*/ 89973 h 136183"/>
                <a:gd name="csX24" fmla="*/ 138597 w 151493"/>
                <a:gd name="csY24" fmla="*/ 86966 h 136183"/>
                <a:gd name="csX25" fmla="*/ 134642 w 151493"/>
                <a:gd name="csY25" fmla="*/ 90273 h 136183"/>
                <a:gd name="csX26" fmla="*/ 94183 w 151493"/>
                <a:gd name="csY26" fmla="*/ 129655 h 136183"/>
                <a:gd name="csX27" fmla="*/ 77452 w 151493"/>
                <a:gd name="csY27" fmla="*/ 109814 h 136183"/>
                <a:gd name="csX28" fmla="*/ 82623 w 151493"/>
                <a:gd name="csY28" fmla="*/ 83359 h 136183"/>
                <a:gd name="csX29" fmla="*/ 92966 w 151493"/>
                <a:gd name="csY29" fmla="*/ 42173 h 136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93" h="136183">
                  <a:moveTo>
                    <a:pt x="92966" y="42173"/>
                  </a:moveTo>
                  <a:cubicBezTo>
                    <a:pt x="94791" y="34357"/>
                    <a:pt x="101788" y="6699"/>
                    <a:pt x="123082" y="6699"/>
                  </a:cubicBezTo>
                  <a:cubicBezTo>
                    <a:pt x="124603" y="6699"/>
                    <a:pt x="131904" y="6699"/>
                    <a:pt x="138292" y="10608"/>
                  </a:cubicBezTo>
                  <a:cubicBezTo>
                    <a:pt x="129775" y="12111"/>
                    <a:pt x="123691" y="19626"/>
                    <a:pt x="123691" y="26841"/>
                  </a:cubicBezTo>
                  <a:cubicBezTo>
                    <a:pt x="123691" y="31651"/>
                    <a:pt x="127037" y="37363"/>
                    <a:pt x="135250" y="37363"/>
                  </a:cubicBezTo>
                  <a:cubicBezTo>
                    <a:pt x="141943" y="37363"/>
                    <a:pt x="151677" y="31952"/>
                    <a:pt x="151677" y="19927"/>
                  </a:cubicBezTo>
                  <a:cubicBezTo>
                    <a:pt x="151677" y="4295"/>
                    <a:pt x="133729" y="86"/>
                    <a:pt x="123386" y="86"/>
                  </a:cubicBezTo>
                  <a:cubicBezTo>
                    <a:pt x="105743" y="86"/>
                    <a:pt x="95095" y="16019"/>
                    <a:pt x="91445" y="22933"/>
                  </a:cubicBezTo>
                  <a:cubicBezTo>
                    <a:pt x="83840" y="3092"/>
                    <a:pt x="67413" y="86"/>
                    <a:pt x="58591" y="86"/>
                  </a:cubicBezTo>
                  <a:cubicBezTo>
                    <a:pt x="26954" y="86"/>
                    <a:pt x="9614" y="38866"/>
                    <a:pt x="9614" y="46382"/>
                  </a:cubicBezTo>
                  <a:cubicBezTo>
                    <a:pt x="9614" y="49388"/>
                    <a:pt x="12656" y="49388"/>
                    <a:pt x="13265" y="49388"/>
                  </a:cubicBezTo>
                  <a:cubicBezTo>
                    <a:pt x="15698" y="49388"/>
                    <a:pt x="16611" y="48787"/>
                    <a:pt x="17219" y="46081"/>
                  </a:cubicBezTo>
                  <a:cubicBezTo>
                    <a:pt x="27562" y="14215"/>
                    <a:pt x="47640" y="6699"/>
                    <a:pt x="57983" y="6699"/>
                  </a:cubicBezTo>
                  <a:cubicBezTo>
                    <a:pt x="63763" y="6699"/>
                    <a:pt x="74410" y="9405"/>
                    <a:pt x="74410" y="26841"/>
                  </a:cubicBezTo>
                  <a:cubicBezTo>
                    <a:pt x="74410" y="36161"/>
                    <a:pt x="69238" y="56303"/>
                    <a:pt x="57983" y="98390"/>
                  </a:cubicBezTo>
                  <a:cubicBezTo>
                    <a:pt x="53115" y="117029"/>
                    <a:pt x="42468" y="129655"/>
                    <a:pt x="29083" y="129655"/>
                  </a:cubicBezTo>
                  <a:cubicBezTo>
                    <a:pt x="27258" y="129655"/>
                    <a:pt x="20261" y="129655"/>
                    <a:pt x="13873" y="125747"/>
                  </a:cubicBezTo>
                  <a:cubicBezTo>
                    <a:pt x="21478" y="124244"/>
                    <a:pt x="28171" y="117931"/>
                    <a:pt x="28171" y="109513"/>
                  </a:cubicBezTo>
                  <a:cubicBezTo>
                    <a:pt x="28171" y="101396"/>
                    <a:pt x="21478" y="98991"/>
                    <a:pt x="16915" y="98991"/>
                  </a:cubicBezTo>
                  <a:cubicBezTo>
                    <a:pt x="7789" y="98991"/>
                    <a:pt x="184" y="106808"/>
                    <a:pt x="184" y="116428"/>
                  </a:cubicBezTo>
                  <a:cubicBezTo>
                    <a:pt x="184" y="130256"/>
                    <a:pt x="15394" y="136269"/>
                    <a:pt x="28779" y="136269"/>
                  </a:cubicBezTo>
                  <a:cubicBezTo>
                    <a:pt x="48857" y="136269"/>
                    <a:pt x="59808" y="115225"/>
                    <a:pt x="60721" y="113421"/>
                  </a:cubicBezTo>
                  <a:cubicBezTo>
                    <a:pt x="64371" y="124544"/>
                    <a:pt x="75322" y="136269"/>
                    <a:pt x="93574" y="136269"/>
                  </a:cubicBezTo>
                  <a:cubicBezTo>
                    <a:pt x="124907" y="136269"/>
                    <a:pt x="142247" y="97488"/>
                    <a:pt x="142247" y="89973"/>
                  </a:cubicBezTo>
                  <a:cubicBezTo>
                    <a:pt x="142247" y="86966"/>
                    <a:pt x="139509" y="86966"/>
                    <a:pt x="138597" y="86966"/>
                  </a:cubicBezTo>
                  <a:cubicBezTo>
                    <a:pt x="135859" y="86966"/>
                    <a:pt x="135250" y="88169"/>
                    <a:pt x="134642" y="90273"/>
                  </a:cubicBezTo>
                  <a:cubicBezTo>
                    <a:pt x="124603" y="122440"/>
                    <a:pt x="103917" y="129655"/>
                    <a:pt x="94183" y="129655"/>
                  </a:cubicBezTo>
                  <a:cubicBezTo>
                    <a:pt x="82319" y="129655"/>
                    <a:pt x="77452" y="120035"/>
                    <a:pt x="77452" y="109814"/>
                  </a:cubicBezTo>
                  <a:cubicBezTo>
                    <a:pt x="77452" y="103200"/>
                    <a:pt x="79277" y="96586"/>
                    <a:pt x="82623" y="83359"/>
                  </a:cubicBezTo>
                  <a:lnTo>
                    <a:pt x="92966" y="42173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12E5EDE-6BFC-997E-F1A1-AA9BC91411A0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2790892" y="4149058"/>
              <a:ext cx="64521" cy="141624"/>
            </a:xfrm>
            <a:custGeom>
              <a:avLst/>
              <a:gdLst>
                <a:gd name="csX0" fmla="*/ 59175 w 64521"/>
                <a:gd name="csY0" fmla="*/ 8084 h 141624"/>
                <a:gd name="csX1" fmla="*/ 50657 w 64521"/>
                <a:gd name="csY1" fmla="*/ 87 h 141624"/>
                <a:gd name="csX2" fmla="*/ 38732 w 64521"/>
                <a:gd name="csY2" fmla="*/ 11661 h 141624"/>
                <a:gd name="csX3" fmla="*/ 47250 w 64521"/>
                <a:gd name="csY3" fmla="*/ 19658 h 141624"/>
                <a:gd name="csX4" fmla="*/ 59175 w 64521"/>
                <a:gd name="csY4" fmla="*/ 8084 h 141624"/>
                <a:gd name="csX5" fmla="*/ 15735 w 64521"/>
                <a:gd name="csY5" fmla="*/ 114986 h 141624"/>
                <a:gd name="csX6" fmla="*/ 13818 w 64521"/>
                <a:gd name="csY6" fmla="*/ 123824 h 141624"/>
                <a:gd name="csX7" fmla="*/ 34048 w 64521"/>
                <a:gd name="csY7" fmla="*/ 141712 h 141624"/>
                <a:gd name="csX8" fmla="*/ 64711 w 64521"/>
                <a:gd name="csY8" fmla="*/ 109515 h 141624"/>
                <a:gd name="csX9" fmla="*/ 61304 w 64521"/>
                <a:gd name="csY9" fmla="*/ 106779 h 141624"/>
                <a:gd name="csX10" fmla="*/ 57258 w 64521"/>
                <a:gd name="csY10" fmla="*/ 110356 h 141624"/>
                <a:gd name="csX11" fmla="*/ 34686 w 64521"/>
                <a:gd name="csY11" fmla="*/ 135819 h 141624"/>
                <a:gd name="csX12" fmla="*/ 29363 w 64521"/>
                <a:gd name="csY12" fmla="*/ 128454 h 141624"/>
                <a:gd name="csX13" fmla="*/ 32770 w 64521"/>
                <a:gd name="csY13" fmla="*/ 114986 h 141624"/>
                <a:gd name="csX14" fmla="*/ 39584 w 64521"/>
                <a:gd name="csY14" fmla="*/ 98151 h 141624"/>
                <a:gd name="csX15" fmla="*/ 50018 w 64521"/>
                <a:gd name="csY15" fmla="*/ 71426 h 141624"/>
                <a:gd name="csX16" fmla="*/ 51296 w 64521"/>
                <a:gd name="csY16" fmla="*/ 64692 h 141624"/>
                <a:gd name="csX17" fmla="*/ 31066 w 64521"/>
                <a:gd name="csY17" fmla="*/ 46804 h 141624"/>
                <a:gd name="csX18" fmla="*/ 190 w 64521"/>
                <a:gd name="csY18" fmla="*/ 79001 h 141624"/>
                <a:gd name="csX19" fmla="*/ 3810 w 64521"/>
                <a:gd name="csY19" fmla="*/ 81737 h 141624"/>
                <a:gd name="csX20" fmla="*/ 7643 w 64521"/>
                <a:gd name="csY20" fmla="*/ 78370 h 141624"/>
                <a:gd name="csX21" fmla="*/ 30428 w 64521"/>
                <a:gd name="csY21" fmla="*/ 52697 h 141624"/>
                <a:gd name="csX22" fmla="*/ 35751 w 64521"/>
                <a:gd name="csY22" fmla="*/ 60062 h 141624"/>
                <a:gd name="csX23" fmla="*/ 29150 w 64521"/>
                <a:gd name="csY23" fmla="*/ 81106 h 141624"/>
                <a:gd name="csX24" fmla="*/ 15735 w 64521"/>
                <a:gd name="csY24" fmla="*/ 114986 h 141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21" h="141624">
                  <a:moveTo>
                    <a:pt x="59175" y="8084"/>
                  </a:moveTo>
                  <a:cubicBezTo>
                    <a:pt x="59175" y="4717"/>
                    <a:pt x="56619" y="87"/>
                    <a:pt x="50657" y="87"/>
                  </a:cubicBezTo>
                  <a:cubicBezTo>
                    <a:pt x="44908" y="87"/>
                    <a:pt x="38732" y="5559"/>
                    <a:pt x="38732" y="11661"/>
                  </a:cubicBezTo>
                  <a:cubicBezTo>
                    <a:pt x="38732" y="15239"/>
                    <a:pt x="41501" y="19658"/>
                    <a:pt x="47250" y="19658"/>
                  </a:cubicBezTo>
                  <a:cubicBezTo>
                    <a:pt x="53425" y="19658"/>
                    <a:pt x="59175" y="13766"/>
                    <a:pt x="59175" y="8084"/>
                  </a:cubicBezTo>
                  <a:close/>
                  <a:moveTo>
                    <a:pt x="15735" y="114986"/>
                  </a:moveTo>
                  <a:cubicBezTo>
                    <a:pt x="14883" y="117722"/>
                    <a:pt x="13818" y="120247"/>
                    <a:pt x="13818" y="123824"/>
                  </a:cubicBezTo>
                  <a:cubicBezTo>
                    <a:pt x="13818" y="133715"/>
                    <a:pt x="22336" y="141712"/>
                    <a:pt x="34048" y="141712"/>
                  </a:cubicBezTo>
                  <a:cubicBezTo>
                    <a:pt x="55342" y="141712"/>
                    <a:pt x="64711" y="112671"/>
                    <a:pt x="64711" y="109515"/>
                  </a:cubicBezTo>
                  <a:cubicBezTo>
                    <a:pt x="64711" y="106779"/>
                    <a:pt x="61943" y="106779"/>
                    <a:pt x="61304" y="106779"/>
                  </a:cubicBezTo>
                  <a:cubicBezTo>
                    <a:pt x="58323" y="106779"/>
                    <a:pt x="58110" y="108042"/>
                    <a:pt x="57258" y="110356"/>
                  </a:cubicBezTo>
                  <a:cubicBezTo>
                    <a:pt x="52361" y="127191"/>
                    <a:pt x="42991" y="135819"/>
                    <a:pt x="34686" y="135819"/>
                  </a:cubicBezTo>
                  <a:cubicBezTo>
                    <a:pt x="30428" y="135819"/>
                    <a:pt x="29363" y="133084"/>
                    <a:pt x="29363" y="128454"/>
                  </a:cubicBezTo>
                  <a:cubicBezTo>
                    <a:pt x="29363" y="123614"/>
                    <a:pt x="30853" y="119616"/>
                    <a:pt x="32770" y="114986"/>
                  </a:cubicBezTo>
                  <a:cubicBezTo>
                    <a:pt x="34899" y="109304"/>
                    <a:pt x="37242" y="103622"/>
                    <a:pt x="39584" y="98151"/>
                  </a:cubicBezTo>
                  <a:cubicBezTo>
                    <a:pt x="41501" y="93101"/>
                    <a:pt x="49167" y="73951"/>
                    <a:pt x="50018" y="71426"/>
                  </a:cubicBezTo>
                  <a:cubicBezTo>
                    <a:pt x="50657" y="69321"/>
                    <a:pt x="51296" y="66796"/>
                    <a:pt x="51296" y="64692"/>
                  </a:cubicBezTo>
                  <a:cubicBezTo>
                    <a:pt x="51296" y="54801"/>
                    <a:pt x="42778" y="46804"/>
                    <a:pt x="31066" y="46804"/>
                  </a:cubicBezTo>
                  <a:cubicBezTo>
                    <a:pt x="9985" y="46804"/>
                    <a:pt x="190" y="75424"/>
                    <a:pt x="190" y="79001"/>
                  </a:cubicBezTo>
                  <a:cubicBezTo>
                    <a:pt x="190" y="81737"/>
                    <a:pt x="3171" y="81737"/>
                    <a:pt x="3810" y="81737"/>
                  </a:cubicBezTo>
                  <a:cubicBezTo>
                    <a:pt x="6791" y="81737"/>
                    <a:pt x="7004" y="80685"/>
                    <a:pt x="7643" y="78370"/>
                  </a:cubicBezTo>
                  <a:cubicBezTo>
                    <a:pt x="13179" y="60272"/>
                    <a:pt x="22549" y="52697"/>
                    <a:pt x="30428" y="52697"/>
                  </a:cubicBezTo>
                  <a:cubicBezTo>
                    <a:pt x="33835" y="52697"/>
                    <a:pt x="35751" y="54380"/>
                    <a:pt x="35751" y="60062"/>
                  </a:cubicBezTo>
                  <a:cubicBezTo>
                    <a:pt x="35751" y="64902"/>
                    <a:pt x="34473" y="68059"/>
                    <a:pt x="29150" y="81106"/>
                  </a:cubicBezTo>
                  <a:lnTo>
                    <a:pt x="15735" y="114986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DDC8A813-79AB-7324-358A-AC550CA69701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3059013" y="3910702"/>
              <a:ext cx="45995" cy="151725"/>
            </a:xfrm>
            <a:custGeom>
              <a:avLst/>
              <a:gdLst>
                <a:gd name="csX0" fmla="*/ 31714 w 45995"/>
                <a:gd name="csY0" fmla="*/ 151805 h 151725"/>
                <a:gd name="csX1" fmla="*/ 35334 w 45995"/>
                <a:gd name="csY1" fmla="*/ 151805 h 151725"/>
                <a:gd name="csX2" fmla="*/ 38954 w 45995"/>
                <a:gd name="csY2" fmla="*/ 151174 h 151725"/>
                <a:gd name="csX3" fmla="*/ 46194 w 45995"/>
                <a:gd name="csY3" fmla="*/ 142967 h 151725"/>
                <a:gd name="csX4" fmla="*/ 45129 w 45995"/>
                <a:gd name="csY4" fmla="*/ 137916 h 151725"/>
                <a:gd name="csX5" fmla="*/ 41935 w 45995"/>
                <a:gd name="csY5" fmla="*/ 136864 h 151725"/>
                <a:gd name="csX6" fmla="*/ 38954 w 45995"/>
                <a:gd name="csY6" fmla="*/ 137074 h 151725"/>
                <a:gd name="csX7" fmla="*/ 35547 w 45995"/>
                <a:gd name="csY7" fmla="*/ 137285 h 151725"/>
                <a:gd name="csX8" fmla="*/ 17447 w 45995"/>
                <a:gd name="csY8" fmla="*/ 114768 h 151725"/>
                <a:gd name="csX9" fmla="*/ 17447 w 45995"/>
                <a:gd name="csY9" fmla="*/ 8708 h 151725"/>
                <a:gd name="csX10" fmla="*/ 8716 w 45995"/>
                <a:gd name="csY10" fmla="*/ 80 h 151725"/>
                <a:gd name="csX11" fmla="*/ 198 w 45995"/>
                <a:gd name="csY11" fmla="*/ 8708 h 151725"/>
                <a:gd name="csX12" fmla="*/ 198 w 45995"/>
                <a:gd name="csY12" fmla="*/ 116031 h 151725"/>
                <a:gd name="csX13" fmla="*/ 8290 w 45995"/>
                <a:gd name="csY13" fmla="*/ 142756 h 151725"/>
                <a:gd name="csX14" fmla="*/ 31714 w 45995"/>
                <a:gd name="csY14" fmla="*/ 151805 h 151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5995" h="151725">
                  <a:moveTo>
                    <a:pt x="31714" y="151805"/>
                  </a:moveTo>
                  <a:cubicBezTo>
                    <a:pt x="32779" y="151805"/>
                    <a:pt x="34056" y="151805"/>
                    <a:pt x="35334" y="151805"/>
                  </a:cubicBezTo>
                  <a:cubicBezTo>
                    <a:pt x="36611" y="151805"/>
                    <a:pt x="37676" y="151595"/>
                    <a:pt x="38954" y="151174"/>
                  </a:cubicBezTo>
                  <a:cubicBezTo>
                    <a:pt x="43639" y="150542"/>
                    <a:pt x="46194" y="147807"/>
                    <a:pt x="46194" y="142967"/>
                  </a:cubicBezTo>
                  <a:cubicBezTo>
                    <a:pt x="46194" y="140441"/>
                    <a:pt x="45768" y="138758"/>
                    <a:pt x="45129" y="137916"/>
                  </a:cubicBezTo>
                  <a:cubicBezTo>
                    <a:pt x="44490" y="137074"/>
                    <a:pt x="43426" y="136864"/>
                    <a:pt x="41935" y="136864"/>
                  </a:cubicBezTo>
                  <a:cubicBezTo>
                    <a:pt x="40870" y="136864"/>
                    <a:pt x="39806" y="137074"/>
                    <a:pt x="38954" y="137074"/>
                  </a:cubicBezTo>
                  <a:cubicBezTo>
                    <a:pt x="37889" y="137285"/>
                    <a:pt x="36824" y="137285"/>
                    <a:pt x="35547" y="137285"/>
                  </a:cubicBezTo>
                  <a:cubicBezTo>
                    <a:pt x="23409" y="137285"/>
                    <a:pt x="17447" y="129920"/>
                    <a:pt x="17447" y="114768"/>
                  </a:cubicBezTo>
                  <a:lnTo>
                    <a:pt x="17447" y="8708"/>
                  </a:lnTo>
                  <a:cubicBezTo>
                    <a:pt x="17447" y="3026"/>
                    <a:pt x="14465" y="80"/>
                    <a:pt x="8716" y="80"/>
                  </a:cubicBezTo>
                  <a:cubicBezTo>
                    <a:pt x="2967" y="80"/>
                    <a:pt x="198" y="3026"/>
                    <a:pt x="198" y="8708"/>
                  </a:cubicBezTo>
                  <a:lnTo>
                    <a:pt x="198" y="116031"/>
                  </a:lnTo>
                  <a:cubicBezTo>
                    <a:pt x="198" y="127815"/>
                    <a:pt x="2754" y="136654"/>
                    <a:pt x="8290" y="142756"/>
                  </a:cubicBezTo>
                  <a:cubicBezTo>
                    <a:pt x="13614" y="148859"/>
                    <a:pt x="21493" y="151805"/>
                    <a:pt x="31714" y="151805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F09D8EEA-00B9-AB6E-96AC-2AA77ED5EF04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3114590" y="3956367"/>
              <a:ext cx="98805" cy="106060"/>
            </a:xfrm>
            <a:custGeom>
              <a:avLst/>
              <a:gdLst>
                <a:gd name="csX0" fmla="*/ 49603 w 98805"/>
                <a:gd name="csY0" fmla="*/ 106140 h 106060"/>
                <a:gd name="csX1" fmla="*/ 75582 w 98805"/>
                <a:gd name="csY1" fmla="*/ 99617 h 106060"/>
                <a:gd name="csX2" fmla="*/ 92830 w 98805"/>
                <a:gd name="csY2" fmla="*/ 81309 h 106060"/>
                <a:gd name="csX3" fmla="*/ 99006 w 98805"/>
                <a:gd name="csY3" fmla="*/ 53110 h 106060"/>
                <a:gd name="csX4" fmla="*/ 92830 w 98805"/>
                <a:gd name="csY4" fmla="*/ 25122 h 106060"/>
                <a:gd name="csX5" fmla="*/ 75582 w 98805"/>
                <a:gd name="csY5" fmla="*/ 6603 h 106060"/>
                <a:gd name="csX6" fmla="*/ 49603 w 98805"/>
                <a:gd name="csY6" fmla="*/ 80 h 106060"/>
                <a:gd name="csX7" fmla="*/ 23411 w 98805"/>
                <a:gd name="csY7" fmla="*/ 6603 h 106060"/>
                <a:gd name="csX8" fmla="*/ 6163 w 98805"/>
                <a:gd name="csY8" fmla="*/ 25122 h 106060"/>
                <a:gd name="csX9" fmla="*/ 200 w 98805"/>
                <a:gd name="csY9" fmla="*/ 53110 h 106060"/>
                <a:gd name="csX10" fmla="*/ 6163 w 98805"/>
                <a:gd name="csY10" fmla="*/ 81309 h 106060"/>
                <a:gd name="csX11" fmla="*/ 23411 w 98805"/>
                <a:gd name="csY11" fmla="*/ 99617 h 106060"/>
                <a:gd name="csX12" fmla="*/ 49603 w 98805"/>
                <a:gd name="csY12" fmla="*/ 106140 h 106060"/>
                <a:gd name="csX13" fmla="*/ 49603 w 98805"/>
                <a:gd name="csY13" fmla="*/ 92462 h 106060"/>
                <a:gd name="csX14" fmla="*/ 26179 w 98805"/>
                <a:gd name="csY14" fmla="*/ 82361 h 106060"/>
                <a:gd name="csX15" fmla="*/ 17662 w 98805"/>
                <a:gd name="csY15" fmla="*/ 53110 h 106060"/>
                <a:gd name="csX16" fmla="*/ 26179 w 98805"/>
                <a:gd name="csY16" fmla="*/ 23859 h 106060"/>
                <a:gd name="csX17" fmla="*/ 49603 w 98805"/>
                <a:gd name="csY17" fmla="*/ 13758 h 106060"/>
                <a:gd name="csX18" fmla="*/ 72814 w 98805"/>
                <a:gd name="csY18" fmla="*/ 23859 h 106060"/>
                <a:gd name="csX19" fmla="*/ 81544 w 98805"/>
                <a:gd name="csY19" fmla="*/ 53110 h 106060"/>
                <a:gd name="csX20" fmla="*/ 72814 w 98805"/>
                <a:gd name="csY20" fmla="*/ 82361 h 106060"/>
                <a:gd name="csX21" fmla="*/ 49603 w 98805"/>
                <a:gd name="csY21" fmla="*/ 92462 h 106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98805" h="106060">
                  <a:moveTo>
                    <a:pt x="49603" y="106140"/>
                  </a:moveTo>
                  <a:cubicBezTo>
                    <a:pt x="59398" y="106140"/>
                    <a:pt x="68129" y="104036"/>
                    <a:pt x="75582" y="99617"/>
                  </a:cubicBezTo>
                  <a:cubicBezTo>
                    <a:pt x="83035" y="95408"/>
                    <a:pt x="88784" y="89305"/>
                    <a:pt x="92830" y="81309"/>
                  </a:cubicBezTo>
                  <a:cubicBezTo>
                    <a:pt x="96876" y="73312"/>
                    <a:pt x="99006" y="64053"/>
                    <a:pt x="99006" y="53110"/>
                  </a:cubicBezTo>
                  <a:cubicBezTo>
                    <a:pt x="99006" y="42378"/>
                    <a:pt x="96876" y="33118"/>
                    <a:pt x="92830" y="25122"/>
                  </a:cubicBezTo>
                  <a:cubicBezTo>
                    <a:pt x="88784" y="17125"/>
                    <a:pt x="83035" y="11022"/>
                    <a:pt x="75582" y="6603"/>
                  </a:cubicBezTo>
                  <a:cubicBezTo>
                    <a:pt x="68129" y="2395"/>
                    <a:pt x="59398" y="80"/>
                    <a:pt x="49603" y="80"/>
                  </a:cubicBezTo>
                  <a:cubicBezTo>
                    <a:pt x="39382" y="80"/>
                    <a:pt x="30651" y="2395"/>
                    <a:pt x="23411" y="6603"/>
                  </a:cubicBezTo>
                  <a:cubicBezTo>
                    <a:pt x="15958" y="11022"/>
                    <a:pt x="10209" y="17125"/>
                    <a:pt x="6163" y="25122"/>
                  </a:cubicBezTo>
                  <a:cubicBezTo>
                    <a:pt x="2117" y="33118"/>
                    <a:pt x="200" y="42378"/>
                    <a:pt x="200" y="53110"/>
                  </a:cubicBezTo>
                  <a:cubicBezTo>
                    <a:pt x="200" y="64053"/>
                    <a:pt x="2117" y="73312"/>
                    <a:pt x="6163" y="81309"/>
                  </a:cubicBezTo>
                  <a:cubicBezTo>
                    <a:pt x="10209" y="89305"/>
                    <a:pt x="15958" y="95408"/>
                    <a:pt x="23411" y="99617"/>
                  </a:cubicBezTo>
                  <a:cubicBezTo>
                    <a:pt x="30651" y="104036"/>
                    <a:pt x="39382" y="106140"/>
                    <a:pt x="49603" y="106140"/>
                  </a:cubicBezTo>
                  <a:close/>
                  <a:moveTo>
                    <a:pt x="49603" y="92462"/>
                  </a:moveTo>
                  <a:cubicBezTo>
                    <a:pt x="39808" y="92462"/>
                    <a:pt x="31929" y="89095"/>
                    <a:pt x="26179" y="82361"/>
                  </a:cubicBezTo>
                  <a:cubicBezTo>
                    <a:pt x="20430" y="75627"/>
                    <a:pt x="17662" y="65736"/>
                    <a:pt x="17662" y="53110"/>
                  </a:cubicBezTo>
                  <a:cubicBezTo>
                    <a:pt x="17662" y="40484"/>
                    <a:pt x="20430" y="30593"/>
                    <a:pt x="26179" y="23859"/>
                  </a:cubicBezTo>
                  <a:cubicBezTo>
                    <a:pt x="31929" y="17125"/>
                    <a:pt x="39808" y="13758"/>
                    <a:pt x="49603" y="13758"/>
                  </a:cubicBezTo>
                  <a:cubicBezTo>
                    <a:pt x="59185" y="13758"/>
                    <a:pt x="66851" y="17125"/>
                    <a:pt x="72814" y="23859"/>
                  </a:cubicBezTo>
                  <a:cubicBezTo>
                    <a:pt x="78563" y="30593"/>
                    <a:pt x="81544" y="40484"/>
                    <a:pt x="81544" y="53110"/>
                  </a:cubicBezTo>
                  <a:cubicBezTo>
                    <a:pt x="81544" y="65736"/>
                    <a:pt x="78563" y="75627"/>
                    <a:pt x="72814" y="82361"/>
                  </a:cubicBezTo>
                  <a:cubicBezTo>
                    <a:pt x="66851" y="89095"/>
                    <a:pt x="59185" y="92462"/>
                    <a:pt x="49603" y="92462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1DA888F3-48DF-3735-FC85-1509C97C9E58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3232986" y="3956367"/>
              <a:ext cx="98805" cy="106060"/>
            </a:xfrm>
            <a:custGeom>
              <a:avLst/>
              <a:gdLst>
                <a:gd name="csX0" fmla="*/ 49607 w 98805"/>
                <a:gd name="csY0" fmla="*/ 106140 h 106060"/>
                <a:gd name="csX1" fmla="*/ 75586 w 98805"/>
                <a:gd name="csY1" fmla="*/ 99617 h 106060"/>
                <a:gd name="csX2" fmla="*/ 92834 w 98805"/>
                <a:gd name="csY2" fmla="*/ 81309 h 106060"/>
                <a:gd name="csX3" fmla="*/ 99010 w 98805"/>
                <a:gd name="csY3" fmla="*/ 53110 h 106060"/>
                <a:gd name="csX4" fmla="*/ 92834 w 98805"/>
                <a:gd name="csY4" fmla="*/ 25122 h 106060"/>
                <a:gd name="csX5" fmla="*/ 75586 w 98805"/>
                <a:gd name="csY5" fmla="*/ 6603 h 106060"/>
                <a:gd name="csX6" fmla="*/ 49607 w 98805"/>
                <a:gd name="csY6" fmla="*/ 80 h 106060"/>
                <a:gd name="csX7" fmla="*/ 23415 w 98805"/>
                <a:gd name="csY7" fmla="*/ 6603 h 106060"/>
                <a:gd name="csX8" fmla="*/ 6167 w 98805"/>
                <a:gd name="csY8" fmla="*/ 25122 h 106060"/>
                <a:gd name="csX9" fmla="*/ 204 w 98805"/>
                <a:gd name="csY9" fmla="*/ 53110 h 106060"/>
                <a:gd name="csX10" fmla="*/ 6167 w 98805"/>
                <a:gd name="csY10" fmla="*/ 81309 h 106060"/>
                <a:gd name="csX11" fmla="*/ 23415 w 98805"/>
                <a:gd name="csY11" fmla="*/ 99617 h 106060"/>
                <a:gd name="csX12" fmla="*/ 49607 w 98805"/>
                <a:gd name="csY12" fmla="*/ 106140 h 106060"/>
                <a:gd name="csX13" fmla="*/ 49607 w 98805"/>
                <a:gd name="csY13" fmla="*/ 92462 h 106060"/>
                <a:gd name="csX14" fmla="*/ 26183 w 98805"/>
                <a:gd name="csY14" fmla="*/ 82361 h 106060"/>
                <a:gd name="csX15" fmla="*/ 17666 w 98805"/>
                <a:gd name="csY15" fmla="*/ 53110 h 106060"/>
                <a:gd name="csX16" fmla="*/ 26183 w 98805"/>
                <a:gd name="csY16" fmla="*/ 23859 h 106060"/>
                <a:gd name="csX17" fmla="*/ 49607 w 98805"/>
                <a:gd name="csY17" fmla="*/ 13758 h 106060"/>
                <a:gd name="csX18" fmla="*/ 72818 w 98805"/>
                <a:gd name="csY18" fmla="*/ 23859 h 106060"/>
                <a:gd name="csX19" fmla="*/ 81548 w 98805"/>
                <a:gd name="csY19" fmla="*/ 53110 h 106060"/>
                <a:gd name="csX20" fmla="*/ 72818 w 98805"/>
                <a:gd name="csY20" fmla="*/ 82361 h 106060"/>
                <a:gd name="csX21" fmla="*/ 49607 w 98805"/>
                <a:gd name="csY21" fmla="*/ 92462 h 106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98805" h="106060">
                  <a:moveTo>
                    <a:pt x="49607" y="106140"/>
                  </a:moveTo>
                  <a:cubicBezTo>
                    <a:pt x="59402" y="106140"/>
                    <a:pt x="68133" y="104036"/>
                    <a:pt x="75586" y="99617"/>
                  </a:cubicBezTo>
                  <a:cubicBezTo>
                    <a:pt x="83039" y="95408"/>
                    <a:pt x="88788" y="89305"/>
                    <a:pt x="92834" y="81309"/>
                  </a:cubicBezTo>
                  <a:cubicBezTo>
                    <a:pt x="96880" y="73312"/>
                    <a:pt x="99010" y="64053"/>
                    <a:pt x="99010" y="53110"/>
                  </a:cubicBezTo>
                  <a:cubicBezTo>
                    <a:pt x="99010" y="42378"/>
                    <a:pt x="96880" y="33118"/>
                    <a:pt x="92834" y="25122"/>
                  </a:cubicBezTo>
                  <a:cubicBezTo>
                    <a:pt x="88788" y="17125"/>
                    <a:pt x="83039" y="11022"/>
                    <a:pt x="75586" y="6603"/>
                  </a:cubicBezTo>
                  <a:cubicBezTo>
                    <a:pt x="68133" y="2395"/>
                    <a:pt x="59402" y="80"/>
                    <a:pt x="49607" y="80"/>
                  </a:cubicBezTo>
                  <a:cubicBezTo>
                    <a:pt x="39386" y="80"/>
                    <a:pt x="30655" y="2395"/>
                    <a:pt x="23415" y="6603"/>
                  </a:cubicBezTo>
                  <a:cubicBezTo>
                    <a:pt x="15962" y="11022"/>
                    <a:pt x="10213" y="17125"/>
                    <a:pt x="6167" y="25122"/>
                  </a:cubicBezTo>
                  <a:cubicBezTo>
                    <a:pt x="2121" y="33118"/>
                    <a:pt x="204" y="42378"/>
                    <a:pt x="204" y="53110"/>
                  </a:cubicBezTo>
                  <a:cubicBezTo>
                    <a:pt x="204" y="64053"/>
                    <a:pt x="2121" y="73312"/>
                    <a:pt x="6167" y="81309"/>
                  </a:cubicBezTo>
                  <a:cubicBezTo>
                    <a:pt x="10213" y="89305"/>
                    <a:pt x="15962" y="95408"/>
                    <a:pt x="23415" y="99617"/>
                  </a:cubicBezTo>
                  <a:cubicBezTo>
                    <a:pt x="30655" y="104036"/>
                    <a:pt x="39386" y="106140"/>
                    <a:pt x="49607" y="106140"/>
                  </a:cubicBezTo>
                  <a:close/>
                  <a:moveTo>
                    <a:pt x="49607" y="92462"/>
                  </a:moveTo>
                  <a:cubicBezTo>
                    <a:pt x="39812" y="92462"/>
                    <a:pt x="31933" y="89095"/>
                    <a:pt x="26183" y="82361"/>
                  </a:cubicBezTo>
                  <a:cubicBezTo>
                    <a:pt x="20434" y="75627"/>
                    <a:pt x="17666" y="65736"/>
                    <a:pt x="17666" y="53110"/>
                  </a:cubicBezTo>
                  <a:cubicBezTo>
                    <a:pt x="17666" y="40484"/>
                    <a:pt x="20434" y="30593"/>
                    <a:pt x="26183" y="23859"/>
                  </a:cubicBezTo>
                  <a:cubicBezTo>
                    <a:pt x="31933" y="17125"/>
                    <a:pt x="39812" y="13758"/>
                    <a:pt x="49607" y="13758"/>
                  </a:cubicBezTo>
                  <a:cubicBezTo>
                    <a:pt x="59189" y="13758"/>
                    <a:pt x="66855" y="17125"/>
                    <a:pt x="72818" y="23859"/>
                  </a:cubicBezTo>
                  <a:cubicBezTo>
                    <a:pt x="78567" y="30593"/>
                    <a:pt x="81548" y="40484"/>
                    <a:pt x="81548" y="53110"/>
                  </a:cubicBezTo>
                  <a:cubicBezTo>
                    <a:pt x="81548" y="65736"/>
                    <a:pt x="78567" y="75627"/>
                    <a:pt x="72818" y="82361"/>
                  </a:cubicBezTo>
                  <a:cubicBezTo>
                    <a:pt x="66855" y="89095"/>
                    <a:pt x="59189" y="92462"/>
                    <a:pt x="49607" y="92462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9B2A1E20-5D13-ED85-03F6-ACAE085DAF6C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3357770" y="3910702"/>
              <a:ext cx="84097" cy="151304"/>
            </a:xfrm>
            <a:custGeom>
              <a:avLst/>
              <a:gdLst>
                <a:gd name="csX0" fmla="*/ 8726 w 84097"/>
                <a:gd name="csY0" fmla="*/ 151384 h 151304"/>
                <a:gd name="csX1" fmla="*/ 17456 w 84097"/>
                <a:gd name="csY1" fmla="*/ 142546 h 151304"/>
                <a:gd name="csX2" fmla="*/ 17456 w 84097"/>
                <a:gd name="csY2" fmla="*/ 101931 h 151304"/>
                <a:gd name="csX3" fmla="*/ 17882 w 84097"/>
                <a:gd name="csY3" fmla="*/ 101931 h 151304"/>
                <a:gd name="csX4" fmla="*/ 65156 w 84097"/>
                <a:gd name="csY4" fmla="*/ 145071 h 151304"/>
                <a:gd name="csX5" fmla="*/ 70692 w 84097"/>
                <a:gd name="csY5" fmla="*/ 149911 h 151304"/>
                <a:gd name="csX6" fmla="*/ 77080 w 84097"/>
                <a:gd name="csY6" fmla="*/ 151384 h 151304"/>
                <a:gd name="csX7" fmla="*/ 83682 w 84097"/>
                <a:gd name="csY7" fmla="*/ 147386 h 151304"/>
                <a:gd name="csX8" fmla="*/ 81339 w 84097"/>
                <a:gd name="csY8" fmla="*/ 139179 h 151304"/>
                <a:gd name="csX9" fmla="*/ 35770 w 84097"/>
                <a:gd name="csY9" fmla="*/ 96881 h 151304"/>
                <a:gd name="csX10" fmla="*/ 77293 w 84097"/>
                <a:gd name="csY10" fmla="*/ 57950 h 151304"/>
                <a:gd name="csX11" fmla="*/ 79423 w 84097"/>
                <a:gd name="csY11" fmla="*/ 50164 h 151304"/>
                <a:gd name="csX12" fmla="*/ 72821 w 84097"/>
                <a:gd name="csY12" fmla="*/ 46165 h 151304"/>
                <a:gd name="csX13" fmla="*/ 66646 w 84097"/>
                <a:gd name="csY13" fmla="*/ 47639 h 151304"/>
                <a:gd name="csX14" fmla="*/ 61536 w 84097"/>
                <a:gd name="csY14" fmla="*/ 51847 h 151304"/>
                <a:gd name="csX15" fmla="*/ 17882 w 84097"/>
                <a:gd name="csY15" fmla="*/ 93093 h 151304"/>
                <a:gd name="csX16" fmla="*/ 17456 w 84097"/>
                <a:gd name="csY16" fmla="*/ 93093 h 151304"/>
                <a:gd name="csX17" fmla="*/ 17456 w 84097"/>
                <a:gd name="csY17" fmla="*/ 8708 h 151304"/>
                <a:gd name="csX18" fmla="*/ 8726 w 84097"/>
                <a:gd name="csY18" fmla="*/ 80 h 151304"/>
                <a:gd name="csX19" fmla="*/ 208 w 84097"/>
                <a:gd name="csY19" fmla="*/ 8708 h 151304"/>
                <a:gd name="csX20" fmla="*/ 208 w 84097"/>
                <a:gd name="csY20" fmla="*/ 142546 h 151304"/>
                <a:gd name="csX21" fmla="*/ 8726 w 84097"/>
                <a:gd name="csY21" fmla="*/ 151384 h 151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097" h="151304">
                  <a:moveTo>
                    <a:pt x="8726" y="151384"/>
                  </a:moveTo>
                  <a:cubicBezTo>
                    <a:pt x="14475" y="151384"/>
                    <a:pt x="17456" y="148438"/>
                    <a:pt x="17456" y="142546"/>
                  </a:cubicBezTo>
                  <a:lnTo>
                    <a:pt x="17456" y="101931"/>
                  </a:lnTo>
                  <a:lnTo>
                    <a:pt x="17882" y="101931"/>
                  </a:lnTo>
                  <a:lnTo>
                    <a:pt x="65156" y="145071"/>
                  </a:lnTo>
                  <a:cubicBezTo>
                    <a:pt x="67285" y="147175"/>
                    <a:pt x="68989" y="148859"/>
                    <a:pt x="70692" y="149911"/>
                  </a:cubicBezTo>
                  <a:cubicBezTo>
                    <a:pt x="72396" y="150963"/>
                    <a:pt x="74525" y="151384"/>
                    <a:pt x="77080" y="151384"/>
                  </a:cubicBezTo>
                  <a:cubicBezTo>
                    <a:pt x="80062" y="151384"/>
                    <a:pt x="82404" y="150122"/>
                    <a:pt x="83682" y="147386"/>
                  </a:cubicBezTo>
                  <a:cubicBezTo>
                    <a:pt x="84959" y="144861"/>
                    <a:pt x="84320" y="142125"/>
                    <a:pt x="81339" y="139179"/>
                  </a:cubicBezTo>
                  <a:lnTo>
                    <a:pt x="35770" y="96881"/>
                  </a:lnTo>
                  <a:lnTo>
                    <a:pt x="77293" y="57950"/>
                  </a:lnTo>
                  <a:cubicBezTo>
                    <a:pt x="79849" y="55425"/>
                    <a:pt x="80487" y="52689"/>
                    <a:pt x="79423" y="50164"/>
                  </a:cubicBezTo>
                  <a:cubicBezTo>
                    <a:pt x="78358" y="47639"/>
                    <a:pt x="76229" y="46165"/>
                    <a:pt x="72821" y="46165"/>
                  </a:cubicBezTo>
                  <a:cubicBezTo>
                    <a:pt x="70266" y="46165"/>
                    <a:pt x="68137" y="46797"/>
                    <a:pt x="66646" y="47639"/>
                  </a:cubicBezTo>
                  <a:cubicBezTo>
                    <a:pt x="64943" y="48691"/>
                    <a:pt x="63239" y="50164"/>
                    <a:pt x="61536" y="51847"/>
                  </a:cubicBezTo>
                  <a:lnTo>
                    <a:pt x="17882" y="93093"/>
                  </a:lnTo>
                  <a:lnTo>
                    <a:pt x="17456" y="93093"/>
                  </a:lnTo>
                  <a:lnTo>
                    <a:pt x="17456" y="8708"/>
                  </a:lnTo>
                  <a:cubicBezTo>
                    <a:pt x="17456" y="3026"/>
                    <a:pt x="14475" y="80"/>
                    <a:pt x="8726" y="80"/>
                  </a:cubicBezTo>
                  <a:cubicBezTo>
                    <a:pt x="2976" y="80"/>
                    <a:pt x="208" y="3026"/>
                    <a:pt x="208" y="8708"/>
                  </a:cubicBezTo>
                  <a:lnTo>
                    <a:pt x="208" y="142546"/>
                  </a:lnTo>
                  <a:cubicBezTo>
                    <a:pt x="208" y="148438"/>
                    <a:pt x="2976" y="151384"/>
                    <a:pt x="8726" y="151384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8C93C1E0-33F5-8752-5656-CCA76AE9DB93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3455724" y="3997402"/>
              <a:ext cx="62605" cy="14099"/>
            </a:xfrm>
            <a:custGeom>
              <a:avLst/>
              <a:gdLst>
                <a:gd name="csX0" fmla="*/ 7664 w 62605"/>
                <a:gd name="csY0" fmla="*/ 14179 h 14099"/>
                <a:gd name="csX1" fmla="*/ 55576 w 62605"/>
                <a:gd name="csY1" fmla="*/ 14179 h 14099"/>
                <a:gd name="csX2" fmla="*/ 60687 w 62605"/>
                <a:gd name="csY2" fmla="*/ 12285 h 14099"/>
                <a:gd name="csX3" fmla="*/ 62816 w 62605"/>
                <a:gd name="csY3" fmla="*/ 7235 h 14099"/>
                <a:gd name="csX4" fmla="*/ 60687 w 62605"/>
                <a:gd name="csY4" fmla="*/ 2184 h 14099"/>
                <a:gd name="csX5" fmla="*/ 55576 w 62605"/>
                <a:gd name="csY5" fmla="*/ 80 h 14099"/>
                <a:gd name="csX6" fmla="*/ 7664 w 62605"/>
                <a:gd name="csY6" fmla="*/ 80 h 14099"/>
                <a:gd name="csX7" fmla="*/ 2341 w 62605"/>
                <a:gd name="csY7" fmla="*/ 2184 h 14099"/>
                <a:gd name="csX8" fmla="*/ 211 w 62605"/>
                <a:gd name="csY8" fmla="*/ 7235 h 14099"/>
                <a:gd name="csX9" fmla="*/ 2341 w 62605"/>
                <a:gd name="csY9" fmla="*/ 12285 h 14099"/>
                <a:gd name="csX10" fmla="*/ 7664 w 62605"/>
                <a:gd name="csY10" fmla="*/ 14179 h 140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2605" h="14099">
                  <a:moveTo>
                    <a:pt x="7664" y="14179"/>
                  </a:moveTo>
                  <a:lnTo>
                    <a:pt x="55576" y="14179"/>
                  </a:lnTo>
                  <a:cubicBezTo>
                    <a:pt x="57493" y="14179"/>
                    <a:pt x="59196" y="13548"/>
                    <a:pt x="60687" y="12285"/>
                  </a:cubicBezTo>
                  <a:cubicBezTo>
                    <a:pt x="61965" y="11022"/>
                    <a:pt x="62816" y="9339"/>
                    <a:pt x="62816" y="7235"/>
                  </a:cubicBezTo>
                  <a:cubicBezTo>
                    <a:pt x="62816" y="5130"/>
                    <a:pt x="61965" y="3447"/>
                    <a:pt x="60687" y="2184"/>
                  </a:cubicBezTo>
                  <a:cubicBezTo>
                    <a:pt x="59196" y="921"/>
                    <a:pt x="57493" y="80"/>
                    <a:pt x="55576" y="80"/>
                  </a:cubicBezTo>
                  <a:lnTo>
                    <a:pt x="7664" y="80"/>
                  </a:lnTo>
                  <a:cubicBezTo>
                    <a:pt x="5535" y="80"/>
                    <a:pt x="3619" y="921"/>
                    <a:pt x="2341" y="2184"/>
                  </a:cubicBezTo>
                  <a:cubicBezTo>
                    <a:pt x="850" y="3447"/>
                    <a:pt x="211" y="5130"/>
                    <a:pt x="211" y="7235"/>
                  </a:cubicBezTo>
                  <a:cubicBezTo>
                    <a:pt x="211" y="9339"/>
                    <a:pt x="850" y="11022"/>
                    <a:pt x="2341" y="12285"/>
                  </a:cubicBezTo>
                  <a:cubicBezTo>
                    <a:pt x="3619" y="13548"/>
                    <a:pt x="5535" y="14179"/>
                    <a:pt x="7664" y="14179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C4E2D9C7-65F2-EC84-F20C-7B2EA4A2BEC8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3547715" y="3956788"/>
              <a:ext cx="87732" cy="105639"/>
            </a:xfrm>
            <a:custGeom>
              <a:avLst/>
              <a:gdLst>
                <a:gd name="csX0" fmla="*/ 37479 w 87732"/>
                <a:gd name="csY0" fmla="*/ 105719 h 105639"/>
                <a:gd name="csX1" fmla="*/ 57283 w 87732"/>
                <a:gd name="csY1" fmla="*/ 100879 h 105639"/>
                <a:gd name="csX2" fmla="*/ 71124 w 87732"/>
                <a:gd name="csY2" fmla="*/ 86569 h 105639"/>
                <a:gd name="csX3" fmla="*/ 71124 w 87732"/>
                <a:gd name="csY3" fmla="*/ 96460 h 105639"/>
                <a:gd name="csX4" fmla="*/ 79642 w 87732"/>
                <a:gd name="csY4" fmla="*/ 105298 h 105639"/>
                <a:gd name="csX5" fmla="*/ 87947 w 87732"/>
                <a:gd name="csY5" fmla="*/ 96460 h 105639"/>
                <a:gd name="csX6" fmla="*/ 87947 w 87732"/>
                <a:gd name="csY6" fmla="*/ 8708 h 105639"/>
                <a:gd name="csX7" fmla="*/ 79429 w 87732"/>
                <a:gd name="csY7" fmla="*/ 80 h 105639"/>
                <a:gd name="csX8" fmla="*/ 70698 w 87732"/>
                <a:gd name="csY8" fmla="*/ 8708 h 105639"/>
                <a:gd name="csX9" fmla="*/ 70698 w 87732"/>
                <a:gd name="csY9" fmla="*/ 59633 h 105639"/>
                <a:gd name="csX10" fmla="*/ 62394 w 87732"/>
                <a:gd name="csY10" fmla="*/ 82992 h 105639"/>
                <a:gd name="csX11" fmla="*/ 40886 w 87732"/>
                <a:gd name="csY11" fmla="*/ 91620 h 105639"/>
                <a:gd name="csX12" fmla="*/ 22999 w 87732"/>
                <a:gd name="csY12" fmla="*/ 85096 h 105639"/>
                <a:gd name="csX13" fmla="*/ 17463 w 87732"/>
                <a:gd name="csY13" fmla="*/ 64894 h 105639"/>
                <a:gd name="csX14" fmla="*/ 17463 w 87732"/>
                <a:gd name="csY14" fmla="*/ 8708 h 105639"/>
                <a:gd name="csX15" fmla="*/ 8732 w 87732"/>
                <a:gd name="csY15" fmla="*/ 80 h 105639"/>
                <a:gd name="csX16" fmla="*/ 214 w 87732"/>
                <a:gd name="csY16" fmla="*/ 8708 h 105639"/>
                <a:gd name="csX17" fmla="*/ 214 w 87732"/>
                <a:gd name="csY17" fmla="*/ 65105 h 105639"/>
                <a:gd name="csX18" fmla="*/ 37479 w 87732"/>
                <a:gd name="csY18" fmla="*/ 105719 h 1056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87732" h="105639">
                  <a:moveTo>
                    <a:pt x="37479" y="105719"/>
                  </a:moveTo>
                  <a:cubicBezTo>
                    <a:pt x="44719" y="105719"/>
                    <a:pt x="51321" y="104246"/>
                    <a:pt x="57283" y="100879"/>
                  </a:cubicBezTo>
                  <a:cubicBezTo>
                    <a:pt x="63245" y="97512"/>
                    <a:pt x="67717" y="92883"/>
                    <a:pt x="71124" y="86569"/>
                  </a:cubicBezTo>
                  <a:lnTo>
                    <a:pt x="71124" y="96460"/>
                  </a:lnTo>
                  <a:cubicBezTo>
                    <a:pt x="71124" y="102352"/>
                    <a:pt x="73892" y="105298"/>
                    <a:pt x="79642" y="105298"/>
                  </a:cubicBezTo>
                  <a:cubicBezTo>
                    <a:pt x="85178" y="105298"/>
                    <a:pt x="87947" y="102352"/>
                    <a:pt x="87947" y="96460"/>
                  </a:cubicBezTo>
                  <a:lnTo>
                    <a:pt x="87947" y="8708"/>
                  </a:lnTo>
                  <a:cubicBezTo>
                    <a:pt x="87947" y="3026"/>
                    <a:pt x="84965" y="80"/>
                    <a:pt x="79429" y="80"/>
                  </a:cubicBezTo>
                  <a:cubicBezTo>
                    <a:pt x="73467" y="80"/>
                    <a:pt x="70698" y="3026"/>
                    <a:pt x="70698" y="8708"/>
                  </a:cubicBezTo>
                  <a:lnTo>
                    <a:pt x="70698" y="59633"/>
                  </a:lnTo>
                  <a:cubicBezTo>
                    <a:pt x="70698" y="69314"/>
                    <a:pt x="67930" y="77100"/>
                    <a:pt x="62394" y="82992"/>
                  </a:cubicBezTo>
                  <a:cubicBezTo>
                    <a:pt x="56857" y="88884"/>
                    <a:pt x="49617" y="91620"/>
                    <a:pt x="40886" y="91620"/>
                  </a:cubicBezTo>
                  <a:cubicBezTo>
                    <a:pt x="32795" y="91620"/>
                    <a:pt x="26832" y="89516"/>
                    <a:pt x="22999" y="85096"/>
                  </a:cubicBezTo>
                  <a:cubicBezTo>
                    <a:pt x="19166" y="80888"/>
                    <a:pt x="17463" y="74154"/>
                    <a:pt x="17463" y="64894"/>
                  </a:cubicBezTo>
                  <a:lnTo>
                    <a:pt x="17463" y="8708"/>
                  </a:lnTo>
                  <a:cubicBezTo>
                    <a:pt x="17463" y="3026"/>
                    <a:pt x="14482" y="80"/>
                    <a:pt x="8732" y="80"/>
                  </a:cubicBezTo>
                  <a:cubicBezTo>
                    <a:pt x="2983" y="80"/>
                    <a:pt x="214" y="3026"/>
                    <a:pt x="214" y="8708"/>
                  </a:cubicBezTo>
                  <a:lnTo>
                    <a:pt x="214" y="65105"/>
                  </a:lnTo>
                  <a:cubicBezTo>
                    <a:pt x="214" y="92251"/>
                    <a:pt x="12565" y="105719"/>
                    <a:pt x="37479" y="105719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49088A69-8DC0-703D-C356-870A0C656145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3667814" y="3956367"/>
              <a:ext cx="98166" cy="143518"/>
            </a:xfrm>
            <a:custGeom>
              <a:avLst/>
              <a:gdLst>
                <a:gd name="csX0" fmla="*/ 8736 w 98166"/>
                <a:gd name="csY0" fmla="*/ 143598 h 143518"/>
                <a:gd name="csX1" fmla="*/ 17467 w 98166"/>
                <a:gd name="csY1" fmla="*/ 134970 h 143518"/>
                <a:gd name="csX2" fmla="*/ 17467 w 98166"/>
                <a:gd name="csY2" fmla="*/ 86359 h 143518"/>
                <a:gd name="csX3" fmla="*/ 31308 w 98166"/>
                <a:gd name="csY3" fmla="*/ 100879 h 143518"/>
                <a:gd name="csX4" fmla="*/ 52602 w 98166"/>
                <a:gd name="csY4" fmla="*/ 106140 h 143518"/>
                <a:gd name="csX5" fmla="*/ 76665 w 98166"/>
                <a:gd name="csY5" fmla="*/ 99617 h 143518"/>
                <a:gd name="csX6" fmla="*/ 92635 w 98166"/>
                <a:gd name="csY6" fmla="*/ 81309 h 143518"/>
                <a:gd name="csX7" fmla="*/ 98385 w 98166"/>
                <a:gd name="csY7" fmla="*/ 53110 h 143518"/>
                <a:gd name="csX8" fmla="*/ 92635 w 98166"/>
                <a:gd name="csY8" fmla="*/ 24911 h 143518"/>
                <a:gd name="csX9" fmla="*/ 76665 w 98166"/>
                <a:gd name="csY9" fmla="*/ 6603 h 143518"/>
                <a:gd name="csX10" fmla="*/ 52602 w 98166"/>
                <a:gd name="csY10" fmla="*/ 80 h 143518"/>
                <a:gd name="csX11" fmla="*/ 31095 w 98166"/>
                <a:gd name="csY11" fmla="*/ 5551 h 143518"/>
                <a:gd name="csX12" fmla="*/ 17254 w 98166"/>
                <a:gd name="csY12" fmla="*/ 20071 h 143518"/>
                <a:gd name="csX13" fmla="*/ 17254 w 98166"/>
                <a:gd name="csY13" fmla="*/ 9129 h 143518"/>
                <a:gd name="csX14" fmla="*/ 8523 w 98166"/>
                <a:gd name="csY14" fmla="*/ 501 h 143518"/>
                <a:gd name="csX15" fmla="*/ 218 w 98166"/>
                <a:gd name="csY15" fmla="*/ 9129 h 143518"/>
                <a:gd name="csX16" fmla="*/ 218 w 98166"/>
                <a:gd name="csY16" fmla="*/ 134970 h 143518"/>
                <a:gd name="csX17" fmla="*/ 8736 w 98166"/>
                <a:gd name="csY17" fmla="*/ 143598 h 143518"/>
                <a:gd name="csX18" fmla="*/ 48982 w 98166"/>
                <a:gd name="csY18" fmla="*/ 92462 h 143518"/>
                <a:gd name="csX19" fmla="*/ 25771 w 98166"/>
                <a:gd name="csY19" fmla="*/ 82361 h 143518"/>
                <a:gd name="csX20" fmla="*/ 17041 w 98166"/>
                <a:gd name="csY20" fmla="*/ 53110 h 143518"/>
                <a:gd name="csX21" fmla="*/ 25771 w 98166"/>
                <a:gd name="csY21" fmla="*/ 23859 h 143518"/>
                <a:gd name="csX22" fmla="*/ 48982 w 98166"/>
                <a:gd name="csY22" fmla="*/ 13758 h 143518"/>
                <a:gd name="csX23" fmla="*/ 72193 w 98166"/>
                <a:gd name="csY23" fmla="*/ 23859 h 143518"/>
                <a:gd name="csX24" fmla="*/ 80923 w 98166"/>
                <a:gd name="csY24" fmla="*/ 53110 h 143518"/>
                <a:gd name="csX25" fmla="*/ 72193 w 98166"/>
                <a:gd name="csY25" fmla="*/ 82361 h 143518"/>
                <a:gd name="csX26" fmla="*/ 48982 w 98166"/>
                <a:gd name="csY26" fmla="*/ 92462 h 143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98166" h="143518">
                  <a:moveTo>
                    <a:pt x="8736" y="143598"/>
                  </a:moveTo>
                  <a:cubicBezTo>
                    <a:pt x="14485" y="143598"/>
                    <a:pt x="17467" y="140862"/>
                    <a:pt x="17467" y="134970"/>
                  </a:cubicBezTo>
                  <a:lnTo>
                    <a:pt x="17467" y="86359"/>
                  </a:lnTo>
                  <a:cubicBezTo>
                    <a:pt x="20448" y="92672"/>
                    <a:pt x="24920" y="97512"/>
                    <a:pt x="31308" y="100879"/>
                  </a:cubicBezTo>
                  <a:cubicBezTo>
                    <a:pt x="37483" y="104457"/>
                    <a:pt x="44510" y="106140"/>
                    <a:pt x="52602" y="106140"/>
                  </a:cubicBezTo>
                  <a:cubicBezTo>
                    <a:pt x="61759" y="106140"/>
                    <a:pt x="69850" y="104036"/>
                    <a:pt x="76665" y="99617"/>
                  </a:cubicBezTo>
                  <a:cubicBezTo>
                    <a:pt x="83479" y="95408"/>
                    <a:pt x="88802" y="89305"/>
                    <a:pt x="92635" y="81309"/>
                  </a:cubicBezTo>
                  <a:cubicBezTo>
                    <a:pt x="96468" y="73312"/>
                    <a:pt x="98385" y="64053"/>
                    <a:pt x="98385" y="53110"/>
                  </a:cubicBezTo>
                  <a:cubicBezTo>
                    <a:pt x="98385" y="42167"/>
                    <a:pt x="96468" y="32908"/>
                    <a:pt x="92635" y="24911"/>
                  </a:cubicBezTo>
                  <a:cubicBezTo>
                    <a:pt x="88802" y="16915"/>
                    <a:pt x="83479" y="10812"/>
                    <a:pt x="76665" y="6603"/>
                  </a:cubicBezTo>
                  <a:cubicBezTo>
                    <a:pt x="69850" y="2394"/>
                    <a:pt x="61759" y="80"/>
                    <a:pt x="52602" y="80"/>
                  </a:cubicBezTo>
                  <a:cubicBezTo>
                    <a:pt x="44510" y="80"/>
                    <a:pt x="37270" y="1974"/>
                    <a:pt x="31095" y="5551"/>
                  </a:cubicBezTo>
                  <a:cubicBezTo>
                    <a:pt x="24707" y="9129"/>
                    <a:pt x="20235" y="13969"/>
                    <a:pt x="17254" y="20071"/>
                  </a:cubicBezTo>
                  <a:lnTo>
                    <a:pt x="17254" y="9129"/>
                  </a:lnTo>
                  <a:cubicBezTo>
                    <a:pt x="17254" y="3447"/>
                    <a:pt x="14272" y="501"/>
                    <a:pt x="8523" y="501"/>
                  </a:cubicBezTo>
                  <a:cubicBezTo>
                    <a:pt x="2987" y="501"/>
                    <a:pt x="218" y="3447"/>
                    <a:pt x="218" y="9129"/>
                  </a:cubicBezTo>
                  <a:lnTo>
                    <a:pt x="218" y="134970"/>
                  </a:lnTo>
                  <a:cubicBezTo>
                    <a:pt x="218" y="140862"/>
                    <a:pt x="2987" y="143598"/>
                    <a:pt x="8736" y="143598"/>
                  </a:cubicBezTo>
                  <a:close/>
                  <a:moveTo>
                    <a:pt x="48982" y="92462"/>
                  </a:moveTo>
                  <a:cubicBezTo>
                    <a:pt x="39187" y="92462"/>
                    <a:pt x="31521" y="89095"/>
                    <a:pt x="25771" y="82361"/>
                  </a:cubicBezTo>
                  <a:cubicBezTo>
                    <a:pt x="19809" y="75627"/>
                    <a:pt x="17041" y="65736"/>
                    <a:pt x="17041" y="53110"/>
                  </a:cubicBezTo>
                  <a:cubicBezTo>
                    <a:pt x="17041" y="40484"/>
                    <a:pt x="19809" y="30593"/>
                    <a:pt x="25771" y="23859"/>
                  </a:cubicBezTo>
                  <a:cubicBezTo>
                    <a:pt x="31521" y="17125"/>
                    <a:pt x="39187" y="13758"/>
                    <a:pt x="48982" y="13758"/>
                  </a:cubicBezTo>
                  <a:cubicBezTo>
                    <a:pt x="58564" y="13758"/>
                    <a:pt x="66230" y="17125"/>
                    <a:pt x="72193" y="23859"/>
                  </a:cubicBezTo>
                  <a:cubicBezTo>
                    <a:pt x="77942" y="30593"/>
                    <a:pt x="80923" y="40484"/>
                    <a:pt x="80923" y="53110"/>
                  </a:cubicBezTo>
                  <a:cubicBezTo>
                    <a:pt x="80923" y="65736"/>
                    <a:pt x="77942" y="75627"/>
                    <a:pt x="72193" y="82361"/>
                  </a:cubicBezTo>
                  <a:cubicBezTo>
                    <a:pt x="66230" y="89095"/>
                    <a:pt x="58564" y="92462"/>
                    <a:pt x="48982" y="92462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AB03A934-759F-A663-DDE1-9EC2D37A6DE2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3844131" y="3912806"/>
              <a:ext cx="22571" cy="148779"/>
            </a:xfrm>
            <a:custGeom>
              <a:avLst/>
              <a:gdLst>
                <a:gd name="csX0" fmla="*/ 11510 w 22571"/>
                <a:gd name="csY0" fmla="*/ 20913 h 148779"/>
                <a:gd name="csX1" fmla="*/ 22796 w 22571"/>
                <a:gd name="csY1" fmla="*/ 10391 h 148779"/>
                <a:gd name="csX2" fmla="*/ 11510 w 22571"/>
                <a:gd name="csY2" fmla="*/ 80 h 148779"/>
                <a:gd name="csX3" fmla="*/ 224 w 22571"/>
                <a:gd name="csY3" fmla="*/ 10391 h 148779"/>
                <a:gd name="csX4" fmla="*/ 11510 w 22571"/>
                <a:gd name="csY4" fmla="*/ 20913 h 148779"/>
                <a:gd name="csX5" fmla="*/ 11510 w 22571"/>
                <a:gd name="csY5" fmla="*/ 148859 h 148779"/>
                <a:gd name="csX6" fmla="*/ 20241 w 22571"/>
                <a:gd name="csY6" fmla="*/ 139600 h 148779"/>
                <a:gd name="csX7" fmla="*/ 20241 w 22571"/>
                <a:gd name="csY7" fmla="*/ 53531 h 148779"/>
                <a:gd name="csX8" fmla="*/ 11510 w 22571"/>
                <a:gd name="csY8" fmla="*/ 44482 h 148779"/>
                <a:gd name="csX9" fmla="*/ 2992 w 22571"/>
                <a:gd name="csY9" fmla="*/ 53531 h 148779"/>
                <a:gd name="csX10" fmla="*/ 2992 w 22571"/>
                <a:gd name="csY10" fmla="*/ 139600 h 148779"/>
                <a:gd name="csX11" fmla="*/ 11510 w 22571"/>
                <a:gd name="csY11" fmla="*/ 148859 h 148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2571" h="148779">
                  <a:moveTo>
                    <a:pt x="11510" y="20913"/>
                  </a:moveTo>
                  <a:cubicBezTo>
                    <a:pt x="18963" y="20913"/>
                    <a:pt x="22796" y="17546"/>
                    <a:pt x="22796" y="10391"/>
                  </a:cubicBezTo>
                  <a:cubicBezTo>
                    <a:pt x="22796" y="3657"/>
                    <a:pt x="18963" y="80"/>
                    <a:pt x="11510" y="80"/>
                  </a:cubicBezTo>
                  <a:cubicBezTo>
                    <a:pt x="3844" y="80"/>
                    <a:pt x="224" y="3657"/>
                    <a:pt x="224" y="10391"/>
                  </a:cubicBezTo>
                  <a:cubicBezTo>
                    <a:pt x="224" y="17546"/>
                    <a:pt x="3844" y="20913"/>
                    <a:pt x="11510" y="20913"/>
                  </a:cubicBezTo>
                  <a:close/>
                  <a:moveTo>
                    <a:pt x="11510" y="148859"/>
                  </a:moveTo>
                  <a:cubicBezTo>
                    <a:pt x="17260" y="148859"/>
                    <a:pt x="20241" y="145913"/>
                    <a:pt x="20241" y="139600"/>
                  </a:cubicBezTo>
                  <a:lnTo>
                    <a:pt x="20241" y="53531"/>
                  </a:lnTo>
                  <a:cubicBezTo>
                    <a:pt x="20241" y="47639"/>
                    <a:pt x="17260" y="44482"/>
                    <a:pt x="11510" y="44482"/>
                  </a:cubicBezTo>
                  <a:cubicBezTo>
                    <a:pt x="5761" y="44482"/>
                    <a:pt x="2992" y="47639"/>
                    <a:pt x="2992" y="53531"/>
                  </a:cubicBezTo>
                  <a:lnTo>
                    <a:pt x="2992" y="139600"/>
                  </a:lnTo>
                  <a:cubicBezTo>
                    <a:pt x="2992" y="145913"/>
                    <a:pt x="5761" y="148859"/>
                    <a:pt x="11510" y="148859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2E132233-F121-42A3-9ABA-F2FBF0E0050A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3896301" y="3956367"/>
              <a:ext cx="89222" cy="105639"/>
            </a:xfrm>
            <a:custGeom>
              <a:avLst/>
              <a:gdLst>
                <a:gd name="csX0" fmla="*/ 8743 w 89222"/>
                <a:gd name="csY0" fmla="*/ 105719 h 105639"/>
                <a:gd name="csX1" fmla="*/ 17474 w 89222"/>
                <a:gd name="csY1" fmla="*/ 96881 h 105639"/>
                <a:gd name="csX2" fmla="*/ 17474 w 89222"/>
                <a:gd name="csY2" fmla="*/ 45955 h 105639"/>
                <a:gd name="csX3" fmla="*/ 25779 w 89222"/>
                <a:gd name="csY3" fmla="*/ 22807 h 105639"/>
                <a:gd name="csX4" fmla="*/ 48564 w 89222"/>
                <a:gd name="csY4" fmla="*/ 13969 h 105639"/>
                <a:gd name="csX5" fmla="*/ 66451 w 89222"/>
                <a:gd name="csY5" fmla="*/ 20703 h 105639"/>
                <a:gd name="csX6" fmla="*/ 72200 w 89222"/>
                <a:gd name="csY6" fmla="*/ 41536 h 105639"/>
                <a:gd name="csX7" fmla="*/ 72200 w 89222"/>
                <a:gd name="csY7" fmla="*/ 96881 h 105639"/>
                <a:gd name="csX8" fmla="*/ 80931 w 89222"/>
                <a:gd name="csY8" fmla="*/ 105719 h 105639"/>
                <a:gd name="csX9" fmla="*/ 89449 w 89222"/>
                <a:gd name="csY9" fmla="*/ 96881 h 105639"/>
                <a:gd name="csX10" fmla="*/ 89449 w 89222"/>
                <a:gd name="csY10" fmla="*/ 40484 h 105639"/>
                <a:gd name="csX11" fmla="*/ 52610 w 89222"/>
                <a:gd name="csY11" fmla="*/ 80 h 105639"/>
                <a:gd name="csX12" fmla="*/ 31528 w 89222"/>
                <a:gd name="csY12" fmla="*/ 4920 h 105639"/>
                <a:gd name="csX13" fmla="*/ 17048 w 89222"/>
                <a:gd name="csY13" fmla="*/ 19440 h 105639"/>
                <a:gd name="csX14" fmla="*/ 17048 w 89222"/>
                <a:gd name="csY14" fmla="*/ 9129 h 105639"/>
                <a:gd name="csX15" fmla="*/ 8531 w 89222"/>
                <a:gd name="csY15" fmla="*/ 501 h 105639"/>
                <a:gd name="csX16" fmla="*/ 226 w 89222"/>
                <a:gd name="csY16" fmla="*/ 9129 h 105639"/>
                <a:gd name="csX17" fmla="*/ 226 w 89222"/>
                <a:gd name="csY17" fmla="*/ 96881 h 105639"/>
                <a:gd name="csX18" fmla="*/ 8743 w 89222"/>
                <a:gd name="csY18" fmla="*/ 105719 h 1056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89222" h="105639">
                  <a:moveTo>
                    <a:pt x="8743" y="105719"/>
                  </a:moveTo>
                  <a:cubicBezTo>
                    <a:pt x="14493" y="105719"/>
                    <a:pt x="17474" y="102773"/>
                    <a:pt x="17474" y="96881"/>
                  </a:cubicBezTo>
                  <a:lnTo>
                    <a:pt x="17474" y="45955"/>
                  </a:lnTo>
                  <a:cubicBezTo>
                    <a:pt x="17474" y="36275"/>
                    <a:pt x="20242" y="28699"/>
                    <a:pt x="25779" y="22807"/>
                  </a:cubicBezTo>
                  <a:cubicBezTo>
                    <a:pt x="31315" y="16915"/>
                    <a:pt x="38981" y="13969"/>
                    <a:pt x="48564" y="13969"/>
                  </a:cubicBezTo>
                  <a:cubicBezTo>
                    <a:pt x="56655" y="13969"/>
                    <a:pt x="62618" y="16283"/>
                    <a:pt x="66451" y="20703"/>
                  </a:cubicBezTo>
                  <a:cubicBezTo>
                    <a:pt x="70284" y="25122"/>
                    <a:pt x="72200" y="32066"/>
                    <a:pt x="72200" y="41536"/>
                  </a:cubicBezTo>
                  <a:lnTo>
                    <a:pt x="72200" y="96881"/>
                  </a:lnTo>
                  <a:cubicBezTo>
                    <a:pt x="72200" y="102773"/>
                    <a:pt x="74969" y="105719"/>
                    <a:pt x="80931" y="105719"/>
                  </a:cubicBezTo>
                  <a:cubicBezTo>
                    <a:pt x="86467" y="105719"/>
                    <a:pt x="89449" y="102773"/>
                    <a:pt x="89449" y="96881"/>
                  </a:cubicBezTo>
                  <a:lnTo>
                    <a:pt x="89449" y="40484"/>
                  </a:lnTo>
                  <a:cubicBezTo>
                    <a:pt x="89449" y="13548"/>
                    <a:pt x="77098" y="80"/>
                    <a:pt x="52610" y="80"/>
                  </a:cubicBezTo>
                  <a:cubicBezTo>
                    <a:pt x="44731" y="80"/>
                    <a:pt x="37704" y="1763"/>
                    <a:pt x="31528" y="4920"/>
                  </a:cubicBezTo>
                  <a:cubicBezTo>
                    <a:pt x="25140" y="8287"/>
                    <a:pt x="20455" y="13127"/>
                    <a:pt x="17048" y="19440"/>
                  </a:cubicBezTo>
                  <a:lnTo>
                    <a:pt x="17048" y="9129"/>
                  </a:lnTo>
                  <a:cubicBezTo>
                    <a:pt x="17048" y="3447"/>
                    <a:pt x="14067" y="501"/>
                    <a:pt x="8531" y="501"/>
                  </a:cubicBezTo>
                  <a:cubicBezTo>
                    <a:pt x="2994" y="501"/>
                    <a:pt x="226" y="3447"/>
                    <a:pt x="226" y="9129"/>
                  </a:cubicBezTo>
                  <a:lnTo>
                    <a:pt x="226" y="96881"/>
                  </a:lnTo>
                  <a:cubicBezTo>
                    <a:pt x="226" y="102773"/>
                    <a:pt x="2994" y="105719"/>
                    <a:pt x="8743" y="105719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E64F7D3D-151C-B604-AC73-2982F5D83617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4068144" y="3916173"/>
              <a:ext cx="185259" cy="146885"/>
            </a:xfrm>
            <a:custGeom>
              <a:avLst/>
              <a:gdLst>
                <a:gd name="csX0" fmla="*/ 162707 w 185259"/>
                <a:gd name="csY0" fmla="*/ 17125 h 146885"/>
                <a:gd name="csX1" fmla="*/ 163345 w 185259"/>
                <a:gd name="csY1" fmla="*/ 13127 h 146885"/>
                <a:gd name="csX2" fmla="*/ 178464 w 185259"/>
                <a:gd name="csY2" fmla="*/ 11864 h 146885"/>
                <a:gd name="csX3" fmla="*/ 185491 w 185259"/>
                <a:gd name="csY3" fmla="*/ 11864 h 146885"/>
                <a:gd name="csX4" fmla="*/ 185491 w 185259"/>
                <a:gd name="csY4" fmla="*/ 80 h 146885"/>
                <a:gd name="csX5" fmla="*/ 155254 w 185259"/>
                <a:gd name="csY5" fmla="*/ 921 h 146885"/>
                <a:gd name="csX6" fmla="*/ 124803 w 185259"/>
                <a:gd name="csY6" fmla="*/ 80 h 146885"/>
                <a:gd name="csX7" fmla="*/ 124803 w 185259"/>
                <a:gd name="csY7" fmla="*/ 11864 h 146885"/>
                <a:gd name="csX8" fmla="*/ 131830 w 185259"/>
                <a:gd name="csY8" fmla="*/ 11864 h 146885"/>
                <a:gd name="csX9" fmla="*/ 142477 w 185259"/>
                <a:gd name="csY9" fmla="*/ 12285 h 146885"/>
                <a:gd name="csX10" fmla="*/ 147588 w 185259"/>
                <a:gd name="csY10" fmla="*/ 17125 h 146885"/>
                <a:gd name="csX11" fmla="*/ 147588 w 185259"/>
                <a:gd name="csY11" fmla="*/ 95197 h 146885"/>
                <a:gd name="csX12" fmla="*/ 97546 w 185259"/>
                <a:gd name="csY12" fmla="*/ 135181 h 146885"/>
                <a:gd name="csX13" fmla="*/ 55171 w 185259"/>
                <a:gd name="csY13" fmla="*/ 96460 h 146885"/>
                <a:gd name="csX14" fmla="*/ 55171 w 185259"/>
                <a:gd name="csY14" fmla="*/ 11864 h 146885"/>
                <a:gd name="csX15" fmla="*/ 77955 w 185259"/>
                <a:gd name="csY15" fmla="*/ 11864 h 146885"/>
                <a:gd name="csX16" fmla="*/ 77955 w 185259"/>
                <a:gd name="csY16" fmla="*/ 80 h 146885"/>
                <a:gd name="csX17" fmla="*/ 39200 w 185259"/>
                <a:gd name="csY17" fmla="*/ 921 h 146885"/>
                <a:gd name="csX18" fmla="*/ 232 w 185259"/>
                <a:gd name="csY18" fmla="*/ 80 h 146885"/>
                <a:gd name="csX19" fmla="*/ 232 w 185259"/>
                <a:gd name="csY19" fmla="*/ 11864 h 146885"/>
                <a:gd name="csX20" fmla="*/ 23016 w 185259"/>
                <a:gd name="csY20" fmla="*/ 11864 h 146885"/>
                <a:gd name="csX21" fmla="*/ 23016 w 185259"/>
                <a:gd name="csY21" fmla="*/ 95829 h 146885"/>
                <a:gd name="csX22" fmla="*/ 96694 w 185259"/>
                <a:gd name="csY22" fmla="*/ 146965 h 146885"/>
                <a:gd name="csX23" fmla="*/ 162707 w 185259"/>
                <a:gd name="csY23" fmla="*/ 96039 h 146885"/>
                <a:gd name="csX24" fmla="*/ 162707 w 185259"/>
                <a:gd name="csY24" fmla="*/ 17125 h 146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85259" h="146885">
                  <a:moveTo>
                    <a:pt x="162707" y="17125"/>
                  </a:moveTo>
                  <a:cubicBezTo>
                    <a:pt x="162707" y="13758"/>
                    <a:pt x="162919" y="13548"/>
                    <a:pt x="163345" y="13127"/>
                  </a:cubicBezTo>
                  <a:cubicBezTo>
                    <a:pt x="165262" y="11864"/>
                    <a:pt x="175909" y="11864"/>
                    <a:pt x="178464" y="11864"/>
                  </a:cubicBezTo>
                  <a:lnTo>
                    <a:pt x="185491" y="11864"/>
                  </a:lnTo>
                  <a:lnTo>
                    <a:pt x="185491" y="80"/>
                  </a:lnTo>
                  <a:cubicBezTo>
                    <a:pt x="182723" y="290"/>
                    <a:pt x="163345" y="921"/>
                    <a:pt x="155254" y="921"/>
                  </a:cubicBezTo>
                  <a:cubicBezTo>
                    <a:pt x="146949" y="921"/>
                    <a:pt x="126932" y="80"/>
                    <a:pt x="124803" y="80"/>
                  </a:cubicBezTo>
                  <a:lnTo>
                    <a:pt x="124803" y="11864"/>
                  </a:lnTo>
                  <a:lnTo>
                    <a:pt x="131830" y="11864"/>
                  </a:lnTo>
                  <a:cubicBezTo>
                    <a:pt x="135024" y="11864"/>
                    <a:pt x="139283" y="12075"/>
                    <a:pt x="142477" y="12285"/>
                  </a:cubicBezTo>
                  <a:cubicBezTo>
                    <a:pt x="147375" y="12706"/>
                    <a:pt x="147588" y="12916"/>
                    <a:pt x="147588" y="17125"/>
                  </a:cubicBezTo>
                  <a:lnTo>
                    <a:pt x="147588" y="95197"/>
                  </a:lnTo>
                  <a:cubicBezTo>
                    <a:pt x="147588" y="126342"/>
                    <a:pt x="121822" y="135181"/>
                    <a:pt x="97546" y="135181"/>
                  </a:cubicBezTo>
                  <a:cubicBezTo>
                    <a:pt x="57726" y="135181"/>
                    <a:pt x="55171" y="111191"/>
                    <a:pt x="55171" y="96460"/>
                  </a:cubicBezTo>
                  <a:lnTo>
                    <a:pt x="55171" y="11864"/>
                  </a:lnTo>
                  <a:lnTo>
                    <a:pt x="77955" y="11864"/>
                  </a:lnTo>
                  <a:lnTo>
                    <a:pt x="77955" y="80"/>
                  </a:lnTo>
                  <a:cubicBezTo>
                    <a:pt x="73058" y="501"/>
                    <a:pt x="42607" y="921"/>
                    <a:pt x="39200" y="921"/>
                  </a:cubicBezTo>
                  <a:cubicBezTo>
                    <a:pt x="34515" y="921"/>
                    <a:pt x="4916" y="501"/>
                    <a:pt x="232" y="80"/>
                  </a:cubicBezTo>
                  <a:lnTo>
                    <a:pt x="232" y="11864"/>
                  </a:lnTo>
                  <a:lnTo>
                    <a:pt x="23016" y="11864"/>
                  </a:lnTo>
                  <a:lnTo>
                    <a:pt x="23016" y="95829"/>
                  </a:lnTo>
                  <a:cubicBezTo>
                    <a:pt x="23016" y="122133"/>
                    <a:pt x="45801" y="146965"/>
                    <a:pt x="96694" y="146965"/>
                  </a:cubicBezTo>
                  <a:cubicBezTo>
                    <a:pt x="144393" y="146965"/>
                    <a:pt x="162707" y="120450"/>
                    <a:pt x="162707" y="96039"/>
                  </a:cubicBezTo>
                  <a:lnTo>
                    <a:pt x="162707" y="17125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AACAC7E5-23CB-2C58-4B0F-FD52108ACD2B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2991910" y="4162316"/>
              <a:ext cx="185868" cy="12025"/>
            </a:xfrm>
            <a:custGeom>
              <a:avLst/>
              <a:gdLst>
                <a:gd name="csX0" fmla="*/ 175417 w 185868"/>
                <a:gd name="csY0" fmla="*/ 12111 h 12025"/>
                <a:gd name="csX1" fmla="*/ 186064 w 185868"/>
                <a:gd name="csY1" fmla="*/ 6098 h 12025"/>
                <a:gd name="csX2" fmla="*/ 175417 w 185868"/>
                <a:gd name="csY2" fmla="*/ 86 h 12025"/>
                <a:gd name="csX3" fmla="*/ 10843 w 185868"/>
                <a:gd name="csY3" fmla="*/ 86 h 12025"/>
                <a:gd name="csX4" fmla="*/ 196 w 185868"/>
                <a:gd name="csY4" fmla="*/ 6098 h 12025"/>
                <a:gd name="csX5" fmla="*/ 10843 w 185868"/>
                <a:gd name="csY5" fmla="*/ 12111 h 12025"/>
                <a:gd name="csX6" fmla="*/ 175417 w 185868"/>
                <a:gd name="csY6" fmla="*/ 12111 h 12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868" h="12025">
                  <a:moveTo>
                    <a:pt x="175417" y="12111"/>
                  </a:moveTo>
                  <a:cubicBezTo>
                    <a:pt x="180588" y="12111"/>
                    <a:pt x="186064" y="12111"/>
                    <a:pt x="186064" y="6098"/>
                  </a:cubicBezTo>
                  <a:cubicBezTo>
                    <a:pt x="186064" y="86"/>
                    <a:pt x="180588" y="86"/>
                    <a:pt x="175417" y="86"/>
                  </a:cubicBezTo>
                  <a:lnTo>
                    <a:pt x="10843" y="86"/>
                  </a:lnTo>
                  <a:cubicBezTo>
                    <a:pt x="5672" y="86"/>
                    <a:pt x="196" y="86"/>
                    <a:pt x="196" y="6098"/>
                  </a:cubicBezTo>
                  <a:cubicBezTo>
                    <a:pt x="196" y="12111"/>
                    <a:pt x="5672" y="12111"/>
                    <a:pt x="10843" y="12111"/>
                  </a:cubicBezTo>
                  <a:lnTo>
                    <a:pt x="175417" y="1211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692DA874-C44F-3474-6C5D-E764B151C4C5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3125695" y="4162316"/>
              <a:ext cx="185868" cy="12025"/>
            </a:xfrm>
            <a:custGeom>
              <a:avLst/>
              <a:gdLst>
                <a:gd name="csX0" fmla="*/ 175421 w 185868"/>
                <a:gd name="csY0" fmla="*/ 12111 h 12025"/>
                <a:gd name="csX1" fmla="*/ 186068 w 185868"/>
                <a:gd name="csY1" fmla="*/ 6098 h 12025"/>
                <a:gd name="csX2" fmla="*/ 175421 w 185868"/>
                <a:gd name="csY2" fmla="*/ 86 h 12025"/>
                <a:gd name="csX3" fmla="*/ 10847 w 185868"/>
                <a:gd name="csY3" fmla="*/ 86 h 12025"/>
                <a:gd name="csX4" fmla="*/ 200 w 185868"/>
                <a:gd name="csY4" fmla="*/ 6098 h 12025"/>
                <a:gd name="csX5" fmla="*/ 10847 w 185868"/>
                <a:gd name="csY5" fmla="*/ 12111 h 12025"/>
                <a:gd name="csX6" fmla="*/ 175421 w 185868"/>
                <a:gd name="csY6" fmla="*/ 12111 h 12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868" h="12025">
                  <a:moveTo>
                    <a:pt x="175421" y="12111"/>
                  </a:moveTo>
                  <a:cubicBezTo>
                    <a:pt x="180593" y="12111"/>
                    <a:pt x="186068" y="12111"/>
                    <a:pt x="186068" y="6098"/>
                  </a:cubicBezTo>
                  <a:cubicBezTo>
                    <a:pt x="186068" y="86"/>
                    <a:pt x="180593" y="86"/>
                    <a:pt x="175421" y="86"/>
                  </a:cubicBezTo>
                  <a:lnTo>
                    <a:pt x="10847" y="86"/>
                  </a:lnTo>
                  <a:cubicBezTo>
                    <a:pt x="5676" y="86"/>
                    <a:pt x="200" y="86"/>
                    <a:pt x="200" y="6098"/>
                  </a:cubicBezTo>
                  <a:cubicBezTo>
                    <a:pt x="200" y="12111"/>
                    <a:pt x="5676" y="12111"/>
                    <a:pt x="10847" y="12111"/>
                  </a:cubicBezTo>
                  <a:lnTo>
                    <a:pt x="175421" y="1211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02285CDF-EA0A-3026-1FA8-3C89FA3431EE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3294699" y="4162316"/>
              <a:ext cx="185868" cy="12025"/>
            </a:xfrm>
            <a:custGeom>
              <a:avLst/>
              <a:gdLst>
                <a:gd name="csX0" fmla="*/ 175427 w 185868"/>
                <a:gd name="csY0" fmla="*/ 12111 h 12025"/>
                <a:gd name="csX1" fmla="*/ 186074 w 185868"/>
                <a:gd name="csY1" fmla="*/ 6098 h 12025"/>
                <a:gd name="csX2" fmla="*/ 175427 w 185868"/>
                <a:gd name="csY2" fmla="*/ 86 h 12025"/>
                <a:gd name="csX3" fmla="*/ 10853 w 185868"/>
                <a:gd name="csY3" fmla="*/ 86 h 12025"/>
                <a:gd name="csX4" fmla="*/ 206 w 185868"/>
                <a:gd name="csY4" fmla="*/ 6098 h 12025"/>
                <a:gd name="csX5" fmla="*/ 10853 w 185868"/>
                <a:gd name="csY5" fmla="*/ 12111 h 12025"/>
                <a:gd name="csX6" fmla="*/ 175427 w 185868"/>
                <a:gd name="csY6" fmla="*/ 12111 h 12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868" h="12025">
                  <a:moveTo>
                    <a:pt x="175427" y="12111"/>
                  </a:moveTo>
                  <a:cubicBezTo>
                    <a:pt x="180598" y="12111"/>
                    <a:pt x="186074" y="12111"/>
                    <a:pt x="186074" y="6098"/>
                  </a:cubicBezTo>
                  <a:cubicBezTo>
                    <a:pt x="186074" y="86"/>
                    <a:pt x="180598" y="86"/>
                    <a:pt x="175427" y="86"/>
                  </a:cubicBezTo>
                  <a:lnTo>
                    <a:pt x="10853" y="86"/>
                  </a:lnTo>
                  <a:cubicBezTo>
                    <a:pt x="5681" y="86"/>
                    <a:pt x="206" y="86"/>
                    <a:pt x="206" y="6098"/>
                  </a:cubicBezTo>
                  <a:cubicBezTo>
                    <a:pt x="206" y="12111"/>
                    <a:pt x="5681" y="12111"/>
                    <a:pt x="10853" y="12111"/>
                  </a:cubicBezTo>
                  <a:lnTo>
                    <a:pt x="175427" y="1211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67838FDD-79AD-A4A9-E964-AFCE107181D2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3463703" y="4162316"/>
              <a:ext cx="185868" cy="12025"/>
            </a:xfrm>
            <a:custGeom>
              <a:avLst/>
              <a:gdLst>
                <a:gd name="csX0" fmla="*/ 175432 w 185868"/>
                <a:gd name="csY0" fmla="*/ 12111 h 12025"/>
                <a:gd name="csX1" fmla="*/ 186080 w 185868"/>
                <a:gd name="csY1" fmla="*/ 6098 h 12025"/>
                <a:gd name="csX2" fmla="*/ 175432 w 185868"/>
                <a:gd name="csY2" fmla="*/ 86 h 12025"/>
                <a:gd name="csX3" fmla="*/ 10858 w 185868"/>
                <a:gd name="csY3" fmla="*/ 86 h 12025"/>
                <a:gd name="csX4" fmla="*/ 211 w 185868"/>
                <a:gd name="csY4" fmla="*/ 6098 h 12025"/>
                <a:gd name="csX5" fmla="*/ 10858 w 185868"/>
                <a:gd name="csY5" fmla="*/ 12111 h 12025"/>
                <a:gd name="csX6" fmla="*/ 175432 w 185868"/>
                <a:gd name="csY6" fmla="*/ 12111 h 12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868" h="12025">
                  <a:moveTo>
                    <a:pt x="175432" y="12111"/>
                  </a:moveTo>
                  <a:cubicBezTo>
                    <a:pt x="180604" y="12111"/>
                    <a:pt x="186080" y="12111"/>
                    <a:pt x="186080" y="6098"/>
                  </a:cubicBezTo>
                  <a:cubicBezTo>
                    <a:pt x="186080" y="86"/>
                    <a:pt x="180604" y="86"/>
                    <a:pt x="175432" y="86"/>
                  </a:cubicBezTo>
                  <a:lnTo>
                    <a:pt x="10858" y="86"/>
                  </a:lnTo>
                  <a:cubicBezTo>
                    <a:pt x="5687" y="86"/>
                    <a:pt x="211" y="86"/>
                    <a:pt x="211" y="6098"/>
                  </a:cubicBezTo>
                  <a:cubicBezTo>
                    <a:pt x="211" y="12111"/>
                    <a:pt x="5687" y="12111"/>
                    <a:pt x="10858" y="12111"/>
                  </a:cubicBezTo>
                  <a:lnTo>
                    <a:pt x="175432" y="1211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674F729F-412D-8F1A-42D7-4BBAADD719E2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3632707" y="4162316"/>
              <a:ext cx="185868" cy="12025"/>
            </a:xfrm>
            <a:custGeom>
              <a:avLst/>
              <a:gdLst>
                <a:gd name="csX0" fmla="*/ 175438 w 185868"/>
                <a:gd name="csY0" fmla="*/ 12111 h 12025"/>
                <a:gd name="csX1" fmla="*/ 186085 w 185868"/>
                <a:gd name="csY1" fmla="*/ 6098 h 12025"/>
                <a:gd name="csX2" fmla="*/ 175438 w 185868"/>
                <a:gd name="csY2" fmla="*/ 86 h 12025"/>
                <a:gd name="csX3" fmla="*/ 10864 w 185868"/>
                <a:gd name="csY3" fmla="*/ 86 h 12025"/>
                <a:gd name="csX4" fmla="*/ 217 w 185868"/>
                <a:gd name="csY4" fmla="*/ 6098 h 12025"/>
                <a:gd name="csX5" fmla="*/ 10864 w 185868"/>
                <a:gd name="csY5" fmla="*/ 12111 h 12025"/>
                <a:gd name="csX6" fmla="*/ 175438 w 185868"/>
                <a:gd name="csY6" fmla="*/ 12111 h 12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868" h="12025">
                  <a:moveTo>
                    <a:pt x="175438" y="12111"/>
                  </a:moveTo>
                  <a:cubicBezTo>
                    <a:pt x="180609" y="12111"/>
                    <a:pt x="186085" y="12111"/>
                    <a:pt x="186085" y="6098"/>
                  </a:cubicBezTo>
                  <a:cubicBezTo>
                    <a:pt x="186085" y="86"/>
                    <a:pt x="180609" y="86"/>
                    <a:pt x="175438" y="86"/>
                  </a:cubicBezTo>
                  <a:lnTo>
                    <a:pt x="10864" y="86"/>
                  </a:lnTo>
                  <a:cubicBezTo>
                    <a:pt x="5693" y="86"/>
                    <a:pt x="217" y="86"/>
                    <a:pt x="217" y="6098"/>
                  </a:cubicBezTo>
                  <a:cubicBezTo>
                    <a:pt x="217" y="12111"/>
                    <a:pt x="5693" y="12111"/>
                    <a:pt x="10864" y="12111"/>
                  </a:cubicBezTo>
                  <a:lnTo>
                    <a:pt x="175438" y="1211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54C0A2C9-B7F6-5D77-51CD-B021B0627763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3801712" y="4162316"/>
              <a:ext cx="185868" cy="12025"/>
            </a:xfrm>
            <a:custGeom>
              <a:avLst/>
              <a:gdLst>
                <a:gd name="csX0" fmla="*/ 175444 w 185868"/>
                <a:gd name="csY0" fmla="*/ 12111 h 12025"/>
                <a:gd name="csX1" fmla="*/ 186091 w 185868"/>
                <a:gd name="csY1" fmla="*/ 6098 h 12025"/>
                <a:gd name="csX2" fmla="*/ 175444 w 185868"/>
                <a:gd name="csY2" fmla="*/ 86 h 12025"/>
                <a:gd name="csX3" fmla="*/ 10870 w 185868"/>
                <a:gd name="csY3" fmla="*/ 86 h 12025"/>
                <a:gd name="csX4" fmla="*/ 222 w 185868"/>
                <a:gd name="csY4" fmla="*/ 6098 h 12025"/>
                <a:gd name="csX5" fmla="*/ 10870 w 185868"/>
                <a:gd name="csY5" fmla="*/ 12111 h 12025"/>
                <a:gd name="csX6" fmla="*/ 175444 w 185868"/>
                <a:gd name="csY6" fmla="*/ 12111 h 12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868" h="12025">
                  <a:moveTo>
                    <a:pt x="175444" y="12111"/>
                  </a:moveTo>
                  <a:cubicBezTo>
                    <a:pt x="180615" y="12111"/>
                    <a:pt x="186091" y="12111"/>
                    <a:pt x="186091" y="6098"/>
                  </a:cubicBezTo>
                  <a:cubicBezTo>
                    <a:pt x="186091" y="86"/>
                    <a:pt x="180615" y="86"/>
                    <a:pt x="175444" y="86"/>
                  </a:cubicBezTo>
                  <a:lnTo>
                    <a:pt x="10870" y="86"/>
                  </a:lnTo>
                  <a:cubicBezTo>
                    <a:pt x="5698" y="86"/>
                    <a:pt x="222" y="86"/>
                    <a:pt x="222" y="6098"/>
                  </a:cubicBezTo>
                  <a:cubicBezTo>
                    <a:pt x="222" y="12111"/>
                    <a:pt x="5698" y="12111"/>
                    <a:pt x="10870" y="12111"/>
                  </a:cubicBezTo>
                  <a:lnTo>
                    <a:pt x="175444" y="1211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3442AF4B-6B41-E041-909B-6BE988E62531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3970716" y="4162316"/>
              <a:ext cx="185868" cy="12025"/>
            </a:xfrm>
            <a:custGeom>
              <a:avLst/>
              <a:gdLst>
                <a:gd name="csX0" fmla="*/ 175449 w 185868"/>
                <a:gd name="csY0" fmla="*/ 12111 h 12025"/>
                <a:gd name="csX1" fmla="*/ 186096 w 185868"/>
                <a:gd name="csY1" fmla="*/ 6098 h 12025"/>
                <a:gd name="csX2" fmla="*/ 175449 w 185868"/>
                <a:gd name="csY2" fmla="*/ 86 h 12025"/>
                <a:gd name="csX3" fmla="*/ 10875 w 185868"/>
                <a:gd name="csY3" fmla="*/ 86 h 12025"/>
                <a:gd name="csX4" fmla="*/ 228 w 185868"/>
                <a:gd name="csY4" fmla="*/ 6098 h 12025"/>
                <a:gd name="csX5" fmla="*/ 10875 w 185868"/>
                <a:gd name="csY5" fmla="*/ 12111 h 12025"/>
                <a:gd name="csX6" fmla="*/ 175449 w 185868"/>
                <a:gd name="csY6" fmla="*/ 12111 h 12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868" h="12025">
                  <a:moveTo>
                    <a:pt x="175449" y="12111"/>
                  </a:moveTo>
                  <a:cubicBezTo>
                    <a:pt x="180620" y="12111"/>
                    <a:pt x="186096" y="12111"/>
                    <a:pt x="186096" y="6098"/>
                  </a:cubicBezTo>
                  <a:cubicBezTo>
                    <a:pt x="186096" y="86"/>
                    <a:pt x="180620" y="86"/>
                    <a:pt x="175449" y="86"/>
                  </a:cubicBezTo>
                  <a:lnTo>
                    <a:pt x="10875" y="86"/>
                  </a:lnTo>
                  <a:cubicBezTo>
                    <a:pt x="5704" y="86"/>
                    <a:pt x="228" y="86"/>
                    <a:pt x="228" y="6098"/>
                  </a:cubicBezTo>
                  <a:cubicBezTo>
                    <a:pt x="228" y="12111"/>
                    <a:pt x="5704" y="12111"/>
                    <a:pt x="10875" y="12111"/>
                  </a:cubicBezTo>
                  <a:lnTo>
                    <a:pt x="175449" y="1211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5BCE8199-C1E5-2FBF-E19C-2374B3718F25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4095979" y="4089865"/>
              <a:ext cx="270132" cy="156926"/>
            </a:xfrm>
            <a:custGeom>
              <a:avLst/>
              <a:gdLst>
                <a:gd name="csX0" fmla="*/ 237207 w 270132"/>
                <a:gd name="csY0" fmla="*/ 84561 h 156926"/>
                <a:gd name="csX1" fmla="*/ 209828 w 270132"/>
                <a:gd name="csY1" fmla="*/ 113421 h 156926"/>
                <a:gd name="csX2" fmla="*/ 193706 w 270132"/>
                <a:gd name="csY2" fmla="*/ 153404 h 156926"/>
                <a:gd name="csX3" fmla="*/ 199790 w 270132"/>
                <a:gd name="csY3" fmla="*/ 157012 h 156926"/>
                <a:gd name="csX4" fmla="*/ 206482 w 270132"/>
                <a:gd name="csY4" fmla="*/ 150999 h 156926"/>
                <a:gd name="csX5" fmla="*/ 265802 w 270132"/>
                <a:gd name="csY5" fmla="*/ 82457 h 156926"/>
                <a:gd name="csX6" fmla="*/ 270365 w 270132"/>
                <a:gd name="csY6" fmla="*/ 78549 h 156926"/>
                <a:gd name="csX7" fmla="*/ 267931 w 270132"/>
                <a:gd name="csY7" fmla="*/ 75242 h 156926"/>
                <a:gd name="csX8" fmla="*/ 206178 w 270132"/>
                <a:gd name="csY8" fmla="*/ 4595 h 156926"/>
                <a:gd name="csX9" fmla="*/ 199790 w 270132"/>
                <a:gd name="csY9" fmla="*/ 86 h 156926"/>
                <a:gd name="csX10" fmla="*/ 193706 w 270132"/>
                <a:gd name="csY10" fmla="*/ 3693 h 156926"/>
                <a:gd name="csX11" fmla="*/ 209220 w 270132"/>
                <a:gd name="csY11" fmla="*/ 43376 h 156926"/>
                <a:gd name="csX12" fmla="*/ 237207 w 270132"/>
                <a:gd name="csY12" fmla="*/ 72536 h 156926"/>
                <a:gd name="csX13" fmla="*/ 11184 w 270132"/>
                <a:gd name="csY13" fmla="*/ 72536 h 156926"/>
                <a:gd name="csX14" fmla="*/ 232 w 270132"/>
                <a:gd name="csY14" fmla="*/ 78549 h 156926"/>
                <a:gd name="csX15" fmla="*/ 11184 w 270132"/>
                <a:gd name="csY15" fmla="*/ 84561 h 156926"/>
                <a:gd name="csX16" fmla="*/ 237207 w 270132"/>
                <a:gd name="csY16" fmla="*/ 84561 h 1569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70132" h="156926">
                  <a:moveTo>
                    <a:pt x="237207" y="84561"/>
                  </a:moveTo>
                  <a:cubicBezTo>
                    <a:pt x="220476" y="97188"/>
                    <a:pt x="212262" y="109513"/>
                    <a:pt x="209828" y="113421"/>
                  </a:cubicBezTo>
                  <a:cubicBezTo>
                    <a:pt x="196139" y="134164"/>
                    <a:pt x="193706" y="153104"/>
                    <a:pt x="193706" y="153404"/>
                  </a:cubicBezTo>
                  <a:cubicBezTo>
                    <a:pt x="193706" y="157012"/>
                    <a:pt x="197356" y="157012"/>
                    <a:pt x="199790" y="157012"/>
                  </a:cubicBezTo>
                  <a:cubicBezTo>
                    <a:pt x="204961" y="157012"/>
                    <a:pt x="205265" y="156411"/>
                    <a:pt x="206482" y="150999"/>
                  </a:cubicBezTo>
                  <a:cubicBezTo>
                    <a:pt x="213479" y="121538"/>
                    <a:pt x="231427" y="96286"/>
                    <a:pt x="265802" y="82457"/>
                  </a:cubicBezTo>
                  <a:cubicBezTo>
                    <a:pt x="269452" y="81254"/>
                    <a:pt x="270365" y="80653"/>
                    <a:pt x="270365" y="78549"/>
                  </a:cubicBezTo>
                  <a:cubicBezTo>
                    <a:pt x="270365" y="76444"/>
                    <a:pt x="268540" y="75543"/>
                    <a:pt x="267931" y="75242"/>
                  </a:cubicBezTo>
                  <a:cubicBezTo>
                    <a:pt x="254546" y="70131"/>
                    <a:pt x="217738" y="55100"/>
                    <a:pt x="206178" y="4595"/>
                  </a:cubicBezTo>
                  <a:cubicBezTo>
                    <a:pt x="205265" y="988"/>
                    <a:pt x="204961" y="86"/>
                    <a:pt x="199790" y="86"/>
                  </a:cubicBezTo>
                  <a:cubicBezTo>
                    <a:pt x="197356" y="86"/>
                    <a:pt x="193706" y="86"/>
                    <a:pt x="193706" y="3693"/>
                  </a:cubicBezTo>
                  <a:cubicBezTo>
                    <a:pt x="193706" y="4294"/>
                    <a:pt x="196443" y="23234"/>
                    <a:pt x="209220" y="43376"/>
                  </a:cubicBezTo>
                  <a:cubicBezTo>
                    <a:pt x="215304" y="52394"/>
                    <a:pt x="224126" y="62916"/>
                    <a:pt x="237207" y="72536"/>
                  </a:cubicBezTo>
                  <a:lnTo>
                    <a:pt x="11184" y="72536"/>
                  </a:lnTo>
                  <a:cubicBezTo>
                    <a:pt x="5708" y="72536"/>
                    <a:pt x="232" y="72536"/>
                    <a:pt x="232" y="78549"/>
                  </a:cubicBezTo>
                  <a:cubicBezTo>
                    <a:pt x="232" y="84561"/>
                    <a:pt x="5708" y="84561"/>
                    <a:pt x="11184" y="84561"/>
                  </a:cubicBezTo>
                  <a:lnTo>
                    <a:pt x="237207" y="8456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769635DF-A9DC-1E14-E4C8-98DE10FA79E1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4391056" y="4110007"/>
              <a:ext cx="237278" cy="134679"/>
            </a:xfrm>
            <a:custGeom>
              <a:avLst/>
              <a:gdLst>
                <a:gd name="csX0" fmla="*/ 216835 w 237278"/>
                <a:gd name="csY0" fmla="*/ 20528 h 134679"/>
                <a:gd name="csX1" fmla="*/ 237521 w 237278"/>
                <a:gd name="csY1" fmla="*/ 14215 h 134679"/>
                <a:gd name="csX2" fmla="*/ 237521 w 237278"/>
                <a:gd name="csY2" fmla="*/ 86 h 134679"/>
                <a:gd name="csX3" fmla="*/ 214097 w 237278"/>
                <a:gd name="csY3" fmla="*/ 988 h 134679"/>
                <a:gd name="csX4" fmla="*/ 184894 w 237278"/>
                <a:gd name="csY4" fmla="*/ 86 h 134679"/>
                <a:gd name="csX5" fmla="*/ 184894 w 237278"/>
                <a:gd name="csY5" fmla="*/ 14215 h 134679"/>
                <a:gd name="csX6" fmla="*/ 202537 w 237278"/>
                <a:gd name="csY6" fmla="*/ 17823 h 134679"/>
                <a:gd name="csX7" fmla="*/ 201321 w 237278"/>
                <a:gd name="csY7" fmla="*/ 21430 h 134679"/>
                <a:gd name="csX8" fmla="*/ 169379 w 237278"/>
                <a:gd name="csY8" fmla="*/ 98390 h 134679"/>
                <a:gd name="csX9" fmla="*/ 134700 w 237278"/>
                <a:gd name="csY9" fmla="*/ 14215 h 134679"/>
                <a:gd name="csX10" fmla="*/ 151736 w 237278"/>
                <a:gd name="csY10" fmla="*/ 14215 h 134679"/>
                <a:gd name="csX11" fmla="*/ 151736 w 237278"/>
                <a:gd name="csY11" fmla="*/ 86 h 134679"/>
                <a:gd name="csX12" fmla="*/ 117056 w 237278"/>
                <a:gd name="csY12" fmla="*/ 988 h 134679"/>
                <a:gd name="csX13" fmla="*/ 86636 w 237278"/>
                <a:gd name="csY13" fmla="*/ 86 h 134679"/>
                <a:gd name="csX14" fmla="*/ 86636 w 237278"/>
                <a:gd name="csY14" fmla="*/ 14215 h 134679"/>
                <a:gd name="csX15" fmla="*/ 104584 w 237278"/>
                <a:gd name="csY15" fmla="*/ 14215 h 134679"/>
                <a:gd name="csX16" fmla="*/ 110972 w 237278"/>
                <a:gd name="csY16" fmla="*/ 30148 h 134679"/>
                <a:gd name="csX17" fmla="*/ 109755 w 237278"/>
                <a:gd name="csY17" fmla="*/ 34056 h 134679"/>
                <a:gd name="csX18" fmla="*/ 85723 w 237278"/>
                <a:gd name="csY18" fmla="*/ 91776 h 134679"/>
                <a:gd name="csX19" fmla="*/ 53782 w 237278"/>
                <a:gd name="csY19" fmla="*/ 14215 h 134679"/>
                <a:gd name="csX20" fmla="*/ 70817 w 237278"/>
                <a:gd name="csY20" fmla="*/ 14215 h 134679"/>
                <a:gd name="csX21" fmla="*/ 70817 w 237278"/>
                <a:gd name="csY21" fmla="*/ 86 h 134679"/>
                <a:gd name="csX22" fmla="*/ 33400 w 237278"/>
                <a:gd name="csY22" fmla="*/ 988 h 134679"/>
                <a:gd name="csX23" fmla="*/ 242 w 237278"/>
                <a:gd name="csY23" fmla="*/ 86 h 134679"/>
                <a:gd name="csX24" fmla="*/ 242 w 237278"/>
                <a:gd name="csY24" fmla="*/ 14215 h 134679"/>
                <a:gd name="csX25" fmla="*/ 18190 w 237278"/>
                <a:gd name="csY25" fmla="*/ 14215 h 134679"/>
                <a:gd name="csX26" fmla="*/ 64733 w 237278"/>
                <a:gd name="csY26" fmla="*/ 126649 h 134679"/>
                <a:gd name="csX27" fmla="*/ 75685 w 237278"/>
                <a:gd name="csY27" fmla="*/ 134766 h 134679"/>
                <a:gd name="csX28" fmla="*/ 86636 w 237278"/>
                <a:gd name="csY28" fmla="*/ 126649 h 134679"/>
                <a:gd name="csX29" fmla="*/ 118882 w 237278"/>
                <a:gd name="csY29" fmla="*/ 48787 h 134679"/>
                <a:gd name="csX30" fmla="*/ 151127 w 237278"/>
                <a:gd name="csY30" fmla="*/ 126649 h 134679"/>
                <a:gd name="csX31" fmla="*/ 162078 w 237278"/>
                <a:gd name="csY31" fmla="*/ 134766 h 134679"/>
                <a:gd name="csX32" fmla="*/ 173030 w 237278"/>
                <a:gd name="csY32" fmla="*/ 126649 h 134679"/>
                <a:gd name="csX33" fmla="*/ 216835 w 237278"/>
                <a:gd name="csY33" fmla="*/ 20528 h 134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237278" h="134679">
                  <a:moveTo>
                    <a:pt x="216835" y="20528"/>
                  </a:moveTo>
                  <a:cubicBezTo>
                    <a:pt x="218356" y="16620"/>
                    <a:pt x="219573" y="14215"/>
                    <a:pt x="237521" y="14215"/>
                  </a:cubicBezTo>
                  <a:lnTo>
                    <a:pt x="237521" y="86"/>
                  </a:lnTo>
                  <a:cubicBezTo>
                    <a:pt x="230524" y="687"/>
                    <a:pt x="221398" y="988"/>
                    <a:pt x="214097" y="988"/>
                  </a:cubicBezTo>
                  <a:cubicBezTo>
                    <a:pt x="205884" y="988"/>
                    <a:pt x="191586" y="386"/>
                    <a:pt x="184894" y="86"/>
                  </a:cubicBezTo>
                  <a:lnTo>
                    <a:pt x="184894" y="14215"/>
                  </a:lnTo>
                  <a:cubicBezTo>
                    <a:pt x="187631" y="14215"/>
                    <a:pt x="202537" y="14516"/>
                    <a:pt x="202537" y="17823"/>
                  </a:cubicBezTo>
                  <a:cubicBezTo>
                    <a:pt x="202537" y="18724"/>
                    <a:pt x="201625" y="20528"/>
                    <a:pt x="201321" y="21430"/>
                  </a:cubicBezTo>
                  <a:lnTo>
                    <a:pt x="169379" y="98390"/>
                  </a:lnTo>
                  <a:lnTo>
                    <a:pt x="134700" y="14215"/>
                  </a:lnTo>
                  <a:lnTo>
                    <a:pt x="151736" y="14215"/>
                  </a:lnTo>
                  <a:lnTo>
                    <a:pt x="151736" y="86"/>
                  </a:lnTo>
                  <a:cubicBezTo>
                    <a:pt x="142001" y="386"/>
                    <a:pt x="126182" y="988"/>
                    <a:pt x="117056" y="988"/>
                  </a:cubicBezTo>
                  <a:cubicBezTo>
                    <a:pt x="104280" y="988"/>
                    <a:pt x="91503" y="386"/>
                    <a:pt x="86636" y="86"/>
                  </a:cubicBezTo>
                  <a:lnTo>
                    <a:pt x="86636" y="14215"/>
                  </a:lnTo>
                  <a:lnTo>
                    <a:pt x="104584" y="14215"/>
                  </a:lnTo>
                  <a:cubicBezTo>
                    <a:pt x="110972" y="29246"/>
                    <a:pt x="110972" y="29848"/>
                    <a:pt x="110972" y="30148"/>
                  </a:cubicBezTo>
                  <a:cubicBezTo>
                    <a:pt x="110972" y="31351"/>
                    <a:pt x="110060" y="33154"/>
                    <a:pt x="109755" y="34056"/>
                  </a:cubicBezTo>
                  <a:lnTo>
                    <a:pt x="85723" y="91776"/>
                  </a:lnTo>
                  <a:lnTo>
                    <a:pt x="53782" y="14215"/>
                  </a:lnTo>
                  <a:lnTo>
                    <a:pt x="70817" y="14215"/>
                  </a:lnTo>
                  <a:lnTo>
                    <a:pt x="70817" y="86"/>
                  </a:lnTo>
                  <a:cubicBezTo>
                    <a:pt x="58345" y="687"/>
                    <a:pt x="45873" y="988"/>
                    <a:pt x="33400" y="988"/>
                  </a:cubicBezTo>
                  <a:cubicBezTo>
                    <a:pt x="23970" y="988"/>
                    <a:pt x="10585" y="386"/>
                    <a:pt x="242" y="86"/>
                  </a:cubicBezTo>
                  <a:lnTo>
                    <a:pt x="242" y="14215"/>
                  </a:lnTo>
                  <a:lnTo>
                    <a:pt x="18190" y="14215"/>
                  </a:lnTo>
                  <a:lnTo>
                    <a:pt x="64733" y="126649"/>
                  </a:lnTo>
                  <a:cubicBezTo>
                    <a:pt x="66863" y="131759"/>
                    <a:pt x="68080" y="134766"/>
                    <a:pt x="75685" y="134766"/>
                  </a:cubicBezTo>
                  <a:cubicBezTo>
                    <a:pt x="83290" y="134766"/>
                    <a:pt x="84507" y="131759"/>
                    <a:pt x="86636" y="126649"/>
                  </a:cubicBezTo>
                  <a:lnTo>
                    <a:pt x="118882" y="48787"/>
                  </a:lnTo>
                  <a:lnTo>
                    <a:pt x="151127" y="126649"/>
                  </a:lnTo>
                  <a:cubicBezTo>
                    <a:pt x="153257" y="131759"/>
                    <a:pt x="154473" y="134766"/>
                    <a:pt x="162078" y="134766"/>
                  </a:cubicBezTo>
                  <a:cubicBezTo>
                    <a:pt x="169684" y="134766"/>
                    <a:pt x="170900" y="131759"/>
                    <a:pt x="173030" y="126649"/>
                  </a:cubicBezTo>
                  <a:lnTo>
                    <a:pt x="216835" y="20528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FFE2B575-10E2-BDB3-FF01-0867CBBA1BDF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4646116" y="4149058"/>
              <a:ext cx="64521" cy="141624"/>
            </a:xfrm>
            <a:custGeom>
              <a:avLst/>
              <a:gdLst>
                <a:gd name="csX0" fmla="*/ 59236 w 64521"/>
                <a:gd name="csY0" fmla="*/ 8084 h 141624"/>
                <a:gd name="csX1" fmla="*/ 50718 w 64521"/>
                <a:gd name="csY1" fmla="*/ 87 h 141624"/>
                <a:gd name="csX2" fmla="*/ 38793 w 64521"/>
                <a:gd name="csY2" fmla="*/ 11661 h 141624"/>
                <a:gd name="csX3" fmla="*/ 47311 w 64521"/>
                <a:gd name="csY3" fmla="*/ 19658 h 141624"/>
                <a:gd name="csX4" fmla="*/ 59236 w 64521"/>
                <a:gd name="csY4" fmla="*/ 8084 h 141624"/>
                <a:gd name="csX5" fmla="*/ 15795 w 64521"/>
                <a:gd name="csY5" fmla="*/ 114986 h 141624"/>
                <a:gd name="csX6" fmla="*/ 13879 w 64521"/>
                <a:gd name="csY6" fmla="*/ 123824 h 141624"/>
                <a:gd name="csX7" fmla="*/ 34108 w 64521"/>
                <a:gd name="csY7" fmla="*/ 141712 h 141624"/>
                <a:gd name="csX8" fmla="*/ 64772 w 64521"/>
                <a:gd name="csY8" fmla="*/ 109515 h 141624"/>
                <a:gd name="csX9" fmla="*/ 61365 w 64521"/>
                <a:gd name="csY9" fmla="*/ 106779 h 141624"/>
                <a:gd name="csX10" fmla="*/ 57319 w 64521"/>
                <a:gd name="csY10" fmla="*/ 110356 h 141624"/>
                <a:gd name="csX11" fmla="*/ 34747 w 64521"/>
                <a:gd name="csY11" fmla="*/ 135819 h 141624"/>
                <a:gd name="csX12" fmla="*/ 29424 w 64521"/>
                <a:gd name="csY12" fmla="*/ 128454 h 141624"/>
                <a:gd name="csX13" fmla="*/ 32831 w 64521"/>
                <a:gd name="csY13" fmla="*/ 114986 h 141624"/>
                <a:gd name="csX14" fmla="*/ 39645 w 64521"/>
                <a:gd name="csY14" fmla="*/ 98151 h 141624"/>
                <a:gd name="csX15" fmla="*/ 50079 w 64521"/>
                <a:gd name="csY15" fmla="*/ 71426 h 141624"/>
                <a:gd name="csX16" fmla="*/ 51357 w 64521"/>
                <a:gd name="csY16" fmla="*/ 64692 h 141624"/>
                <a:gd name="csX17" fmla="*/ 31127 w 64521"/>
                <a:gd name="csY17" fmla="*/ 46804 h 141624"/>
                <a:gd name="csX18" fmla="*/ 251 w 64521"/>
                <a:gd name="csY18" fmla="*/ 79001 h 141624"/>
                <a:gd name="csX19" fmla="*/ 3871 w 64521"/>
                <a:gd name="csY19" fmla="*/ 81737 h 141624"/>
                <a:gd name="csX20" fmla="*/ 7704 w 64521"/>
                <a:gd name="csY20" fmla="*/ 78370 h 141624"/>
                <a:gd name="csX21" fmla="*/ 30488 w 64521"/>
                <a:gd name="csY21" fmla="*/ 52697 h 141624"/>
                <a:gd name="csX22" fmla="*/ 35812 w 64521"/>
                <a:gd name="csY22" fmla="*/ 60062 h 141624"/>
                <a:gd name="csX23" fmla="*/ 29211 w 64521"/>
                <a:gd name="csY23" fmla="*/ 81106 h 141624"/>
                <a:gd name="csX24" fmla="*/ 15795 w 64521"/>
                <a:gd name="csY24" fmla="*/ 114986 h 141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21" h="141624">
                  <a:moveTo>
                    <a:pt x="59236" y="8084"/>
                  </a:moveTo>
                  <a:cubicBezTo>
                    <a:pt x="59236" y="4717"/>
                    <a:pt x="56680" y="87"/>
                    <a:pt x="50718" y="87"/>
                  </a:cubicBezTo>
                  <a:cubicBezTo>
                    <a:pt x="44968" y="87"/>
                    <a:pt x="38793" y="5559"/>
                    <a:pt x="38793" y="11661"/>
                  </a:cubicBezTo>
                  <a:cubicBezTo>
                    <a:pt x="38793" y="15239"/>
                    <a:pt x="41561" y="19658"/>
                    <a:pt x="47311" y="19658"/>
                  </a:cubicBezTo>
                  <a:cubicBezTo>
                    <a:pt x="53486" y="19658"/>
                    <a:pt x="59236" y="13766"/>
                    <a:pt x="59236" y="8084"/>
                  </a:cubicBezTo>
                  <a:close/>
                  <a:moveTo>
                    <a:pt x="15795" y="114986"/>
                  </a:moveTo>
                  <a:cubicBezTo>
                    <a:pt x="14944" y="117722"/>
                    <a:pt x="13879" y="120247"/>
                    <a:pt x="13879" y="123824"/>
                  </a:cubicBezTo>
                  <a:cubicBezTo>
                    <a:pt x="13879" y="133715"/>
                    <a:pt x="22397" y="141712"/>
                    <a:pt x="34108" y="141712"/>
                  </a:cubicBezTo>
                  <a:cubicBezTo>
                    <a:pt x="55403" y="141712"/>
                    <a:pt x="64772" y="112671"/>
                    <a:pt x="64772" y="109515"/>
                  </a:cubicBezTo>
                  <a:cubicBezTo>
                    <a:pt x="64772" y="106779"/>
                    <a:pt x="62004" y="106779"/>
                    <a:pt x="61365" y="106779"/>
                  </a:cubicBezTo>
                  <a:cubicBezTo>
                    <a:pt x="58384" y="106779"/>
                    <a:pt x="58171" y="108042"/>
                    <a:pt x="57319" y="110356"/>
                  </a:cubicBezTo>
                  <a:cubicBezTo>
                    <a:pt x="52421" y="127191"/>
                    <a:pt x="43052" y="135819"/>
                    <a:pt x="34747" y="135819"/>
                  </a:cubicBezTo>
                  <a:cubicBezTo>
                    <a:pt x="30488" y="135819"/>
                    <a:pt x="29424" y="133084"/>
                    <a:pt x="29424" y="128454"/>
                  </a:cubicBezTo>
                  <a:cubicBezTo>
                    <a:pt x="29424" y="123614"/>
                    <a:pt x="30914" y="119616"/>
                    <a:pt x="32831" y="114986"/>
                  </a:cubicBezTo>
                  <a:cubicBezTo>
                    <a:pt x="34960" y="109304"/>
                    <a:pt x="37302" y="103622"/>
                    <a:pt x="39645" y="98151"/>
                  </a:cubicBezTo>
                  <a:cubicBezTo>
                    <a:pt x="41561" y="93101"/>
                    <a:pt x="49227" y="73951"/>
                    <a:pt x="50079" y="71426"/>
                  </a:cubicBezTo>
                  <a:cubicBezTo>
                    <a:pt x="50718" y="69321"/>
                    <a:pt x="51357" y="66796"/>
                    <a:pt x="51357" y="64692"/>
                  </a:cubicBezTo>
                  <a:cubicBezTo>
                    <a:pt x="51357" y="54801"/>
                    <a:pt x="42839" y="46804"/>
                    <a:pt x="31127" y="46804"/>
                  </a:cubicBezTo>
                  <a:cubicBezTo>
                    <a:pt x="10046" y="46804"/>
                    <a:pt x="251" y="75424"/>
                    <a:pt x="251" y="79001"/>
                  </a:cubicBezTo>
                  <a:cubicBezTo>
                    <a:pt x="251" y="81737"/>
                    <a:pt x="3232" y="81737"/>
                    <a:pt x="3871" y="81737"/>
                  </a:cubicBezTo>
                  <a:cubicBezTo>
                    <a:pt x="6852" y="81737"/>
                    <a:pt x="7065" y="80685"/>
                    <a:pt x="7704" y="78370"/>
                  </a:cubicBezTo>
                  <a:cubicBezTo>
                    <a:pt x="13240" y="60272"/>
                    <a:pt x="22609" y="52697"/>
                    <a:pt x="30488" y="52697"/>
                  </a:cubicBezTo>
                  <a:cubicBezTo>
                    <a:pt x="33895" y="52697"/>
                    <a:pt x="35812" y="54380"/>
                    <a:pt x="35812" y="60062"/>
                  </a:cubicBezTo>
                  <a:cubicBezTo>
                    <a:pt x="35812" y="64902"/>
                    <a:pt x="34534" y="68059"/>
                    <a:pt x="29211" y="81106"/>
                  </a:cubicBezTo>
                  <a:lnTo>
                    <a:pt x="15795" y="114986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3E2EC881-D461-70FA-A5EB-7943BE078D17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4847133" y="4081147"/>
              <a:ext cx="152101" cy="174362"/>
            </a:xfrm>
            <a:custGeom>
              <a:avLst/>
              <a:gdLst>
                <a:gd name="csX0" fmla="*/ 141711 w 152101"/>
                <a:gd name="csY0" fmla="*/ 93279 h 174362"/>
                <a:gd name="csX1" fmla="*/ 152358 w 152101"/>
                <a:gd name="csY1" fmla="*/ 87267 h 174362"/>
                <a:gd name="csX2" fmla="*/ 141711 w 152101"/>
                <a:gd name="csY2" fmla="*/ 81254 h 174362"/>
                <a:gd name="csX3" fmla="*/ 12729 w 152101"/>
                <a:gd name="csY3" fmla="*/ 81254 h 174362"/>
                <a:gd name="csX4" fmla="*/ 94255 w 152101"/>
                <a:gd name="csY4" fmla="*/ 12111 h 174362"/>
                <a:gd name="csX5" fmla="*/ 141711 w 152101"/>
                <a:gd name="csY5" fmla="*/ 12111 h 174362"/>
                <a:gd name="csX6" fmla="*/ 152358 w 152101"/>
                <a:gd name="csY6" fmla="*/ 6098 h 174362"/>
                <a:gd name="csX7" fmla="*/ 141711 w 152101"/>
                <a:gd name="csY7" fmla="*/ 86 h 174362"/>
                <a:gd name="csX8" fmla="*/ 93647 w 152101"/>
                <a:gd name="csY8" fmla="*/ 86 h 174362"/>
                <a:gd name="csX9" fmla="*/ 257 w 152101"/>
                <a:gd name="csY9" fmla="*/ 87267 h 174362"/>
                <a:gd name="csX10" fmla="*/ 93647 w 152101"/>
                <a:gd name="csY10" fmla="*/ 174448 h 174362"/>
                <a:gd name="csX11" fmla="*/ 141711 w 152101"/>
                <a:gd name="csY11" fmla="*/ 174448 h 174362"/>
                <a:gd name="csX12" fmla="*/ 152358 w 152101"/>
                <a:gd name="csY12" fmla="*/ 168436 h 174362"/>
                <a:gd name="csX13" fmla="*/ 141711 w 152101"/>
                <a:gd name="csY13" fmla="*/ 162423 h 174362"/>
                <a:gd name="csX14" fmla="*/ 94255 w 152101"/>
                <a:gd name="csY14" fmla="*/ 162423 h 174362"/>
                <a:gd name="csX15" fmla="*/ 12729 w 152101"/>
                <a:gd name="csY15" fmla="*/ 93279 h 174362"/>
                <a:gd name="csX16" fmla="*/ 141711 w 152101"/>
                <a:gd name="csY16" fmla="*/ 93279 h 174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2101" h="174362">
                  <a:moveTo>
                    <a:pt x="141711" y="93279"/>
                  </a:moveTo>
                  <a:cubicBezTo>
                    <a:pt x="146883" y="93279"/>
                    <a:pt x="152358" y="93279"/>
                    <a:pt x="152358" y="87267"/>
                  </a:cubicBezTo>
                  <a:cubicBezTo>
                    <a:pt x="152358" y="81254"/>
                    <a:pt x="146883" y="81254"/>
                    <a:pt x="141711" y="81254"/>
                  </a:cubicBezTo>
                  <a:lnTo>
                    <a:pt x="12729" y="81254"/>
                  </a:lnTo>
                  <a:cubicBezTo>
                    <a:pt x="16379" y="40971"/>
                    <a:pt x="51363" y="12111"/>
                    <a:pt x="94255" y="12111"/>
                  </a:cubicBezTo>
                  <a:lnTo>
                    <a:pt x="141711" y="12111"/>
                  </a:lnTo>
                  <a:cubicBezTo>
                    <a:pt x="146883" y="12111"/>
                    <a:pt x="152358" y="12111"/>
                    <a:pt x="152358" y="6098"/>
                  </a:cubicBezTo>
                  <a:cubicBezTo>
                    <a:pt x="152358" y="86"/>
                    <a:pt x="146883" y="86"/>
                    <a:pt x="141711" y="86"/>
                  </a:cubicBezTo>
                  <a:lnTo>
                    <a:pt x="93647" y="86"/>
                  </a:lnTo>
                  <a:cubicBezTo>
                    <a:pt x="41628" y="86"/>
                    <a:pt x="257" y="39167"/>
                    <a:pt x="257" y="87267"/>
                  </a:cubicBezTo>
                  <a:cubicBezTo>
                    <a:pt x="257" y="135367"/>
                    <a:pt x="41628" y="174448"/>
                    <a:pt x="93647" y="174448"/>
                  </a:cubicBezTo>
                  <a:lnTo>
                    <a:pt x="141711" y="174448"/>
                  </a:lnTo>
                  <a:cubicBezTo>
                    <a:pt x="146883" y="174448"/>
                    <a:pt x="152358" y="174448"/>
                    <a:pt x="152358" y="168436"/>
                  </a:cubicBezTo>
                  <a:cubicBezTo>
                    <a:pt x="152358" y="162423"/>
                    <a:pt x="146883" y="162423"/>
                    <a:pt x="141711" y="162423"/>
                  </a:cubicBezTo>
                  <a:lnTo>
                    <a:pt x="94255" y="162423"/>
                  </a:lnTo>
                  <a:cubicBezTo>
                    <a:pt x="51363" y="162423"/>
                    <a:pt x="16379" y="133563"/>
                    <a:pt x="12729" y="93279"/>
                  </a:cubicBezTo>
                  <a:lnTo>
                    <a:pt x="141711" y="93279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D654CD1D-BAAF-CC0C-BD84-01CA8AD07CAB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5114053" y="4037557"/>
              <a:ext cx="208987" cy="205928"/>
            </a:xfrm>
            <a:custGeom>
              <a:avLst/>
              <a:gdLst>
                <a:gd name="csX0" fmla="*/ 76925 w 208987"/>
                <a:gd name="csY0" fmla="*/ 111618 h 205928"/>
                <a:gd name="csX1" fmla="*/ 87877 w 208987"/>
                <a:gd name="csY1" fmla="*/ 111618 h 205928"/>
                <a:gd name="csX2" fmla="*/ 133507 w 208987"/>
                <a:gd name="csY2" fmla="*/ 181363 h 205928"/>
                <a:gd name="csX3" fmla="*/ 147196 w 208987"/>
                <a:gd name="csY3" fmla="*/ 202406 h 205928"/>
                <a:gd name="csX4" fmla="*/ 157235 w 208987"/>
                <a:gd name="csY4" fmla="*/ 206014 h 205928"/>
                <a:gd name="csX5" fmla="*/ 199215 w 208987"/>
                <a:gd name="csY5" fmla="*/ 206014 h 205928"/>
                <a:gd name="csX6" fmla="*/ 209254 w 208987"/>
                <a:gd name="csY6" fmla="*/ 200603 h 205928"/>
                <a:gd name="csX7" fmla="*/ 204691 w 208987"/>
                <a:gd name="csY7" fmla="*/ 195492 h 205928"/>
                <a:gd name="csX8" fmla="*/ 171228 w 208987"/>
                <a:gd name="csY8" fmla="*/ 163626 h 205928"/>
                <a:gd name="csX9" fmla="*/ 133507 w 208987"/>
                <a:gd name="csY9" fmla="*/ 108311 h 205928"/>
                <a:gd name="csX10" fmla="*/ 186743 w 208987"/>
                <a:gd name="csY10" fmla="*/ 56303 h 205928"/>
                <a:gd name="csX11" fmla="*/ 106129 w 208987"/>
                <a:gd name="csY11" fmla="*/ 86 h 205928"/>
                <a:gd name="csX12" fmla="*/ 10609 w 208987"/>
                <a:gd name="csY12" fmla="*/ 86 h 205928"/>
                <a:gd name="csX13" fmla="*/ 266 w 208987"/>
                <a:gd name="csY13" fmla="*/ 5497 h 205928"/>
                <a:gd name="csX14" fmla="*/ 8480 w 208987"/>
                <a:gd name="csY14" fmla="*/ 10608 h 205928"/>
                <a:gd name="csX15" fmla="*/ 27340 w 208987"/>
                <a:gd name="csY15" fmla="*/ 27743 h 205928"/>
                <a:gd name="csX16" fmla="*/ 27340 w 208987"/>
                <a:gd name="csY16" fmla="*/ 178356 h 205928"/>
                <a:gd name="csX17" fmla="*/ 8480 w 208987"/>
                <a:gd name="csY17" fmla="*/ 195492 h 205928"/>
                <a:gd name="csX18" fmla="*/ 266 w 208987"/>
                <a:gd name="csY18" fmla="*/ 200603 h 205928"/>
                <a:gd name="csX19" fmla="*/ 10609 w 208987"/>
                <a:gd name="csY19" fmla="*/ 206014 h 205928"/>
                <a:gd name="csX20" fmla="*/ 93961 w 208987"/>
                <a:gd name="csY20" fmla="*/ 206014 h 205928"/>
                <a:gd name="csX21" fmla="*/ 103999 w 208987"/>
                <a:gd name="csY21" fmla="*/ 200603 h 205928"/>
                <a:gd name="csX22" fmla="*/ 95482 w 208987"/>
                <a:gd name="csY22" fmla="*/ 195492 h 205928"/>
                <a:gd name="csX23" fmla="*/ 76925 w 208987"/>
                <a:gd name="csY23" fmla="*/ 178356 h 205928"/>
                <a:gd name="csX24" fmla="*/ 76925 w 208987"/>
                <a:gd name="csY24" fmla="*/ 111618 h 205928"/>
                <a:gd name="csX25" fmla="*/ 135636 w 208987"/>
                <a:gd name="csY25" fmla="*/ 96887 h 205928"/>
                <a:gd name="csX26" fmla="*/ 145067 w 208987"/>
                <a:gd name="csY26" fmla="*/ 56603 h 205928"/>
                <a:gd name="csX27" fmla="*/ 133507 w 208987"/>
                <a:gd name="csY27" fmla="*/ 13914 h 205928"/>
                <a:gd name="csX28" fmla="*/ 176096 w 208987"/>
                <a:gd name="csY28" fmla="*/ 56303 h 205928"/>
                <a:gd name="csX29" fmla="*/ 135636 w 208987"/>
                <a:gd name="csY29" fmla="*/ 96887 h 205928"/>
                <a:gd name="csX30" fmla="*/ 76925 w 208987"/>
                <a:gd name="csY30" fmla="*/ 26841 h 205928"/>
                <a:gd name="csX31" fmla="*/ 95786 w 208987"/>
                <a:gd name="csY31" fmla="*/ 10608 h 205928"/>
                <a:gd name="csX32" fmla="*/ 134420 w 208987"/>
                <a:gd name="csY32" fmla="*/ 56603 h 205928"/>
                <a:gd name="csX33" fmla="*/ 76925 w 208987"/>
                <a:gd name="csY33" fmla="*/ 101096 h 205928"/>
                <a:gd name="csX34" fmla="*/ 76925 w 208987"/>
                <a:gd name="csY34" fmla="*/ 26841 h 205928"/>
                <a:gd name="csX35" fmla="*/ 35554 w 208987"/>
                <a:gd name="csY35" fmla="*/ 195492 h 205928"/>
                <a:gd name="csX36" fmla="*/ 37987 w 208987"/>
                <a:gd name="csY36" fmla="*/ 178958 h 205928"/>
                <a:gd name="csX37" fmla="*/ 37987 w 208987"/>
                <a:gd name="csY37" fmla="*/ 27142 h 205928"/>
                <a:gd name="csX38" fmla="*/ 35554 w 208987"/>
                <a:gd name="csY38" fmla="*/ 10608 h 205928"/>
                <a:gd name="csX39" fmla="*/ 70233 w 208987"/>
                <a:gd name="csY39" fmla="*/ 10608 h 205928"/>
                <a:gd name="csX40" fmla="*/ 66278 w 208987"/>
                <a:gd name="csY40" fmla="*/ 25939 h 205928"/>
                <a:gd name="csX41" fmla="*/ 66278 w 208987"/>
                <a:gd name="csY41" fmla="*/ 178958 h 205928"/>
                <a:gd name="csX42" fmla="*/ 68712 w 208987"/>
                <a:gd name="csY42" fmla="*/ 195492 h 205928"/>
                <a:gd name="csX43" fmla="*/ 35554 w 208987"/>
                <a:gd name="csY43" fmla="*/ 195492 h 205928"/>
                <a:gd name="csX44" fmla="*/ 100349 w 208987"/>
                <a:gd name="csY44" fmla="*/ 111618 h 205928"/>
                <a:gd name="csX45" fmla="*/ 106129 w 208987"/>
                <a:gd name="csY45" fmla="*/ 111016 h 205928"/>
                <a:gd name="csX46" fmla="*/ 121947 w 208987"/>
                <a:gd name="csY46" fmla="*/ 109814 h 205928"/>
                <a:gd name="csX47" fmla="*/ 184613 w 208987"/>
                <a:gd name="csY47" fmla="*/ 195492 h 205928"/>
                <a:gd name="csX48" fmla="*/ 155106 w 208987"/>
                <a:gd name="csY48" fmla="*/ 195492 h 205928"/>
                <a:gd name="csX49" fmla="*/ 100349 w 208987"/>
                <a:gd name="csY49" fmla="*/ 111618 h 205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208987" h="205928">
                  <a:moveTo>
                    <a:pt x="76925" y="111618"/>
                  </a:moveTo>
                  <a:lnTo>
                    <a:pt x="87877" y="111618"/>
                  </a:lnTo>
                  <a:lnTo>
                    <a:pt x="133507" y="181363"/>
                  </a:lnTo>
                  <a:cubicBezTo>
                    <a:pt x="136549" y="186173"/>
                    <a:pt x="143850" y="197897"/>
                    <a:pt x="147196" y="202406"/>
                  </a:cubicBezTo>
                  <a:cubicBezTo>
                    <a:pt x="149326" y="206014"/>
                    <a:pt x="150238" y="206014"/>
                    <a:pt x="157235" y="206014"/>
                  </a:cubicBezTo>
                  <a:lnTo>
                    <a:pt x="199215" y="206014"/>
                  </a:lnTo>
                  <a:cubicBezTo>
                    <a:pt x="204691" y="206014"/>
                    <a:pt x="209254" y="206014"/>
                    <a:pt x="209254" y="200603"/>
                  </a:cubicBezTo>
                  <a:cubicBezTo>
                    <a:pt x="209254" y="198198"/>
                    <a:pt x="207428" y="196093"/>
                    <a:pt x="204691" y="195492"/>
                  </a:cubicBezTo>
                  <a:cubicBezTo>
                    <a:pt x="193435" y="193087"/>
                    <a:pt x="178529" y="173246"/>
                    <a:pt x="171228" y="163626"/>
                  </a:cubicBezTo>
                  <a:cubicBezTo>
                    <a:pt x="169099" y="160619"/>
                    <a:pt x="153889" y="140778"/>
                    <a:pt x="133507" y="108311"/>
                  </a:cubicBezTo>
                  <a:cubicBezTo>
                    <a:pt x="160581" y="103501"/>
                    <a:pt x="186743" y="92077"/>
                    <a:pt x="186743" y="56303"/>
                  </a:cubicBezTo>
                  <a:cubicBezTo>
                    <a:pt x="186743" y="14516"/>
                    <a:pt x="142025" y="86"/>
                    <a:pt x="106129" y="86"/>
                  </a:cubicBezTo>
                  <a:lnTo>
                    <a:pt x="10609" y="86"/>
                  </a:lnTo>
                  <a:cubicBezTo>
                    <a:pt x="5133" y="86"/>
                    <a:pt x="266" y="86"/>
                    <a:pt x="266" y="5497"/>
                  </a:cubicBezTo>
                  <a:cubicBezTo>
                    <a:pt x="266" y="10608"/>
                    <a:pt x="6046" y="10608"/>
                    <a:pt x="8480" y="10608"/>
                  </a:cubicBezTo>
                  <a:cubicBezTo>
                    <a:pt x="25819" y="10608"/>
                    <a:pt x="27340" y="12712"/>
                    <a:pt x="27340" y="27743"/>
                  </a:cubicBezTo>
                  <a:lnTo>
                    <a:pt x="27340" y="178356"/>
                  </a:lnTo>
                  <a:cubicBezTo>
                    <a:pt x="27340" y="193388"/>
                    <a:pt x="25819" y="195492"/>
                    <a:pt x="8480" y="195492"/>
                  </a:cubicBezTo>
                  <a:cubicBezTo>
                    <a:pt x="6046" y="195492"/>
                    <a:pt x="266" y="195492"/>
                    <a:pt x="266" y="200603"/>
                  </a:cubicBezTo>
                  <a:cubicBezTo>
                    <a:pt x="266" y="206014"/>
                    <a:pt x="5133" y="206014"/>
                    <a:pt x="10609" y="206014"/>
                  </a:cubicBezTo>
                  <a:lnTo>
                    <a:pt x="93961" y="206014"/>
                  </a:lnTo>
                  <a:cubicBezTo>
                    <a:pt x="99436" y="206014"/>
                    <a:pt x="103999" y="206014"/>
                    <a:pt x="103999" y="200603"/>
                  </a:cubicBezTo>
                  <a:cubicBezTo>
                    <a:pt x="103999" y="195492"/>
                    <a:pt x="98828" y="195492"/>
                    <a:pt x="95482" y="195492"/>
                  </a:cubicBezTo>
                  <a:cubicBezTo>
                    <a:pt x="78142" y="195492"/>
                    <a:pt x="76925" y="193087"/>
                    <a:pt x="76925" y="178356"/>
                  </a:cubicBezTo>
                  <a:lnTo>
                    <a:pt x="76925" y="111618"/>
                  </a:lnTo>
                  <a:close/>
                  <a:moveTo>
                    <a:pt x="135636" y="96887"/>
                  </a:moveTo>
                  <a:cubicBezTo>
                    <a:pt x="144154" y="85764"/>
                    <a:pt x="145067" y="69831"/>
                    <a:pt x="145067" y="56603"/>
                  </a:cubicBezTo>
                  <a:cubicBezTo>
                    <a:pt x="145067" y="42173"/>
                    <a:pt x="143242" y="26240"/>
                    <a:pt x="133507" y="13914"/>
                  </a:cubicBezTo>
                  <a:cubicBezTo>
                    <a:pt x="145979" y="16620"/>
                    <a:pt x="176096" y="25939"/>
                    <a:pt x="176096" y="56303"/>
                  </a:cubicBezTo>
                  <a:cubicBezTo>
                    <a:pt x="176096" y="75843"/>
                    <a:pt x="166969" y="91175"/>
                    <a:pt x="135636" y="96887"/>
                  </a:cubicBezTo>
                  <a:close/>
                  <a:moveTo>
                    <a:pt x="76925" y="26841"/>
                  </a:moveTo>
                  <a:cubicBezTo>
                    <a:pt x="76925" y="20528"/>
                    <a:pt x="76925" y="10608"/>
                    <a:pt x="95786" y="10608"/>
                  </a:cubicBezTo>
                  <a:cubicBezTo>
                    <a:pt x="121643" y="10608"/>
                    <a:pt x="134420" y="21129"/>
                    <a:pt x="134420" y="56603"/>
                  </a:cubicBezTo>
                  <a:cubicBezTo>
                    <a:pt x="134420" y="95384"/>
                    <a:pt x="124989" y="101096"/>
                    <a:pt x="76925" y="101096"/>
                  </a:cubicBezTo>
                  <a:lnTo>
                    <a:pt x="76925" y="26841"/>
                  </a:lnTo>
                  <a:close/>
                  <a:moveTo>
                    <a:pt x="35554" y="195492"/>
                  </a:moveTo>
                  <a:cubicBezTo>
                    <a:pt x="37987" y="190081"/>
                    <a:pt x="37987" y="181663"/>
                    <a:pt x="37987" y="178958"/>
                  </a:cubicBezTo>
                  <a:lnTo>
                    <a:pt x="37987" y="27142"/>
                  </a:lnTo>
                  <a:cubicBezTo>
                    <a:pt x="37987" y="24136"/>
                    <a:pt x="37987" y="16019"/>
                    <a:pt x="35554" y="10608"/>
                  </a:cubicBezTo>
                  <a:lnTo>
                    <a:pt x="70233" y="10608"/>
                  </a:lnTo>
                  <a:cubicBezTo>
                    <a:pt x="66278" y="15418"/>
                    <a:pt x="66278" y="21430"/>
                    <a:pt x="66278" y="25939"/>
                  </a:cubicBezTo>
                  <a:lnTo>
                    <a:pt x="66278" y="178958"/>
                  </a:lnTo>
                  <a:cubicBezTo>
                    <a:pt x="66278" y="181964"/>
                    <a:pt x="66278" y="190081"/>
                    <a:pt x="68712" y="195492"/>
                  </a:cubicBezTo>
                  <a:lnTo>
                    <a:pt x="35554" y="195492"/>
                  </a:lnTo>
                  <a:close/>
                  <a:moveTo>
                    <a:pt x="100349" y="111618"/>
                  </a:moveTo>
                  <a:cubicBezTo>
                    <a:pt x="102478" y="111317"/>
                    <a:pt x="103695" y="111016"/>
                    <a:pt x="106129" y="111016"/>
                  </a:cubicBezTo>
                  <a:cubicBezTo>
                    <a:pt x="110692" y="111016"/>
                    <a:pt x="117384" y="110415"/>
                    <a:pt x="121947" y="109814"/>
                  </a:cubicBezTo>
                  <a:cubicBezTo>
                    <a:pt x="126510" y="117029"/>
                    <a:pt x="159364" y="170540"/>
                    <a:pt x="184613" y="195492"/>
                  </a:cubicBezTo>
                  <a:lnTo>
                    <a:pt x="155106" y="195492"/>
                  </a:lnTo>
                  <a:lnTo>
                    <a:pt x="100349" y="111618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57FCF3B3-A00A-8AD2-857B-827200F077B4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5341878" y="3973315"/>
              <a:ext cx="109452" cy="148147"/>
            </a:xfrm>
            <a:custGeom>
              <a:avLst/>
              <a:gdLst>
                <a:gd name="csX0" fmla="*/ 108874 w 109452"/>
                <a:gd name="csY0" fmla="*/ 6395 h 148147"/>
                <a:gd name="csX1" fmla="*/ 109726 w 109452"/>
                <a:gd name="csY1" fmla="*/ 3028 h 148147"/>
                <a:gd name="csX2" fmla="*/ 106318 w 109452"/>
                <a:gd name="csY2" fmla="*/ 82 h 148147"/>
                <a:gd name="csX3" fmla="*/ 79062 w 109452"/>
                <a:gd name="csY3" fmla="*/ 2186 h 148147"/>
                <a:gd name="csX4" fmla="*/ 74377 w 109452"/>
                <a:gd name="csY4" fmla="*/ 7026 h 148147"/>
                <a:gd name="csX5" fmla="*/ 79914 w 109452"/>
                <a:gd name="csY5" fmla="*/ 9972 h 148147"/>
                <a:gd name="csX6" fmla="*/ 90135 w 109452"/>
                <a:gd name="csY6" fmla="*/ 13129 h 148147"/>
                <a:gd name="csX7" fmla="*/ 89283 w 109452"/>
                <a:gd name="csY7" fmla="*/ 17758 h 148147"/>
                <a:gd name="csX8" fmla="*/ 77145 w 109452"/>
                <a:gd name="csY8" fmla="*/ 65738 h 148147"/>
                <a:gd name="csX9" fmla="*/ 55212 w 109452"/>
                <a:gd name="csY9" fmla="*/ 53322 h 148147"/>
                <a:gd name="csX10" fmla="*/ 273 w 109452"/>
                <a:gd name="csY10" fmla="*/ 113297 h 148147"/>
                <a:gd name="csX11" fmla="*/ 32428 w 109452"/>
                <a:gd name="csY11" fmla="*/ 148230 h 148147"/>
                <a:gd name="csX12" fmla="*/ 62665 w 109452"/>
                <a:gd name="csY12" fmla="*/ 133499 h 148147"/>
                <a:gd name="csX13" fmla="*/ 84598 w 109452"/>
                <a:gd name="csY13" fmla="*/ 148230 h 148147"/>
                <a:gd name="csX14" fmla="*/ 101421 w 109452"/>
                <a:gd name="csY14" fmla="*/ 137076 h 148147"/>
                <a:gd name="csX15" fmla="*/ 108874 w 109452"/>
                <a:gd name="csY15" fmla="*/ 116033 h 148147"/>
                <a:gd name="csX16" fmla="*/ 105467 w 109452"/>
                <a:gd name="csY16" fmla="*/ 113297 h 148147"/>
                <a:gd name="csX17" fmla="*/ 100782 w 109452"/>
                <a:gd name="csY17" fmla="*/ 119821 h 148147"/>
                <a:gd name="csX18" fmla="*/ 85237 w 109452"/>
                <a:gd name="csY18" fmla="*/ 142337 h 148147"/>
                <a:gd name="csX19" fmla="*/ 78210 w 109452"/>
                <a:gd name="csY19" fmla="*/ 132026 h 148147"/>
                <a:gd name="csX20" fmla="*/ 79275 w 109452"/>
                <a:gd name="csY20" fmla="*/ 123398 h 148147"/>
                <a:gd name="csX21" fmla="*/ 108874 w 109452"/>
                <a:gd name="csY21" fmla="*/ 6395 h 148147"/>
                <a:gd name="csX22" fmla="*/ 63517 w 109452"/>
                <a:gd name="csY22" fmla="*/ 119821 h 148147"/>
                <a:gd name="csX23" fmla="*/ 52657 w 109452"/>
                <a:gd name="csY23" fmla="*/ 133920 h 148147"/>
                <a:gd name="csX24" fmla="*/ 33066 w 109452"/>
                <a:gd name="csY24" fmla="*/ 142337 h 148147"/>
                <a:gd name="csX25" fmla="*/ 17522 w 109452"/>
                <a:gd name="csY25" fmla="*/ 121925 h 148147"/>
                <a:gd name="csX26" fmla="*/ 28595 w 109452"/>
                <a:gd name="csY26" fmla="*/ 79206 h 148147"/>
                <a:gd name="csX27" fmla="*/ 55212 w 109452"/>
                <a:gd name="csY27" fmla="*/ 59215 h 148147"/>
                <a:gd name="csX28" fmla="*/ 74164 w 109452"/>
                <a:gd name="csY28" fmla="*/ 77523 h 148147"/>
                <a:gd name="csX29" fmla="*/ 73525 w 109452"/>
                <a:gd name="csY29" fmla="*/ 80469 h 148147"/>
                <a:gd name="csX30" fmla="*/ 63517 w 109452"/>
                <a:gd name="csY30" fmla="*/ 119821 h 148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09452" h="148147">
                  <a:moveTo>
                    <a:pt x="108874" y="6395"/>
                  </a:moveTo>
                  <a:cubicBezTo>
                    <a:pt x="109087" y="5974"/>
                    <a:pt x="109726" y="3238"/>
                    <a:pt x="109726" y="3028"/>
                  </a:cubicBezTo>
                  <a:cubicBezTo>
                    <a:pt x="109726" y="1976"/>
                    <a:pt x="108874" y="82"/>
                    <a:pt x="106318" y="82"/>
                  </a:cubicBezTo>
                  <a:cubicBezTo>
                    <a:pt x="102060" y="82"/>
                    <a:pt x="84385" y="1765"/>
                    <a:pt x="79062" y="2186"/>
                  </a:cubicBezTo>
                  <a:cubicBezTo>
                    <a:pt x="77358" y="2396"/>
                    <a:pt x="74377" y="2607"/>
                    <a:pt x="74377" y="7026"/>
                  </a:cubicBezTo>
                  <a:cubicBezTo>
                    <a:pt x="74377" y="9972"/>
                    <a:pt x="77358" y="9972"/>
                    <a:pt x="79914" y="9972"/>
                  </a:cubicBezTo>
                  <a:cubicBezTo>
                    <a:pt x="90135" y="9972"/>
                    <a:pt x="90135" y="11445"/>
                    <a:pt x="90135" y="13129"/>
                  </a:cubicBezTo>
                  <a:cubicBezTo>
                    <a:pt x="90135" y="14602"/>
                    <a:pt x="89709" y="15864"/>
                    <a:pt x="89283" y="17758"/>
                  </a:cubicBezTo>
                  <a:lnTo>
                    <a:pt x="77145" y="65738"/>
                  </a:lnTo>
                  <a:cubicBezTo>
                    <a:pt x="72674" y="58794"/>
                    <a:pt x="65434" y="53322"/>
                    <a:pt x="55212" y="53322"/>
                  </a:cubicBezTo>
                  <a:cubicBezTo>
                    <a:pt x="27956" y="53322"/>
                    <a:pt x="273" y="82994"/>
                    <a:pt x="273" y="113297"/>
                  </a:cubicBezTo>
                  <a:cubicBezTo>
                    <a:pt x="273" y="133709"/>
                    <a:pt x="14114" y="148230"/>
                    <a:pt x="32428" y="148230"/>
                  </a:cubicBezTo>
                  <a:cubicBezTo>
                    <a:pt x="43926" y="148230"/>
                    <a:pt x="54148" y="141706"/>
                    <a:pt x="62665" y="133499"/>
                  </a:cubicBezTo>
                  <a:cubicBezTo>
                    <a:pt x="66711" y="146125"/>
                    <a:pt x="79062" y="148230"/>
                    <a:pt x="84598" y="148230"/>
                  </a:cubicBezTo>
                  <a:cubicBezTo>
                    <a:pt x="92264" y="148230"/>
                    <a:pt x="97588" y="143600"/>
                    <a:pt x="101421" y="137076"/>
                  </a:cubicBezTo>
                  <a:cubicBezTo>
                    <a:pt x="106106" y="128869"/>
                    <a:pt x="108874" y="116874"/>
                    <a:pt x="108874" y="116033"/>
                  </a:cubicBezTo>
                  <a:cubicBezTo>
                    <a:pt x="108874" y="113297"/>
                    <a:pt x="106106" y="113297"/>
                    <a:pt x="105467" y="113297"/>
                  </a:cubicBezTo>
                  <a:cubicBezTo>
                    <a:pt x="102486" y="113297"/>
                    <a:pt x="102273" y="114139"/>
                    <a:pt x="100782" y="119821"/>
                  </a:cubicBezTo>
                  <a:cubicBezTo>
                    <a:pt x="98227" y="129922"/>
                    <a:pt x="94181" y="142337"/>
                    <a:pt x="85237" y="142337"/>
                  </a:cubicBezTo>
                  <a:cubicBezTo>
                    <a:pt x="79701" y="142337"/>
                    <a:pt x="78210" y="137708"/>
                    <a:pt x="78210" y="132026"/>
                  </a:cubicBezTo>
                  <a:cubicBezTo>
                    <a:pt x="78210" y="128028"/>
                    <a:pt x="78636" y="126134"/>
                    <a:pt x="79275" y="123398"/>
                  </a:cubicBezTo>
                  <a:lnTo>
                    <a:pt x="108874" y="6395"/>
                  </a:lnTo>
                  <a:close/>
                  <a:moveTo>
                    <a:pt x="63517" y="119821"/>
                  </a:moveTo>
                  <a:cubicBezTo>
                    <a:pt x="62026" y="125713"/>
                    <a:pt x="57342" y="129922"/>
                    <a:pt x="52657" y="133920"/>
                  </a:cubicBezTo>
                  <a:cubicBezTo>
                    <a:pt x="50741" y="135603"/>
                    <a:pt x="42223" y="142337"/>
                    <a:pt x="33066" y="142337"/>
                  </a:cubicBezTo>
                  <a:cubicBezTo>
                    <a:pt x="25187" y="142337"/>
                    <a:pt x="17522" y="136866"/>
                    <a:pt x="17522" y="121925"/>
                  </a:cubicBezTo>
                  <a:cubicBezTo>
                    <a:pt x="17522" y="110772"/>
                    <a:pt x="23697" y="87624"/>
                    <a:pt x="28595" y="79206"/>
                  </a:cubicBezTo>
                  <a:cubicBezTo>
                    <a:pt x="38390" y="62371"/>
                    <a:pt x="49250" y="59215"/>
                    <a:pt x="55212" y="59215"/>
                  </a:cubicBezTo>
                  <a:cubicBezTo>
                    <a:pt x="70118" y="59215"/>
                    <a:pt x="74164" y="75208"/>
                    <a:pt x="74164" y="77523"/>
                  </a:cubicBezTo>
                  <a:cubicBezTo>
                    <a:pt x="74164" y="78364"/>
                    <a:pt x="73738" y="79837"/>
                    <a:pt x="73525" y="80469"/>
                  </a:cubicBezTo>
                  <a:lnTo>
                    <a:pt x="63517" y="11982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D2E9CAFA-C8E5-83BF-9F5E-525414FF7D90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1985182" y="4884177"/>
              <a:ext cx="151493" cy="136183"/>
            </a:xfrm>
            <a:custGeom>
              <a:avLst/>
              <a:gdLst>
                <a:gd name="csX0" fmla="*/ 92945 w 151493"/>
                <a:gd name="csY0" fmla="*/ 42199 h 136183"/>
                <a:gd name="csX1" fmla="*/ 123062 w 151493"/>
                <a:gd name="csY1" fmla="*/ 6725 h 136183"/>
                <a:gd name="csX2" fmla="*/ 138272 w 151493"/>
                <a:gd name="csY2" fmla="*/ 10633 h 136183"/>
                <a:gd name="csX3" fmla="*/ 123670 w 151493"/>
                <a:gd name="csY3" fmla="*/ 26867 h 136183"/>
                <a:gd name="csX4" fmla="*/ 135230 w 151493"/>
                <a:gd name="csY4" fmla="*/ 37389 h 136183"/>
                <a:gd name="csX5" fmla="*/ 151657 w 151493"/>
                <a:gd name="csY5" fmla="*/ 19953 h 136183"/>
                <a:gd name="csX6" fmla="*/ 123366 w 151493"/>
                <a:gd name="csY6" fmla="*/ 111 h 136183"/>
                <a:gd name="csX7" fmla="*/ 91424 w 151493"/>
                <a:gd name="csY7" fmla="*/ 22959 h 136183"/>
                <a:gd name="csX8" fmla="*/ 58570 w 151493"/>
                <a:gd name="csY8" fmla="*/ 111 h 136183"/>
                <a:gd name="csX9" fmla="*/ 9594 w 151493"/>
                <a:gd name="csY9" fmla="*/ 46408 h 136183"/>
                <a:gd name="csX10" fmla="*/ 13244 w 151493"/>
                <a:gd name="csY10" fmla="*/ 49414 h 136183"/>
                <a:gd name="csX11" fmla="*/ 17199 w 151493"/>
                <a:gd name="csY11" fmla="*/ 46107 h 136183"/>
                <a:gd name="csX12" fmla="*/ 57962 w 151493"/>
                <a:gd name="csY12" fmla="*/ 6725 h 136183"/>
                <a:gd name="csX13" fmla="*/ 74389 w 151493"/>
                <a:gd name="csY13" fmla="*/ 26867 h 136183"/>
                <a:gd name="csX14" fmla="*/ 57962 w 151493"/>
                <a:gd name="csY14" fmla="*/ 98416 h 136183"/>
                <a:gd name="csX15" fmla="*/ 29063 w 151493"/>
                <a:gd name="csY15" fmla="*/ 129681 h 136183"/>
                <a:gd name="csX16" fmla="*/ 13853 w 151493"/>
                <a:gd name="csY16" fmla="*/ 125773 h 136183"/>
                <a:gd name="csX17" fmla="*/ 28150 w 151493"/>
                <a:gd name="csY17" fmla="*/ 109539 h 136183"/>
                <a:gd name="csX18" fmla="*/ 16895 w 151493"/>
                <a:gd name="csY18" fmla="*/ 99017 h 136183"/>
                <a:gd name="csX19" fmla="*/ 163 w 151493"/>
                <a:gd name="csY19" fmla="*/ 116453 h 136183"/>
                <a:gd name="csX20" fmla="*/ 28759 w 151493"/>
                <a:gd name="csY20" fmla="*/ 136294 h 136183"/>
                <a:gd name="csX21" fmla="*/ 60700 w 151493"/>
                <a:gd name="csY21" fmla="*/ 113447 h 136183"/>
                <a:gd name="csX22" fmla="*/ 93554 w 151493"/>
                <a:gd name="csY22" fmla="*/ 136294 h 136183"/>
                <a:gd name="csX23" fmla="*/ 142226 w 151493"/>
                <a:gd name="csY23" fmla="*/ 89998 h 136183"/>
                <a:gd name="csX24" fmla="*/ 138576 w 151493"/>
                <a:gd name="csY24" fmla="*/ 86992 h 136183"/>
                <a:gd name="csX25" fmla="*/ 134621 w 151493"/>
                <a:gd name="csY25" fmla="*/ 90299 h 136183"/>
                <a:gd name="csX26" fmla="*/ 94162 w 151493"/>
                <a:gd name="csY26" fmla="*/ 129681 h 136183"/>
                <a:gd name="csX27" fmla="*/ 77431 w 151493"/>
                <a:gd name="csY27" fmla="*/ 109839 h 136183"/>
                <a:gd name="csX28" fmla="*/ 82603 w 151493"/>
                <a:gd name="csY28" fmla="*/ 83384 h 136183"/>
                <a:gd name="csX29" fmla="*/ 92945 w 151493"/>
                <a:gd name="csY29" fmla="*/ 42199 h 136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93" h="136183">
                  <a:moveTo>
                    <a:pt x="92945" y="42199"/>
                  </a:moveTo>
                  <a:cubicBezTo>
                    <a:pt x="94771" y="34383"/>
                    <a:pt x="101767" y="6725"/>
                    <a:pt x="123062" y="6725"/>
                  </a:cubicBezTo>
                  <a:cubicBezTo>
                    <a:pt x="124583" y="6725"/>
                    <a:pt x="131883" y="6725"/>
                    <a:pt x="138272" y="10633"/>
                  </a:cubicBezTo>
                  <a:cubicBezTo>
                    <a:pt x="129754" y="12136"/>
                    <a:pt x="123670" y="19652"/>
                    <a:pt x="123670" y="26867"/>
                  </a:cubicBezTo>
                  <a:cubicBezTo>
                    <a:pt x="123670" y="31677"/>
                    <a:pt x="127016" y="37389"/>
                    <a:pt x="135230" y="37389"/>
                  </a:cubicBezTo>
                  <a:cubicBezTo>
                    <a:pt x="141922" y="37389"/>
                    <a:pt x="151657" y="31978"/>
                    <a:pt x="151657" y="19953"/>
                  </a:cubicBezTo>
                  <a:cubicBezTo>
                    <a:pt x="151657" y="4320"/>
                    <a:pt x="133709" y="111"/>
                    <a:pt x="123366" y="111"/>
                  </a:cubicBezTo>
                  <a:cubicBezTo>
                    <a:pt x="105722" y="111"/>
                    <a:pt x="95075" y="16045"/>
                    <a:pt x="91424" y="22959"/>
                  </a:cubicBezTo>
                  <a:cubicBezTo>
                    <a:pt x="83819" y="3118"/>
                    <a:pt x="67392" y="111"/>
                    <a:pt x="58570" y="111"/>
                  </a:cubicBezTo>
                  <a:cubicBezTo>
                    <a:pt x="26933" y="111"/>
                    <a:pt x="9594" y="38892"/>
                    <a:pt x="9594" y="46408"/>
                  </a:cubicBezTo>
                  <a:cubicBezTo>
                    <a:pt x="9594" y="49414"/>
                    <a:pt x="12636" y="49414"/>
                    <a:pt x="13244" y="49414"/>
                  </a:cubicBezTo>
                  <a:cubicBezTo>
                    <a:pt x="15678" y="49414"/>
                    <a:pt x="16590" y="48813"/>
                    <a:pt x="17199" y="46107"/>
                  </a:cubicBezTo>
                  <a:cubicBezTo>
                    <a:pt x="27542" y="14241"/>
                    <a:pt x="47619" y="6725"/>
                    <a:pt x="57962" y="6725"/>
                  </a:cubicBezTo>
                  <a:cubicBezTo>
                    <a:pt x="63742" y="6725"/>
                    <a:pt x="74389" y="9431"/>
                    <a:pt x="74389" y="26867"/>
                  </a:cubicBezTo>
                  <a:cubicBezTo>
                    <a:pt x="74389" y="36186"/>
                    <a:pt x="69218" y="56328"/>
                    <a:pt x="57962" y="98416"/>
                  </a:cubicBezTo>
                  <a:cubicBezTo>
                    <a:pt x="53095" y="117054"/>
                    <a:pt x="42448" y="129681"/>
                    <a:pt x="29063" y="129681"/>
                  </a:cubicBezTo>
                  <a:cubicBezTo>
                    <a:pt x="27238" y="129681"/>
                    <a:pt x="20241" y="129681"/>
                    <a:pt x="13853" y="125773"/>
                  </a:cubicBezTo>
                  <a:cubicBezTo>
                    <a:pt x="21458" y="124269"/>
                    <a:pt x="28150" y="117956"/>
                    <a:pt x="28150" y="109539"/>
                  </a:cubicBezTo>
                  <a:cubicBezTo>
                    <a:pt x="28150" y="101422"/>
                    <a:pt x="21458" y="99017"/>
                    <a:pt x="16895" y="99017"/>
                  </a:cubicBezTo>
                  <a:cubicBezTo>
                    <a:pt x="7769" y="99017"/>
                    <a:pt x="163" y="106833"/>
                    <a:pt x="163" y="116453"/>
                  </a:cubicBezTo>
                  <a:cubicBezTo>
                    <a:pt x="163" y="130282"/>
                    <a:pt x="15374" y="136294"/>
                    <a:pt x="28759" y="136294"/>
                  </a:cubicBezTo>
                  <a:cubicBezTo>
                    <a:pt x="48836" y="136294"/>
                    <a:pt x="59787" y="115251"/>
                    <a:pt x="60700" y="113447"/>
                  </a:cubicBezTo>
                  <a:cubicBezTo>
                    <a:pt x="64350" y="124570"/>
                    <a:pt x="75302" y="136294"/>
                    <a:pt x="93554" y="136294"/>
                  </a:cubicBezTo>
                  <a:cubicBezTo>
                    <a:pt x="124887" y="136294"/>
                    <a:pt x="142226" y="97514"/>
                    <a:pt x="142226" y="89998"/>
                  </a:cubicBezTo>
                  <a:cubicBezTo>
                    <a:pt x="142226" y="86992"/>
                    <a:pt x="139489" y="86992"/>
                    <a:pt x="138576" y="86992"/>
                  </a:cubicBezTo>
                  <a:cubicBezTo>
                    <a:pt x="135838" y="86992"/>
                    <a:pt x="135230" y="88194"/>
                    <a:pt x="134621" y="90299"/>
                  </a:cubicBezTo>
                  <a:cubicBezTo>
                    <a:pt x="124583" y="122466"/>
                    <a:pt x="103897" y="129681"/>
                    <a:pt x="94162" y="129681"/>
                  </a:cubicBezTo>
                  <a:cubicBezTo>
                    <a:pt x="82298" y="129681"/>
                    <a:pt x="77431" y="120061"/>
                    <a:pt x="77431" y="109839"/>
                  </a:cubicBezTo>
                  <a:cubicBezTo>
                    <a:pt x="77431" y="103226"/>
                    <a:pt x="79256" y="96612"/>
                    <a:pt x="82603" y="83384"/>
                  </a:cubicBezTo>
                  <a:lnTo>
                    <a:pt x="92945" y="42199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372D601-A461-9B73-20CE-CA89C0DF3F22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2173432" y="4922416"/>
              <a:ext cx="77511" cy="139730"/>
            </a:xfrm>
            <a:custGeom>
              <a:avLst/>
              <a:gdLst>
                <a:gd name="csX0" fmla="*/ 48294 w 77511"/>
                <a:gd name="csY0" fmla="*/ 6005 h 139730"/>
                <a:gd name="csX1" fmla="*/ 41906 w 77511"/>
                <a:gd name="csY1" fmla="*/ 113 h 139730"/>
                <a:gd name="csX2" fmla="*/ 169 w 77511"/>
                <a:gd name="csY2" fmla="*/ 13581 h 139730"/>
                <a:gd name="csX3" fmla="*/ 169 w 77511"/>
                <a:gd name="csY3" fmla="*/ 21157 h 139730"/>
                <a:gd name="csX4" fmla="*/ 31046 w 77511"/>
                <a:gd name="csY4" fmla="*/ 15264 h 139730"/>
                <a:gd name="csX5" fmla="*/ 31046 w 77511"/>
                <a:gd name="csY5" fmla="*/ 122587 h 139730"/>
                <a:gd name="csX6" fmla="*/ 9752 w 77511"/>
                <a:gd name="csY6" fmla="*/ 132268 h 139730"/>
                <a:gd name="csX7" fmla="*/ 1660 w 77511"/>
                <a:gd name="csY7" fmla="*/ 132268 h 139730"/>
                <a:gd name="csX8" fmla="*/ 1660 w 77511"/>
                <a:gd name="csY8" fmla="*/ 139843 h 139730"/>
                <a:gd name="csX9" fmla="*/ 39563 w 77511"/>
                <a:gd name="csY9" fmla="*/ 139002 h 139730"/>
                <a:gd name="csX10" fmla="*/ 77680 w 77511"/>
                <a:gd name="csY10" fmla="*/ 139843 h 139730"/>
                <a:gd name="csX11" fmla="*/ 77680 w 77511"/>
                <a:gd name="csY11" fmla="*/ 132268 h 139730"/>
                <a:gd name="csX12" fmla="*/ 69588 w 77511"/>
                <a:gd name="csY12" fmla="*/ 132268 h 139730"/>
                <a:gd name="csX13" fmla="*/ 48294 w 77511"/>
                <a:gd name="csY13" fmla="*/ 122587 h 139730"/>
                <a:gd name="csX14" fmla="*/ 48294 w 77511"/>
                <a:gd name="csY14" fmla="*/ 6005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11" h="139730">
                  <a:moveTo>
                    <a:pt x="48294" y="6005"/>
                  </a:moveTo>
                  <a:cubicBezTo>
                    <a:pt x="48294" y="323"/>
                    <a:pt x="47868" y="113"/>
                    <a:pt x="41906" y="113"/>
                  </a:cubicBezTo>
                  <a:cubicBezTo>
                    <a:pt x="28278" y="13370"/>
                    <a:pt x="8900" y="13581"/>
                    <a:pt x="169" y="13581"/>
                  </a:cubicBezTo>
                  <a:lnTo>
                    <a:pt x="169" y="21157"/>
                  </a:lnTo>
                  <a:cubicBezTo>
                    <a:pt x="5280" y="21157"/>
                    <a:pt x="19334" y="21157"/>
                    <a:pt x="31046" y="15264"/>
                  </a:cubicBezTo>
                  <a:lnTo>
                    <a:pt x="31046" y="122587"/>
                  </a:lnTo>
                  <a:cubicBezTo>
                    <a:pt x="31046" y="129532"/>
                    <a:pt x="31046" y="132268"/>
                    <a:pt x="9752" y="132268"/>
                  </a:cubicBezTo>
                  <a:lnTo>
                    <a:pt x="1660" y="132268"/>
                  </a:lnTo>
                  <a:lnTo>
                    <a:pt x="1660" y="139843"/>
                  </a:lnTo>
                  <a:cubicBezTo>
                    <a:pt x="5493" y="139633"/>
                    <a:pt x="31685" y="139002"/>
                    <a:pt x="39563" y="139002"/>
                  </a:cubicBezTo>
                  <a:cubicBezTo>
                    <a:pt x="46165" y="139002"/>
                    <a:pt x="72995" y="139633"/>
                    <a:pt x="77680" y="139843"/>
                  </a:cubicBezTo>
                  <a:lnTo>
                    <a:pt x="77680" y="132268"/>
                  </a:lnTo>
                  <a:lnTo>
                    <a:pt x="69588" y="132268"/>
                  </a:lnTo>
                  <a:cubicBezTo>
                    <a:pt x="48294" y="132268"/>
                    <a:pt x="48294" y="129532"/>
                    <a:pt x="48294" y="122587"/>
                  </a:cubicBezTo>
                  <a:lnTo>
                    <a:pt x="48294" y="6005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B3D87E15-21F5-56D0-6BB8-0D41EBDBA7E9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2312852" y="4985187"/>
              <a:ext cx="35591" cy="89886"/>
            </a:xfrm>
            <a:custGeom>
              <a:avLst/>
              <a:gdLst>
                <a:gd name="csX0" fmla="*/ 35765 w 35591"/>
                <a:gd name="csY0" fmla="*/ 31677 h 89886"/>
                <a:gd name="csX1" fmla="*/ 16296 w 35591"/>
                <a:gd name="csY1" fmla="*/ 111 h 89886"/>
                <a:gd name="csX2" fmla="*/ 174 w 35591"/>
                <a:gd name="csY2" fmla="*/ 16045 h 89886"/>
                <a:gd name="csX3" fmla="*/ 16296 w 35591"/>
                <a:gd name="csY3" fmla="*/ 31978 h 89886"/>
                <a:gd name="csX4" fmla="*/ 26943 w 35591"/>
                <a:gd name="csY4" fmla="*/ 28070 h 89886"/>
                <a:gd name="csX5" fmla="*/ 28465 w 35591"/>
                <a:gd name="csY5" fmla="*/ 27168 h 89886"/>
                <a:gd name="csX6" fmla="*/ 29073 w 35591"/>
                <a:gd name="csY6" fmla="*/ 31677 h 89886"/>
                <a:gd name="csX7" fmla="*/ 8387 w 35591"/>
                <a:gd name="csY7" fmla="*/ 81881 h 89886"/>
                <a:gd name="csX8" fmla="*/ 5041 w 35591"/>
                <a:gd name="csY8" fmla="*/ 86691 h 89886"/>
                <a:gd name="csX9" fmla="*/ 8083 w 35591"/>
                <a:gd name="csY9" fmla="*/ 89998 h 89886"/>
                <a:gd name="csX10" fmla="*/ 35765 w 35591"/>
                <a:gd name="csY10" fmla="*/ 31677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91" h="89886">
                  <a:moveTo>
                    <a:pt x="35765" y="31677"/>
                  </a:moveTo>
                  <a:cubicBezTo>
                    <a:pt x="35765" y="11836"/>
                    <a:pt x="28160" y="111"/>
                    <a:pt x="16296" y="111"/>
                  </a:cubicBezTo>
                  <a:cubicBezTo>
                    <a:pt x="6258" y="111"/>
                    <a:pt x="174" y="7627"/>
                    <a:pt x="174" y="16045"/>
                  </a:cubicBezTo>
                  <a:cubicBezTo>
                    <a:pt x="174" y="24161"/>
                    <a:pt x="6258" y="31978"/>
                    <a:pt x="16296" y="31978"/>
                  </a:cubicBezTo>
                  <a:cubicBezTo>
                    <a:pt x="19947" y="31978"/>
                    <a:pt x="23901" y="30775"/>
                    <a:pt x="26943" y="28070"/>
                  </a:cubicBezTo>
                  <a:cubicBezTo>
                    <a:pt x="27856" y="27468"/>
                    <a:pt x="28160" y="27168"/>
                    <a:pt x="28465" y="27168"/>
                  </a:cubicBezTo>
                  <a:cubicBezTo>
                    <a:pt x="28769" y="27168"/>
                    <a:pt x="29073" y="27468"/>
                    <a:pt x="29073" y="31677"/>
                  </a:cubicBezTo>
                  <a:cubicBezTo>
                    <a:pt x="29073" y="53923"/>
                    <a:pt x="18426" y="71961"/>
                    <a:pt x="8387" y="81881"/>
                  </a:cubicBezTo>
                  <a:cubicBezTo>
                    <a:pt x="5041" y="85188"/>
                    <a:pt x="5041" y="85789"/>
                    <a:pt x="5041" y="86691"/>
                  </a:cubicBezTo>
                  <a:cubicBezTo>
                    <a:pt x="5041" y="88796"/>
                    <a:pt x="6562" y="89998"/>
                    <a:pt x="8083" y="89998"/>
                  </a:cubicBezTo>
                  <a:cubicBezTo>
                    <a:pt x="11429" y="89998"/>
                    <a:pt x="35765" y="66850"/>
                    <a:pt x="35765" y="31677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29FC1C91-8326-6670-C408-E1934E8BCDD2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2430713" y="4884177"/>
              <a:ext cx="151493" cy="136183"/>
            </a:xfrm>
            <a:custGeom>
              <a:avLst/>
              <a:gdLst>
                <a:gd name="csX0" fmla="*/ 92960 w 151493"/>
                <a:gd name="csY0" fmla="*/ 42199 h 136183"/>
                <a:gd name="csX1" fmla="*/ 123076 w 151493"/>
                <a:gd name="csY1" fmla="*/ 6725 h 136183"/>
                <a:gd name="csX2" fmla="*/ 138286 w 151493"/>
                <a:gd name="csY2" fmla="*/ 10633 h 136183"/>
                <a:gd name="csX3" fmla="*/ 123685 w 151493"/>
                <a:gd name="csY3" fmla="*/ 26867 h 136183"/>
                <a:gd name="csX4" fmla="*/ 135244 w 151493"/>
                <a:gd name="csY4" fmla="*/ 37389 h 136183"/>
                <a:gd name="csX5" fmla="*/ 151671 w 151493"/>
                <a:gd name="csY5" fmla="*/ 19953 h 136183"/>
                <a:gd name="csX6" fmla="*/ 123380 w 151493"/>
                <a:gd name="csY6" fmla="*/ 111 h 136183"/>
                <a:gd name="csX7" fmla="*/ 91439 w 151493"/>
                <a:gd name="csY7" fmla="*/ 22959 h 136183"/>
                <a:gd name="csX8" fmla="*/ 58585 w 151493"/>
                <a:gd name="csY8" fmla="*/ 111 h 136183"/>
                <a:gd name="csX9" fmla="*/ 9608 w 151493"/>
                <a:gd name="csY9" fmla="*/ 46408 h 136183"/>
                <a:gd name="csX10" fmla="*/ 13259 w 151493"/>
                <a:gd name="csY10" fmla="*/ 49414 h 136183"/>
                <a:gd name="csX11" fmla="*/ 17213 w 151493"/>
                <a:gd name="csY11" fmla="*/ 46107 h 136183"/>
                <a:gd name="csX12" fmla="*/ 57977 w 151493"/>
                <a:gd name="csY12" fmla="*/ 6725 h 136183"/>
                <a:gd name="csX13" fmla="*/ 74404 w 151493"/>
                <a:gd name="csY13" fmla="*/ 26867 h 136183"/>
                <a:gd name="csX14" fmla="*/ 57977 w 151493"/>
                <a:gd name="csY14" fmla="*/ 98416 h 136183"/>
                <a:gd name="csX15" fmla="*/ 29077 w 151493"/>
                <a:gd name="csY15" fmla="*/ 129681 h 136183"/>
                <a:gd name="csX16" fmla="*/ 13867 w 151493"/>
                <a:gd name="csY16" fmla="*/ 125773 h 136183"/>
                <a:gd name="csX17" fmla="*/ 28165 w 151493"/>
                <a:gd name="csY17" fmla="*/ 109539 h 136183"/>
                <a:gd name="csX18" fmla="*/ 16909 w 151493"/>
                <a:gd name="csY18" fmla="*/ 99017 h 136183"/>
                <a:gd name="csX19" fmla="*/ 178 w 151493"/>
                <a:gd name="csY19" fmla="*/ 116453 h 136183"/>
                <a:gd name="csX20" fmla="*/ 28773 w 151493"/>
                <a:gd name="csY20" fmla="*/ 136294 h 136183"/>
                <a:gd name="csX21" fmla="*/ 60714 w 151493"/>
                <a:gd name="csY21" fmla="*/ 113447 h 136183"/>
                <a:gd name="csX22" fmla="*/ 93568 w 151493"/>
                <a:gd name="csY22" fmla="*/ 136294 h 136183"/>
                <a:gd name="csX23" fmla="*/ 142241 w 151493"/>
                <a:gd name="csY23" fmla="*/ 89998 h 136183"/>
                <a:gd name="csX24" fmla="*/ 138591 w 151493"/>
                <a:gd name="csY24" fmla="*/ 86992 h 136183"/>
                <a:gd name="csX25" fmla="*/ 134636 w 151493"/>
                <a:gd name="csY25" fmla="*/ 90299 h 136183"/>
                <a:gd name="csX26" fmla="*/ 94177 w 151493"/>
                <a:gd name="csY26" fmla="*/ 129681 h 136183"/>
                <a:gd name="csX27" fmla="*/ 77446 w 151493"/>
                <a:gd name="csY27" fmla="*/ 109839 h 136183"/>
                <a:gd name="csX28" fmla="*/ 82617 w 151493"/>
                <a:gd name="csY28" fmla="*/ 83384 h 136183"/>
                <a:gd name="csX29" fmla="*/ 92960 w 151493"/>
                <a:gd name="csY29" fmla="*/ 42199 h 136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93" h="136183">
                  <a:moveTo>
                    <a:pt x="92960" y="42199"/>
                  </a:moveTo>
                  <a:cubicBezTo>
                    <a:pt x="94785" y="34383"/>
                    <a:pt x="101782" y="6725"/>
                    <a:pt x="123076" y="6725"/>
                  </a:cubicBezTo>
                  <a:cubicBezTo>
                    <a:pt x="124597" y="6725"/>
                    <a:pt x="131898" y="6725"/>
                    <a:pt x="138286" y="10633"/>
                  </a:cubicBezTo>
                  <a:cubicBezTo>
                    <a:pt x="129769" y="12136"/>
                    <a:pt x="123685" y="19652"/>
                    <a:pt x="123685" y="26867"/>
                  </a:cubicBezTo>
                  <a:cubicBezTo>
                    <a:pt x="123685" y="31677"/>
                    <a:pt x="127031" y="37389"/>
                    <a:pt x="135244" y="37389"/>
                  </a:cubicBezTo>
                  <a:cubicBezTo>
                    <a:pt x="141937" y="37389"/>
                    <a:pt x="151671" y="31978"/>
                    <a:pt x="151671" y="19953"/>
                  </a:cubicBezTo>
                  <a:cubicBezTo>
                    <a:pt x="151671" y="4320"/>
                    <a:pt x="133723" y="111"/>
                    <a:pt x="123380" y="111"/>
                  </a:cubicBezTo>
                  <a:cubicBezTo>
                    <a:pt x="105737" y="111"/>
                    <a:pt x="95089" y="16045"/>
                    <a:pt x="91439" y="22959"/>
                  </a:cubicBezTo>
                  <a:cubicBezTo>
                    <a:pt x="83834" y="3118"/>
                    <a:pt x="67407" y="111"/>
                    <a:pt x="58585" y="111"/>
                  </a:cubicBezTo>
                  <a:cubicBezTo>
                    <a:pt x="26948" y="111"/>
                    <a:pt x="9608" y="38892"/>
                    <a:pt x="9608" y="46408"/>
                  </a:cubicBezTo>
                  <a:cubicBezTo>
                    <a:pt x="9608" y="49414"/>
                    <a:pt x="12650" y="49414"/>
                    <a:pt x="13259" y="49414"/>
                  </a:cubicBezTo>
                  <a:cubicBezTo>
                    <a:pt x="15692" y="49414"/>
                    <a:pt x="16605" y="48813"/>
                    <a:pt x="17213" y="46107"/>
                  </a:cubicBezTo>
                  <a:cubicBezTo>
                    <a:pt x="27556" y="14241"/>
                    <a:pt x="47634" y="6725"/>
                    <a:pt x="57977" y="6725"/>
                  </a:cubicBezTo>
                  <a:cubicBezTo>
                    <a:pt x="63756" y="6725"/>
                    <a:pt x="74404" y="9431"/>
                    <a:pt x="74404" y="26867"/>
                  </a:cubicBezTo>
                  <a:cubicBezTo>
                    <a:pt x="74404" y="36186"/>
                    <a:pt x="69232" y="56328"/>
                    <a:pt x="57977" y="98416"/>
                  </a:cubicBezTo>
                  <a:cubicBezTo>
                    <a:pt x="53109" y="117054"/>
                    <a:pt x="42462" y="129681"/>
                    <a:pt x="29077" y="129681"/>
                  </a:cubicBezTo>
                  <a:cubicBezTo>
                    <a:pt x="27252" y="129681"/>
                    <a:pt x="20255" y="129681"/>
                    <a:pt x="13867" y="125773"/>
                  </a:cubicBezTo>
                  <a:cubicBezTo>
                    <a:pt x="21472" y="124269"/>
                    <a:pt x="28165" y="117956"/>
                    <a:pt x="28165" y="109539"/>
                  </a:cubicBezTo>
                  <a:cubicBezTo>
                    <a:pt x="28165" y="101422"/>
                    <a:pt x="21472" y="99017"/>
                    <a:pt x="16909" y="99017"/>
                  </a:cubicBezTo>
                  <a:cubicBezTo>
                    <a:pt x="7783" y="99017"/>
                    <a:pt x="178" y="106833"/>
                    <a:pt x="178" y="116453"/>
                  </a:cubicBezTo>
                  <a:cubicBezTo>
                    <a:pt x="178" y="130282"/>
                    <a:pt x="15388" y="136294"/>
                    <a:pt x="28773" y="136294"/>
                  </a:cubicBezTo>
                  <a:cubicBezTo>
                    <a:pt x="48851" y="136294"/>
                    <a:pt x="59802" y="115251"/>
                    <a:pt x="60714" y="113447"/>
                  </a:cubicBezTo>
                  <a:cubicBezTo>
                    <a:pt x="64365" y="124570"/>
                    <a:pt x="75316" y="136294"/>
                    <a:pt x="93568" y="136294"/>
                  </a:cubicBezTo>
                  <a:cubicBezTo>
                    <a:pt x="124901" y="136294"/>
                    <a:pt x="142241" y="97514"/>
                    <a:pt x="142241" y="89998"/>
                  </a:cubicBezTo>
                  <a:cubicBezTo>
                    <a:pt x="142241" y="86992"/>
                    <a:pt x="139503" y="86992"/>
                    <a:pt x="138591" y="86992"/>
                  </a:cubicBezTo>
                  <a:cubicBezTo>
                    <a:pt x="135853" y="86992"/>
                    <a:pt x="135244" y="88194"/>
                    <a:pt x="134636" y="90299"/>
                  </a:cubicBezTo>
                  <a:cubicBezTo>
                    <a:pt x="124597" y="122466"/>
                    <a:pt x="103911" y="129681"/>
                    <a:pt x="94177" y="129681"/>
                  </a:cubicBezTo>
                  <a:cubicBezTo>
                    <a:pt x="82313" y="129681"/>
                    <a:pt x="77446" y="120061"/>
                    <a:pt x="77446" y="109839"/>
                  </a:cubicBezTo>
                  <a:cubicBezTo>
                    <a:pt x="77446" y="103226"/>
                    <a:pt x="79271" y="96612"/>
                    <a:pt x="82617" y="83384"/>
                  </a:cubicBezTo>
                  <a:lnTo>
                    <a:pt x="92960" y="42199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7129ACAC-5915-1CDB-1DC7-C0350CE22314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2609167" y="4922416"/>
              <a:ext cx="94120" cy="139730"/>
            </a:xfrm>
            <a:custGeom>
              <a:avLst/>
              <a:gdLst>
                <a:gd name="csX0" fmla="*/ 94304 w 94120"/>
                <a:gd name="csY0" fmla="*/ 101544 h 139730"/>
                <a:gd name="csX1" fmla="*/ 87064 w 94120"/>
                <a:gd name="csY1" fmla="*/ 101544 h 139730"/>
                <a:gd name="csX2" fmla="*/ 81528 w 94120"/>
                <a:gd name="csY2" fmla="*/ 120694 h 139730"/>
                <a:gd name="csX3" fmla="*/ 60446 w 94120"/>
                <a:gd name="csY3" fmla="*/ 121956 h 139730"/>
                <a:gd name="csX4" fmla="*/ 21265 w 94120"/>
                <a:gd name="csY4" fmla="*/ 121956 h 139730"/>
                <a:gd name="csX5" fmla="*/ 63853 w 94120"/>
                <a:gd name="csY5" fmla="*/ 86603 h 139730"/>
                <a:gd name="csX6" fmla="*/ 94304 w 94120"/>
                <a:gd name="csY6" fmla="*/ 41148 h 139730"/>
                <a:gd name="csX7" fmla="*/ 44476 w 94120"/>
                <a:gd name="csY7" fmla="*/ 113 h 139730"/>
                <a:gd name="csX8" fmla="*/ 184 w 94120"/>
                <a:gd name="csY8" fmla="*/ 37781 h 139730"/>
                <a:gd name="csX9" fmla="*/ 11470 w 94120"/>
                <a:gd name="csY9" fmla="*/ 49566 h 139730"/>
                <a:gd name="csX10" fmla="*/ 22756 w 94120"/>
                <a:gd name="csY10" fmla="*/ 38412 h 139730"/>
                <a:gd name="csX11" fmla="*/ 10192 w 94120"/>
                <a:gd name="csY11" fmla="*/ 27259 h 139730"/>
                <a:gd name="csX12" fmla="*/ 41282 w 94120"/>
                <a:gd name="csY12" fmla="*/ 7689 h 139730"/>
                <a:gd name="csX13" fmla="*/ 73649 w 94120"/>
                <a:gd name="csY13" fmla="*/ 41148 h 139730"/>
                <a:gd name="csX14" fmla="*/ 53632 w 94120"/>
                <a:gd name="csY14" fmla="*/ 81552 h 139730"/>
                <a:gd name="csX15" fmla="*/ 2313 w 94120"/>
                <a:gd name="csY15" fmla="*/ 131636 h 139730"/>
                <a:gd name="csX16" fmla="*/ 184 w 94120"/>
                <a:gd name="csY16" fmla="*/ 139843 h 139730"/>
                <a:gd name="csX17" fmla="*/ 87916 w 94120"/>
                <a:gd name="csY17" fmla="*/ 139843 h 139730"/>
                <a:gd name="csX18" fmla="*/ 94304 w 94120"/>
                <a:gd name="csY18" fmla="*/ 101544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4120" h="139730">
                  <a:moveTo>
                    <a:pt x="94304" y="101544"/>
                  </a:moveTo>
                  <a:lnTo>
                    <a:pt x="87064" y="101544"/>
                  </a:lnTo>
                  <a:cubicBezTo>
                    <a:pt x="86425" y="106173"/>
                    <a:pt x="84296" y="118589"/>
                    <a:pt x="81528" y="120694"/>
                  </a:cubicBezTo>
                  <a:cubicBezTo>
                    <a:pt x="79824" y="121956"/>
                    <a:pt x="63428" y="121956"/>
                    <a:pt x="60446" y="121956"/>
                  </a:cubicBezTo>
                  <a:lnTo>
                    <a:pt x="21265" y="121956"/>
                  </a:lnTo>
                  <a:cubicBezTo>
                    <a:pt x="43624" y="102385"/>
                    <a:pt x="51077" y="96493"/>
                    <a:pt x="63853" y="86603"/>
                  </a:cubicBezTo>
                  <a:cubicBezTo>
                    <a:pt x="79611" y="74187"/>
                    <a:pt x="94304" y="61140"/>
                    <a:pt x="94304" y="41148"/>
                  </a:cubicBezTo>
                  <a:cubicBezTo>
                    <a:pt x="94304" y="15685"/>
                    <a:pt x="71732" y="113"/>
                    <a:pt x="44476" y="113"/>
                  </a:cubicBezTo>
                  <a:cubicBezTo>
                    <a:pt x="18071" y="113"/>
                    <a:pt x="184" y="18421"/>
                    <a:pt x="184" y="37781"/>
                  </a:cubicBezTo>
                  <a:cubicBezTo>
                    <a:pt x="184" y="48513"/>
                    <a:pt x="9340" y="49566"/>
                    <a:pt x="11470" y="49566"/>
                  </a:cubicBezTo>
                  <a:cubicBezTo>
                    <a:pt x="16580" y="49566"/>
                    <a:pt x="22756" y="45988"/>
                    <a:pt x="22756" y="38412"/>
                  </a:cubicBezTo>
                  <a:cubicBezTo>
                    <a:pt x="22756" y="34625"/>
                    <a:pt x="21265" y="27259"/>
                    <a:pt x="10192" y="27259"/>
                  </a:cubicBezTo>
                  <a:cubicBezTo>
                    <a:pt x="16793" y="12318"/>
                    <a:pt x="31273" y="7689"/>
                    <a:pt x="41282" y="7689"/>
                  </a:cubicBezTo>
                  <a:cubicBezTo>
                    <a:pt x="62576" y="7689"/>
                    <a:pt x="73649" y="24103"/>
                    <a:pt x="73649" y="41148"/>
                  </a:cubicBezTo>
                  <a:cubicBezTo>
                    <a:pt x="73649" y="59456"/>
                    <a:pt x="60446" y="73976"/>
                    <a:pt x="53632" y="81552"/>
                  </a:cubicBezTo>
                  <a:lnTo>
                    <a:pt x="2313" y="131636"/>
                  </a:lnTo>
                  <a:cubicBezTo>
                    <a:pt x="184" y="133530"/>
                    <a:pt x="184" y="133951"/>
                    <a:pt x="184" y="139843"/>
                  </a:cubicBezTo>
                  <a:lnTo>
                    <a:pt x="87916" y="139843"/>
                  </a:lnTo>
                  <a:lnTo>
                    <a:pt x="94304" y="101544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7F9C974C-6B78-FC68-3B0F-9BE9C73AA40F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2758383" y="4985187"/>
              <a:ext cx="35591" cy="89886"/>
            </a:xfrm>
            <a:custGeom>
              <a:avLst/>
              <a:gdLst>
                <a:gd name="csX0" fmla="*/ 35780 w 35591"/>
                <a:gd name="csY0" fmla="*/ 31677 h 89886"/>
                <a:gd name="csX1" fmla="*/ 16311 w 35591"/>
                <a:gd name="csY1" fmla="*/ 111 h 89886"/>
                <a:gd name="csX2" fmla="*/ 188 w 35591"/>
                <a:gd name="csY2" fmla="*/ 16045 h 89886"/>
                <a:gd name="csX3" fmla="*/ 16311 w 35591"/>
                <a:gd name="csY3" fmla="*/ 31978 h 89886"/>
                <a:gd name="csX4" fmla="*/ 26958 w 35591"/>
                <a:gd name="csY4" fmla="*/ 28070 h 89886"/>
                <a:gd name="csX5" fmla="*/ 28479 w 35591"/>
                <a:gd name="csY5" fmla="*/ 27168 h 89886"/>
                <a:gd name="csX6" fmla="*/ 29087 w 35591"/>
                <a:gd name="csY6" fmla="*/ 31677 h 89886"/>
                <a:gd name="csX7" fmla="*/ 8402 w 35591"/>
                <a:gd name="csY7" fmla="*/ 81881 h 89886"/>
                <a:gd name="csX8" fmla="*/ 5055 w 35591"/>
                <a:gd name="csY8" fmla="*/ 86691 h 89886"/>
                <a:gd name="csX9" fmla="*/ 8097 w 35591"/>
                <a:gd name="csY9" fmla="*/ 89998 h 89886"/>
                <a:gd name="csX10" fmla="*/ 35780 w 35591"/>
                <a:gd name="csY10" fmla="*/ 31677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91" h="89886">
                  <a:moveTo>
                    <a:pt x="35780" y="31677"/>
                  </a:moveTo>
                  <a:cubicBezTo>
                    <a:pt x="35780" y="11836"/>
                    <a:pt x="28175" y="111"/>
                    <a:pt x="16311" y="111"/>
                  </a:cubicBezTo>
                  <a:cubicBezTo>
                    <a:pt x="6272" y="111"/>
                    <a:pt x="188" y="7627"/>
                    <a:pt x="188" y="16045"/>
                  </a:cubicBezTo>
                  <a:cubicBezTo>
                    <a:pt x="188" y="24161"/>
                    <a:pt x="6272" y="31978"/>
                    <a:pt x="16311" y="31978"/>
                  </a:cubicBezTo>
                  <a:cubicBezTo>
                    <a:pt x="19961" y="31978"/>
                    <a:pt x="23916" y="30775"/>
                    <a:pt x="26958" y="28070"/>
                  </a:cubicBezTo>
                  <a:cubicBezTo>
                    <a:pt x="27871" y="27468"/>
                    <a:pt x="28175" y="27168"/>
                    <a:pt x="28479" y="27168"/>
                  </a:cubicBezTo>
                  <a:cubicBezTo>
                    <a:pt x="28783" y="27168"/>
                    <a:pt x="29087" y="27468"/>
                    <a:pt x="29087" y="31677"/>
                  </a:cubicBezTo>
                  <a:cubicBezTo>
                    <a:pt x="29087" y="53923"/>
                    <a:pt x="18440" y="71961"/>
                    <a:pt x="8402" y="81881"/>
                  </a:cubicBezTo>
                  <a:cubicBezTo>
                    <a:pt x="5055" y="85188"/>
                    <a:pt x="5055" y="85789"/>
                    <a:pt x="5055" y="86691"/>
                  </a:cubicBezTo>
                  <a:cubicBezTo>
                    <a:pt x="5055" y="88796"/>
                    <a:pt x="6576" y="89998"/>
                    <a:pt x="8097" y="89998"/>
                  </a:cubicBezTo>
                  <a:cubicBezTo>
                    <a:pt x="11444" y="89998"/>
                    <a:pt x="35780" y="66850"/>
                    <a:pt x="35780" y="31677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AF0BF527-DC6C-ADFF-60D6-BEA583D829E2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2893583" y="4985187"/>
              <a:ext cx="32245" cy="31866"/>
            </a:xfrm>
            <a:custGeom>
              <a:avLst/>
              <a:gdLst>
                <a:gd name="csX0" fmla="*/ 32438 w 32245"/>
                <a:gd name="csY0" fmla="*/ 16045 h 31866"/>
                <a:gd name="csX1" fmla="*/ 16315 w 32245"/>
                <a:gd name="csY1" fmla="*/ 111 h 31866"/>
                <a:gd name="csX2" fmla="*/ 193 w 32245"/>
                <a:gd name="csY2" fmla="*/ 16045 h 31866"/>
                <a:gd name="csX3" fmla="*/ 16315 w 32245"/>
                <a:gd name="csY3" fmla="*/ 31978 h 31866"/>
                <a:gd name="csX4" fmla="*/ 32438 w 32245"/>
                <a:gd name="csY4" fmla="*/ 16045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5" h="31866">
                  <a:moveTo>
                    <a:pt x="32438" y="16045"/>
                  </a:moveTo>
                  <a:cubicBezTo>
                    <a:pt x="32438" y="7326"/>
                    <a:pt x="25137" y="111"/>
                    <a:pt x="16315" y="111"/>
                  </a:cubicBezTo>
                  <a:cubicBezTo>
                    <a:pt x="7493" y="111"/>
                    <a:pt x="193" y="7326"/>
                    <a:pt x="193" y="16045"/>
                  </a:cubicBezTo>
                  <a:cubicBezTo>
                    <a:pt x="193" y="24763"/>
                    <a:pt x="7493" y="31978"/>
                    <a:pt x="16315" y="31978"/>
                  </a:cubicBezTo>
                  <a:cubicBezTo>
                    <a:pt x="25137" y="31978"/>
                    <a:pt x="32438" y="24763"/>
                    <a:pt x="32438" y="16045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683E9691-6462-DCDE-CB09-69B9EE1773AA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3028784" y="4985187"/>
              <a:ext cx="32245" cy="31866"/>
            </a:xfrm>
            <a:custGeom>
              <a:avLst/>
              <a:gdLst>
                <a:gd name="csX0" fmla="*/ 32443 w 32245"/>
                <a:gd name="csY0" fmla="*/ 16045 h 31866"/>
                <a:gd name="csX1" fmla="*/ 16320 w 32245"/>
                <a:gd name="csY1" fmla="*/ 111 h 31866"/>
                <a:gd name="csX2" fmla="*/ 197 w 32245"/>
                <a:gd name="csY2" fmla="*/ 16045 h 31866"/>
                <a:gd name="csX3" fmla="*/ 16320 w 32245"/>
                <a:gd name="csY3" fmla="*/ 31978 h 31866"/>
                <a:gd name="csX4" fmla="*/ 32443 w 32245"/>
                <a:gd name="csY4" fmla="*/ 16045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5" h="31866">
                  <a:moveTo>
                    <a:pt x="32443" y="16045"/>
                  </a:moveTo>
                  <a:cubicBezTo>
                    <a:pt x="32443" y="7326"/>
                    <a:pt x="25142" y="111"/>
                    <a:pt x="16320" y="111"/>
                  </a:cubicBezTo>
                  <a:cubicBezTo>
                    <a:pt x="7498" y="111"/>
                    <a:pt x="197" y="7326"/>
                    <a:pt x="197" y="16045"/>
                  </a:cubicBezTo>
                  <a:cubicBezTo>
                    <a:pt x="197" y="24763"/>
                    <a:pt x="7498" y="31978"/>
                    <a:pt x="16320" y="31978"/>
                  </a:cubicBezTo>
                  <a:cubicBezTo>
                    <a:pt x="25142" y="31978"/>
                    <a:pt x="32443" y="24763"/>
                    <a:pt x="32443" y="16045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523DEE02-5844-F8AA-BFC5-C6CE1E8DC4C5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3163984" y="4985187"/>
              <a:ext cx="32245" cy="31866"/>
            </a:xfrm>
            <a:custGeom>
              <a:avLst/>
              <a:gdLst>
                <a:gd name="csX0" fmla="*/ 32447 w 32245"/>
                <a:gd name="csY0" fmla="*/ 16045 h 31866"/>
                <a:gd name="csX1" fmla="*/ 16324 w 32245"/>
                <a:gd name="csY1" fmla="*/ 111 h 31866"/>
                <a:gd name="csX2" fmla="*/ 201 w 32245"/>
                <a:gd name="csY2" fmla="*/ 16045 h 31866"/>
                <a:gd name="csX3" fmla="*/ 16324 w 32245"/>
                <a:gd name="csY3" fmla="*/ 31978 h 31866"/>
                <a:gd name="csX4" fmla="*/ 32447 w 32245"/>
                <a:gd name="csY4" fmla="*/ 16045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5" h="31866">
                  <a:moveTo>
                    <a:pt x="32447" y="16045"/>
                  </a:moveTo>
                  <a:cubicBezTo>
                    <a:pt x="32447" y="7326"/>
                    <a:pt x="25146" y="111"/>
                    <a:pt x="16324" y="111"/>
                  </a:cubicBezTo>
                  <a:cubicBezTo>
                    <a:pt x="7502" y="111"/>
                    <a:pt x="201" y="7326"/>
                    <a:pt x="201" y="16045"/>
                  </a:cubicBezTo>
                  <a:cubicBezTo>
                    <a:pt x="201" y="24763"/>
                    <a:pt x="7502" y="31978"/>
                    <a:pt x="16324" y="31978"/>
                  </a:cubicBezTo>
                  <a:cubicBezTo>
                    <a:pt x="25146" y="31978"/>
                    <a:pt x="32447" y="24763"/>
                    <a:pt x="32447" y="16045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00F4D05D-E543-7F52-48F6-76921956FAB0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3299185" y="4985187"/>
              <a:ext cx="35591" cy="89886"/>
            </a:xfrm>
            <a:custGeom>
              <a:avLst/>
              <a:gdLst>
                <a:gd name="csX0" fmla="*/ 35798 w 35591"/>
                <a:gd name="csY0" fmla="*/ 31677 h 89886"/>
                <a:gd name="csX1" fmla="*/ 16329 w 35591"/>
                <a:gd name="csY1" fmla="*/ 111 h 89886"/>
                <a:gd name="csX2" fmla="*/ 206 w 35591"/>
                <a:gd name="csY2" fmla="*/ 16045 h 89886"/>
                <a:gd name="csX3" fmla="*/ 16329 w 35591"/>
                <a:gd name="csY3" fmla="*/ 31978 h 89886"/>
                <a:gd name="csX4" fmla="*/ 26976 w 35591"/>
                <a:gd name="csY4" fmla="*/ 28070 h 89886"/>
                <a:gd name="csX5" fmla="*/ 28497 w 35591"/>
                <a:gd name="csY5" fmla="*/ 27168 h 89886"/>
                <a:gd name="csX6" fmla="*/ 29105 w 35591"/>
                <a:gd name="csY6" fmla="*/ 31677 h 89886"/>
                <a:gd name="csX7" fmla="*/ 8419 w 35591"/>
                <a:gd name="csY7" fmla="*/ 81881 h 89886"/>
                <a:gd name="csX8" fmla="*/ 5073 w 35591"/>
                <a:gd name="csY8" fmla="*/ 86691 h 89886"/>
                <a:gd name="csX9" fmla="*/ 8115 w 35591"/>
                <a:gd name="csY9" fmla="*/ 89998 h 89886"/>
                <a:gd name="csX10" fmla="*/ 35798 w 35591"/>
                <a:gd name="csY10" fmla="*/ 31677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91" h="89886">
                  <a:moveTo>
                    <a:pt x="35798" y="31677"/>
                  </a:moveTo>
                  <a:cubicBezTo>
                    <a:pt x="35798" y="11836"/>
                    <a:pt x="28193" y="111"/>
                    <a:pt x="16329" y="111"/>
                  </a:cubicBezTo>
                  <a:cubicBezTo>
                    <a:pt x="6290" y="111"/>
                    <a:pt x="206" y="7627"/>
                    <a:pt x="206" y="16045"/>
                  </a:cubicBezTo>
                  <a:cubicBezTo>
                    <a:pt x="206" y="24161"/>
                    <a:pt x="6290" y="31978"/>
                    <a:pt x="16329" y="31978"/>
                  </a:cubicBezTo>
                  <a:cubicBezTo>
                    <a:pt x="19979" y="31978"/>
                    <a:pt x="23934" y="30775"/>
                    <a:pt x="26976" y="28070"/>
                  </a:cubicBezTo>
                  <a:cubicBezTo>
                    <a:pt x="27888" y="27468"/>
                    <a:pt x="28193" y="27168"/>
                    <a:pt x="28497" y="27168"/>
                  </a:cubicBezTo>
                  <a:cubicBezTo>
                    <a:pt x="28801" y="27168"/>
                    <a:pt x="29105" y="27468"/>
                    <a:pt x="29105" y="31677"/>
                  </a:cubicBezTo>
                  <a:cubicBezTo>
                    <a:pt x="29105" y="53923"/>
                    <a:pt x="18458" y="71961"/>
                    <a:pt x="8419" y="81881"/>
                  </a:cubicBezTo>
                  <a:cubicBezTo>
                    <a:pt x="5073" y="85188"/>
                    <a:pt x="5073" y="85789"/>
                    <a:pt x="5073" y="86691"/>
                  </a:cubicBezTo>
                  <a:cubicBezTo>
                    <a:pt x="5073" y="88796"/>
                    <a:pt x="6594" y="89998"/>
                    <a:pt x="8115" y="89998"/>
                  </a:cubicBezTo>
                  <a:cubicBezTo>
                    <a:pt x="11461" y="89998"/>
                    <a:pt x="35798" y="66850"/>
                    <a:pt x="35798" y="31677"/>
                  </a:cubicBez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D49D91A-F548-E64C-0092-479CF320B1C5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3417046" y="4884177"/>
              <a:ext cx="151493" cy="136183"/>
            </a:xfrm>
            <a:custGeom>
              <a:avLst/>
              <a:gdLst>
                <a:gd name="csX0" fmla="*/ 92992 w 151493"/>
                <a:gd name="csY0" fmla="*/ 42199 h 136183"/>
                <a:gd name="csX1" fmla="*/ 123108 w 151493"/>
                <a:gd name="csY1" fmla="*/ 6725 h 136183"/>
                <a:gd name="csX2" fmla="*/ 138319 w 151493"/>
                <a:gd name="csY2" fmla="*/ 10633 h 136183"/>
                <a:gd name="csX3" fmla="*/ 123717 w 151493"/>
                <a:gd name="csY3" fmla="*/ 26867 h 136183"/>
                <a:gd name="csX4" fmla="*/ 135277 w 151493"/>
                <a:gd name="csY4" fmla="*/ 37389 h 136183"/>
                <a:gd name="csX5" fmla="*/ 151704 w 151493"/>
                <a:gd name="csY5" fmla="*/ 19953 h 136183"/>
                <a:gd name="csX6" fmla="*/ 123413 w 151493"/>
                <a:gd name="csY6" fmla="*/ 111 h 136183"/>
                <a:gd name="csX7" fmla="*/ 91471 w 151493"/>
                <a:gd name="csY7" fmla="*/ 22959 h 136183"/>
                <a:gd name="csX8" fmla="*/ 58617 w 151493"/>
                <a:gd name="csY8" fmla="*/ 111 h 136183"/>
                <a:gd name="csX9" fmla="*/ 9641 w 151493"/>
                <a:gd name="csY9" fmla="*/ 46408 h 136183"/>
                <a:gd name="csX10" fmla="*/ 13291 w 151493"/>
                <a:gd name="csY10" fmla="*/ 49414 h 136183"/>
                <a:gd name="csX11" fmla="*/ 17246 w 151493"/>
                <a:gd name="csY11" fmla="*/ 46107 h 136183"/>
                <a:gd name="csX12" fmla="*/ 58009 w 151493"/>
                <a:gd name="csY12" fmla="*/ 6725 h 136183"/>
                <a:gd name="csX13" fmla="*/ 74436 w 151493"/>
                <a:gd name="csY13" fmla="*/ 26867 h 136183"/>
                <a:gd name="csX14" fmla="*/ 58009 w 151493"/>
                <a:gd name="csY14" fmla="*/ 98416 h 136183"/>
                <a:gd name="csX15" fmla="*/ 29110 w 151493"/>
                <a:gd name="csY15" fmla="*/ 129681 h 136183"/>
                <a:gd name="csX16" fmla="*/ 13899 w 151493"/>
                <a:gd name="csY16" fmla="*/ 125773 h 136183"/>
                <a:gd name="csX17" fmla="*/ 28197 w 151493"/>
                <a:gd name="csY17" fmla="*/ 109539 h 136183"/>
                <a:gd name="csX18" fmla="*/ 16941 w 151493"/>
                <a:gd name="csY18" fmla="*/ 99017 h 136183"/>
                <a:gd name="csX19" fmla="*/ 210 w 151493"/>
                <a:gd name="csY19" fmla="*/ 116453 h 136183"/>
                <a:gd name="csX20" fmla="*/ 28805 w 151493"/>
                <a:gd name="csY20" fmla="*/ 136294 h 136183"/>
                <a:gd name="csX21" fmla="*/ 60747 w 151493"/>
                <a:gd name="csY21" fmla="*/ 113447 h 136183"/>
                <a:gd name="csX22" fmla="*/ 93601 w 151493"/>
                <a:gd name="csY22" fmla="*/ 136294 h 136183"/>
                <a:gd name="csX23" fmla="*/ 142273 w 151493"/>
                <a:gd name="csY23" fmla="*/ 89998 h 136183"/>
                <a:gd name="csX24" fmla="*/ 138623 w 151493"/>
                <a:gd name="csY24" fmla="*/ 86992 h 136183"/>
                <a:gd name="csX25" fmla="*/ 134668 w 151493"/>
                <a:gd name="csY25" fmla="*/ 90299 h 136183"/>
                <a:gd name="csX26" fmla="*/ 94209 w 151493"/>
                <a:gd name="csY26" fmla="*/ 129681 h 136183"/>
                <a:gd name="csX27" fmla="*/ 77478 w 151493"/>
                <a:gd name="csY27" fmla="*/ 109839 h 136183"/>
                <a:gd name="csX28" fmla="*/ 82649 w 151493"/>
                <a:gd name="csY28" fmla="*/ 83384 h 136183"/>
                <a:gd name="csX29" fmla="*/ 92992 w 151493"/>
                <a:gd name="csY29" fmla="*/ 42199 h 136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93" h="136183">
                  <a:moveTo>
                    <a:pt x="92992" y="42199"/>
                  </a:moveTo>
                  <a:cubicBezTo>
                    <a:pt x="94818" y="34383"/>
                    <a:pt x="101814" y="6725"/>
                    <a:pt x="123108" y="6725"/>
                  </a:cubicBezTo>
                  <a:cubicBezTo>
                    <a:pt x="124629" y="6725"/>
                    <a:pt x="131930" y="6725"/>
                    <a:pt x="138319" y="10633"/>
                  </a:cubicBezTo>
                  <a:cubicBezTo>
                    <a:pt x="129801" y="12136"/>
                    <a:pt x="123717" y="19652"/>
                    <a:pt x="123717" y="26867"/>
                  </a:cubicBezTo>
                  <a:cubicBezTo>
                    <a:pt x="123717" y="31677"/>
                    <a:pt x="127063" y="37389"/>
                    <a:pt x="135277" y="37389"/>
                  </a:cubicBezTo>
                  <a:cubicBezTo>
                    <a:pt x="141969" y="37389"/>
                    <a:pt x="151704" y="31978"/>
                    <a:pt x="151704" y="19953"/>
                  </a:cubicBezTo>
                  <a:cubicBezTo>
                    <a:pt x="151704" y="4320"/>
                    <a:pt x="133756" y="111"/>
                    <a:pt x="123413" y="111"/>
                  </a:cubicBezTo>
                  <a:cubicBezTo>
                    <a:pt x="105769" y="111"/>
                    <a:pt x="95122" y="16045"/>
                    <a:pt x="91471" y="22959"/>
                  </a:cubicBezTo>
                  <a:cubicBezTo>
                    <a:pt x="83866" y="3118"/>
                    <a:pt x="67439" y="111"/>
                    <a:pt x="58617" y="111"/>
                  </a:cubicBezTo>
                  <a:cubicBezTo>
                    <a:pt x="26980" y="111"/>
                    <a:pt x="9641" y="38892"/>
                    <a:pt x="9641" y="46408"/>
                  </a:cubicBezTo>
                  <a:cubicBezTo>
                    <a:pt x="9641" y="49414"/>
                    <a:pt x="12683" y="49414"/>
                    <a:pt x="13291" y="49414"/>
                  </a:cubicBezTo>
                  <a:cubicBezTo>
                    <a:pt x="15725" y="49414"/>
                    <a:pt x="16637" y="48813"/>
                    <a:pt x="17246" y="46107"/>
                  </a:cubicBezTo>
                  <a:cubicBezTo>
                    <a:pt x="27589" y="14241"/>
                    <a:pt x="47666" y="6725"/>
                    <a:pt x="58009" y="6725"/>
                  </a:cubicBezTo>
                  <a:cubicBezTo>
                    <a:pt x="63789" y="6725"/>
                    <a:pt x="74436" y="9431"/>
                    <a:pt x="74436" y="26867"/>
                  </a:cubicBezTo>
                  <a:cubicBezTo>
                    <a:pt x="74436" y="36186"/>
                    <a:pt x="69264" y="56328"/>
                    <a:pt x="58009" y="98416"/>
                  </a:cubicBezTo>
                  <a:cubicBezTo>
                    <a:pt x="53142" y="117054"/>
                    <a:pt x="42495" y="129681"/>
                    <a:pt x="29110" y="129681"/>
                  </a:cubicBezTo>
                  <a:cubicBezTo>
                    <a:pt x="27284" y="129681"/>
                    <a:pt x="20288" y="129681"/>
                    <a:pt x="13899" y="125773"/>
                  </a:cubicBezTo>
                  <a:cubicBezTo>
                    <a:pt x="21505" y="124269"/>
                    <a:pt x="28197" y="117956"/>
                    <a:pt x="28197" y="109539"/>
                  </a:cubicBezTo>
                  <a:cubicBezTo>
                    <a:pt x="28197" y="101422"/>
                    <a:pt x="21505" y="99017"/>
                    <a:pt x="16941" y="99017"/>
                  </a:cubicBezTo>
                  <a:cubicBezTo>
                    <a:pt x="7815" y="99017"/>
                    <a:pt x="210" y="106833"/>
                    <a:pt x="210" y="116453"/>
                  </a:cubicBezTo>
                  <a:cubicBezTo>
                    <a:pt x="210" y="130282"/>
                    <a:pt x="15420" y="136294"/>
                    <a:pt x="28805" y="136294"/>
                  </a:cubicBezTo>
                  <a:cubicBezTo>
                    <a:pt x="48883" y="136294"/>
                    <a:pt x="59834" y="115251"/>
                    <a:pt x="60747" y="113447"/>
                  </a:cubicBezTo>
                  <a:cubicBezTo>
                    <a:pt x="64397" y="124570"/>
                    <a:pt x="75349" y="136294"/>
                    <a:pt x="93601" y="136294"/>
                  </a:cubicBezTo>
                  <a:cubicBezTo>
                    <a:pt x="124934" y="136294"/>
                    <a:pt x="142273" y="97514"/>
                    <a:pt x="142273" y="89998"/>
                  </a:cubicBezTo>
                  <a:cubicBezTo>
                    <a:pt x="142273" y="86992"/>
                    <a:pt x="139535" y="86992"/>
                    <a:pt x="138623" y="86992"/>
                  </a:cubicBezTo>
                  <a:cubicBezTo>
                    <a:pt x="135885" y="86992"/>
                    <a:pt x="135277" y="88194"/>
                    <a:pt x="134668" y="90299"/>
                  </a:cubicBezTo>
                  <a:cubicBezTo>
                    <a:pt x="124629" y="122466"/>
                    <a:pt x="103944" y="129681"/>
                    <a:pt x="94209" y="129681"/>
                  </a:cubicBezTo>
                  <a:cubicBezTo>
                    <a:pt x="82345" y="129681"/>
                    <a:pt x="77478" y="120061"/>
                    <a:pt x="77478" y="109839"/>
                  </a:cubicBezTo>
                  <a:cubicBezTo>
                    <a:pt x="77478" y="103226"/>
                    <a:pt x="79303" y="96612"/>
                    <a:pt x="82649" y="83384"/>
                  </a:cubicBezTo>
                  <a:lnTo>
                    <a:pt x="92992" y="42199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CE6F809D-F92C-9847-F2AA-3C55BADC5BAF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3592093" y="4922626"/>
              <a:ext cx="64521" cy="141624"/>
            </a:xfrm>
            <a:custGeom>
              <a:avLst/>
              <a:gdLst>
                <a:gd name="csX0" fmla="*/ 59201 w 64521"/>
                <a:gd name="csY0" fmla="*/ 8109 h 141624"/>
                <a:gd name="csX1" fmla="*/ 50683 w 64521"/>
                <a:gd name="csY1" fmla="*/ 113 h 141624"/>
                <a:gd name="csX2" fmla="*/ 38759 w 64521"/>
                <a:gd name="csY2" fmla="*/ 11687 h 141624"/>
                <a:gd name="csX3" fmla="*/ 47276 w 64521"/>
                <a:gd name="csY3" fmla="*/ 19684 h 141624"/>
                <a:gd name="csX4" fmla="*/ 59201 w 64521"/>
                <a:gd name="csY4" fmla="*/ 8109 h 141624"/>
                <a:gd name="csX5" fmla="*/ 15761 w 64521"/>
                <a:gd name="csY5" fmla="*/ 115012 h 141624"/>
                <a:gd name="csX6" fmla="*/ 13844 w 64521"/>
                <a:gd name="csY6" fmla="*/ 123850 h 141624"/>
                <a:gd name="csX7" fmla="*/ 34074 w 64521"/>
                <a:gd name="csY7" fmla="*/ 141737 h 141624"/>
                <a:gd name="csX8" fmla="*/ 64738 w 64521"/>
                <a:gd name="csY8" fmla="*/ 109540 h 141624"/>
                <a:gd name="csX9" fmla="*/ 61330 w 64521"/>
                <a:gd name="csY9" fmla="*/ 106805 h 141624"/>
                <a:gd name="csX10" fmla="*/ 57285 w 64521"/>
                <a:gd name="csY10" fmla="*/ 110382 h 141624"/>
                <a:gd name="csX11" fmla="*/ 34713 w 64521"/>
                <a:gd name="csY11" fmla="*/ 135845 h 141624"/>
                <a:gd name="csX12" fmla="*/ 29389 w 64521"/>
                <a:gd name="csY12" fmla="*/ 128480 h 141624"/>
                <a:gd name="csX13" fmla="*/ 32796 w 64521"/>
                <a:gd name="csY13" fmla="*/ 115012 h 141624"/>
                <a:gd name="csX14" fmla="*/ 39610 w 64521"/>
                <a:gd name="csY14" fmla="*/ 98177 h 141624"/>
                <a:gd name="csX15" fmla="*/ 50044 w 64521"/>
                <a:gd name="csY15" fmla="*/ 71451 h 141624"/>
                <a:gd name="csX16" fmla="*/ 51322 w 64521"/>
                <a:gd name="csY16" fmla="*/ 64717 h 141624"/>
                <a:gd name="csX17" fmla="*/ 31093 w 64521"/>
                <a:gd name="csY17" fmla="*/ 46830 h 141624"/>
                <a:gd name="csX18" fmla="*/ 216 w 64521"/>
                <a:gd name="csY18" fmla="*/ 79027 h 141624"/>
                <a:gd name="csX19" fmla="*/ 3836 w 64521"/>
                <a:gd name="csY19" fmla="*/ 81763 h 141624"/>
                <a:gd name="csX20" fmla="*/ 7669 w 64521"/>
                <a:gd name="csY20" fmla="*/ 78396 h 141624"/>
                <a:gd name="csX21" fmla="*/ 30454 w 64521"/>
                <a:gd name="csY21" fmla="*/ 52722 h 141624"/>
                <a:gd name="csX22" fmla="*/ 35777 w 64521"/>
                <a:gd name="csY22" fmla="*/ 60088 h 141624"/>
                <a:gd name="csX23" fmla="*/ 29176 w 64521"/>
                <a:gd name="csY23" fmla="*/ 81131 h 141624"/>
                <a:gd name="csX24" fmla="*/ 15761 w 64521"/>
                <a:gd name="csY24" fmla="*/ 115012 h 141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21" h="141624">
                  <a:moveTo>
                    <a:pt x="59201" y="8109"/>
                  </a:moveTo>
                  <a:cubicBezTo>
                    <a:pt x="59201" y="4742"/>
                    <a:pt x="56646" y="113"/>
                    <a:pt x="50683" y="113"/>
                  </a:cubicBezTo>
                  <a:cubicBezTo>
                    <a:pt x="44934" y="113"/>
                    <a:pt x="38759" y="5584"/>
                    <a:pt x="38759" y="11687"/>
                  </a:cubicBezTo>
                  <a:cubicBezTo>
                    <a:pt x="38759" y="15264"/>
                    <a:pt x="41527" y="19684"/>
                    <a:pt x="47276" y="19684"/>
                  </a:cubicBezTo>
                  <a:cubicBezTo>
                    <a:pt x="53452" y="19684"/>
                    <a:pt x="59201" y="13791"/>
                    <a:pt x="59201" y="8109"/>
                  </a:cubicBezTo>
                  <a:close/>
                  <a:moveTo>
                    <a:pt x="15761" y="115012"/>
                  </a:moveTo>
                  <a:cubicBezTo>
                    <a:pt x="14909" y="117747"/>
                    <a:pt x="13844" y="120273"/>
                    <a:pt x="13844" y="123850"/>
                  </a:cubicBezTo>
                  <a:cubicBezTo>
                    <a:pt x="13844" y="133741"/>
                    <a:pt x="22362" y="141737"/>
                    <a:pt x="34074" y="141737"/>
                  </a:cubicBezTo>
                  <a:cubicBezTo>
                    <a:pt x="55368" y="141737"/>
                    <a:pt x="64738" y="112697"/>
                    <a:pt x="64738" y="109540"/>
                  </a:cubicBezTo>
                  <a:cubicBezTo>
                    <a:pt x="64738" y="106805"/>
                    <a:pt x="61969" y="106805"/>
                    <a:pt x="61330" y="106805"/>
                  </a:cubicBezTo>
                  <a:cubicBezTo>
                    <a:pt x="58349" y="106805"/>
                    <a:pt x="58136" y="108067"/>
                    <a:pt x="57285" y="110382"/>
                  </a:cubicBezTo>
                  <a:cubicBezTo>
                    <a:pt x="52387" y="127217"/>
                    <a:pt x="43017" y="135845"/>
                    <a:pt x="34713" y="135845"/>
                  </a:cubicBezTo>
                  <a:cubicBezTo>
                    <a:pt x="30454" y="135845"/>
                    <a:pt x="29389" y="133109"/>
                    <a:pt x="29389" y="128480"/>
                  </a:cubicBezTo>
                  <a:cubicBezTo>
                    <a:pt x="29389" y="123640"/>
                    <a:pt x="30880" y="119641"/>
                    <a:pt x="32796" y="115012"/>
                  </a:cubicBezTo>
                  <a:cubicBezTo>
                    <a:pt x="34926" y="109330"/>
                    <a:pt x="37268" y="103648"/>
                    <a:pt x="39610" y="98177"/>
                  </a:cubicBezTo>
                  <a:cubicBezTo>
                    <a:pt x="41527" y="93126"/>
                    <a:pt x="49193" y="73976"/>
                    <a:pt x="50044" y="71451"/>
                  </a:cubicBezTo>
                  <a:cubicBezTo>
                    <a:pt x="50683" y="69347"/>
                    <a:pt x="51322" y="66822"/>
                    <a:pt x="51322" y="64717"/>
                  </a:cubicBezTo>
                  <a:cubicBezTo>
                    <a:pt x="51322" y="54827"/>
                    <a:pt x="42804" y="46830"/>
                    <a:pt x="31093" y="46830"/>
                  </a:cubicBezTo>
                  <a:cubicBezTo>
                    <a:pt x="10011" y="46830"/>
                    <a:pt x="216" y="75449"/>
                    <a:pt x="216" y="79027"/>
                  </a:cubicBezTo>
                  <a:cubicBezTo>
                    <a:pt x="216" y="81763"/>
                    <a:pt x="3197" y="81763"/>
                    <a:pt x="3836" y="81763"/>
                  </a:cubicBezTo>
                  <a:cubicBezTo>
                    <a:pt x="6817" y="81763"/>
                    <a:pt x="7030" y="80710"/>
                    <a:pt x="7669" y="78396"/>
                  </a:cubicBezTo>
                  <a:cubicBezTo>
                    <a:pt x="13205" y="60298"/>
                    <a:pt x="22575" y="52722"/>
                    <a:pt x="30454" y="52722"/>
                  </a:cubicBezTo>
                  <a:cubicBezTo>
                    <a:pt x="33861" y="52722"/>
                    <a:pt x="35777" y="54406"/>
                    <a:pt x="35777" y="60088"/>
                  </a:cubicBezTo>
                  <a:cubicBezTo>
                    <a:pt x="35777" y="64928"/>
                    <a:pt x="34500" y="68084"/>
                    <a:pt x="29176" y="81131"/>
                  </a:cubicBezTo>
                  <a:lnTo>
                    <a:pt x="15761" y="115012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E42B268E-B97C-F521-F493-A132590669B2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3691151" y="5004276"/>
              <a:ext cx="143948" cy="10311"/>
            </a:xfrm>
            <a:custGeom>
              <a:avLst/>
              <a:gdLst>
                <a:gd name="csX0" fmla="*/ 135650 w 143948"/>
                <a:gd name="csY0" fmla="*/ 10424 h 10311"/>
                <a:gd name="csX1" fmla="*/ 144168 w 143948"/>
                <a:gd name="csY1" fmla="*/ 5374 h 10311"/>
                <a:gd name="csX2" fmla="*/ 135650 w 143948"/>
                <a:gd name="csY2" fmla="*/ 113 h 10311"/>
                <a:gd name="csX3" fmla="*/ 8737 w 143948"/>
                <a:gd name="csY3" fmla="*/ 113 h 10311"/>
                <a:gd name="csX4" fmla="*/ 219 w 143948"/>
                <a:gd name="csY4" fmla="*/ 5163 h 10311"/>
                <a:gd name="csX5" fmla="*/ 8737 w 143948"/>
                <a:gd name="csY5" fmla="*/ 10424 h 10311"/>
                <a:gd name="csX6" fmla="*/ 135650 w 143948"/>
                <a:gd name="csY6" fmla="*/ 10424 h 10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948" h="10311">
                  <a:moveTo>
                    <a:pt x="135650" y="10424"/>
                  </a:moveTo>
                  <a:cubicBezTo>
                    <a:pt x="139057" y="10424"/>
                    <a:pt x="144168" y="10424"/>
                    <a:pt x="144168" y="5374"/>
                  </a:cubicBezTo>
                  <a:cubicBezTo>
                    <a:pt x="144168" y="113"/>
                    <a:pt x="139270" y="113"/>
                    <a:pt x="135650" y="113"/>
                  </a:cubicBezTo>
                  <a:lnTo>
                    <a:pt x="8737" y="113"/>
                  </a:lnTo>
                  <a:cubicBezTo>
                    <a:pt x="5329" y="113"/>
                    <a:pt x="219" y="113"/>
                    <a:pt x="219" y="5163"/>
                  </a:cubicBezTo>
                  <a:cubicBezTo>
                    <a:pt x="219" y="10424"/>
                    <a:pt x="5116" y="10424"/>
                    <a:pt x="8737" y="10424"/>
                  </a:cubicBezTo>
                  <a:lnTo>
                    <a:pt x="135650" y="10424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6BBAC497-FF7E-C8F8-B654-1A0E1FAD6F08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3881492" y="4922416"/>
              <a:ext cx="77511" cy="139730"/>
            </a:xfrm>
            <a:custGeom>
              <a:avLst/>
              <a:gdLst>
                <a:gd name="csX0" fmla="*/ 48350 w 77511"/>
                <a:gd name="csY0" fmla="*/ 6005 h 139730"/>
                <a:gd name="csX1" fmla="*/ 41962 w 77511"/>
                <a:gd name="csY1" fmla="*/ 113 h 139730"/>
                <a:gd name="csX2" fmla="*/ 225 w 77511"/>
                <a:gd name="csY2" fmla="*/ 13581 h 139730"/>
                <a:gd name="csX3" fmla="*/ 225 w 77511"/>
                <a:gd name="csY3" fmla="*/ 21157 h 139730"/>
                <a:gd name="csX4" fmla="*/ 31102 w 77511"/>
                <a:gd name="csY4" fmla="*/ 15264 h 139730"/>
                <a:gd name="csX5" fmla="*/ 31102 w 77511"/>
                <a:gd name="csY5" fmla="*/ 122587 h 139730"/>
                <a:gd name="csX6" fmla="*/ 9807 w 77511"/>
                <a:gd name="csY6" fmla="*/ 132268 h 139730"/>
                <a:gd name="csX7" fmla="*/ 1716 w 77511"/>
                <a:gd name="csY7" fmla="*/ 132268 h 139730"/>
                <a:gd name="csX8" fmla="*/ 1716 w 77511"/>
                <a:gd name="csY8" fmla="*/ 139843 h 139730"/>
                <a:gd name="csX9" fmla="*/ 39619 w 77511"/>
                <a:gd name="csY9" fmla="*/ 139002 h 139730"/>
                <a:gd name="csX10" fmla="*/ 77736 w 77511"/>
                <a:gd name="csY10" fmla="*/ 139843 h 139730"/>
                <a:gd name="csX11" fmla="*/ 77736 w 77511"/>
                <a:gd name="csY11" fmla="*/ 132268 h 139730"/>
                <a:gd name="csX12" fmla="*/ 69644 w 77511"/>
                <a:gd name="csY12" fmla="*/ 132268 h 139730"/>
                <a:gd name="csX13" fmla="*/ 48350 w 77511"/>
                <a:gd name="csY13" fmla="*/ 122587 h 139730"/>
                <a:gd name="csX14" fmla="*/ 48350 w 77511"/>
                <a:gd name="csY14" fmla="*/ 6005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11" h="139730">
                  <a:moveTo>
                    <a:pt x="48350" y="6005"/>
                  </a:moveTo>
                  <a:cubicBezTo>
                    <a:pt x="48350" y="323"/>
                    <a:pt x="47924" y="113"/>
                    <a:pt x="41962" y="113"/>
                  </a:cubicBezTo>
                  <a:cubicBezTo>
                    <a:pt x="28333" y="13370"/>
                    <a:pt x="8956" y="13581"/>
                    <a:pt x="225" y="13581"/>
                  </a:cubicBezTo>
                  <a:lnTo>
                    <a:pt x="225" y="21157"/>
                  </a:lnTo>
                  <a:cubicBezTo>
                    <a:pt x="5336" y="21157"/>
                    <a:pt x="19390" y="21157"/>
                    <a:pt x="31102" y="15264"/>
                  </a:cubicBezTo>
                  <a:lnTo>
                    <a:pt x="31102" y="122587"/>
                  </a:lnTo>
                  <a:cubicBezTo>
                    <a:pt x="31102" y="129532"/>
                    <a:pt x="31102" y="132268"/>
                    <a:pt x="9807" y="132268"/>
                  </a:cubicBezTo>
                  <a:lnTo>
                    <a:pt x="1716" y="132268"/>
                  </a:lnTo>
                  <a:lnTo>
                    <a:pt x="1716" y="139843"/>
                  </a:lnTo>
                  <a:cubicBezTo>
                    <a:pt x="5549" y="139633"/>
                    <a:pt x="31741" y="139002"/>
                    <a:pt x="39619" y="139002"/>
                  </a:cubicBezTo>
                  <a:cubicBezTo>
                    <a:pt x="46221" y="139002"/>
                    <a:pt x="73051" y="139633"/>
                    <a:pt x="77736" y="139843"/>
                  </a:cubicBezTo>
                  <a:lnTo>
                    <a:pt x="77736" y="132268"/>
                  </a:lnTo>
                  <a:lnTo>
                    <a:pt x="69644" y="132268"/>
                  </a:lnTo>
                  <a:cubicBezTo>
                    <a:pt x="48350" y="132268"/>
                    <a:pt x="48350" y="129532"/>
                    <a:pt x="48350" y="122587"/>
                  </a:cubicBezTo>
                  <a:lnTo>
                    <a:pt x="48350" y="6005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38AAC724-F71A-B822-78AA-9CD2BE7E175F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4095980" y="4863434"/>
              <a:ext cx="270132" cy="156926"/>
            </a:xfrm>
            <a:custGeom>
              <a:avLst/>
              <a:gdLst>
                <a:gd name="csX0" fmla="*/ 237207 w 270132"/>
                <a:gd name="csY0" fmla="*/ 84587 h 156926"/>
                <a:gd name="csX1" fmla="*/ 209828 w 270132"/>
                <a:gd name="csY1" fmla="*/ 113447 h 156926"/>
                <a:gd name="csX2" fmla="*/ 193706 w 270132"/>
                <a:gd name="csY2" fmla="*/ 153430 h 156926"/>
                <a:gd name="csX3" fmla="*/ 199790 w 270132"/>
                <a:gd name="csY3" fmla="*/ 157038 h 156926"/>
                <a:gd name="csX4" fmla="*/ 206482 w 270132"/>
                <a:gd name="csY4" fmla="*/ 151025 h 156926"/>
                <a:gd name="csX5" fmla="*/ 265802 w 270132"/>
                <a:gd name="csY5" fmla="*/ 82483 h 156926"/>
                <a:gd name="csX6" fmla="*/ 270365 w 270132"/>
                <a:gd name="csY6" fmla="*/ 78574 h 156926"/>
                <a:gd name="csX7" fmla="*/ 267931 w 270132"/>
                <a:gd name="csY7" fmla="*/ 75268 h 156926"/>
                <a:gd name="csX8" fmla="*/ 206178 w 270132"/>
                <a:gd name="csY8" fmla="*/ 4621 h 156926"/>
                <a:gd name="csX9" fmla="*/ 199790 w 270132"/>
                <a:gd name="csY9" fmla="*/ 111 h 156926"/>
                <a:gd name="csX10" fmla="*/ 193706 w 270132"/>
                <a:gd name="csY10" fmla="*/ 3719 h 156926"/>
                <a:gd name="csX11" fmla="*/ 209220 w 270132"/>
                <a:gd name="csY11" fmla="*/ 43401 h 156926"/>
                <a:gd name="csX12" fmla="*/ 237207 w 270132"/>
                <a:gd name="csY12" fmla="*/ 72562 h 156926"/>
                <a:gd name="csX13" fmla="*/ 11184 w 270132"/>
                <a:gd name="csY13" fmla="*/ 72562 h 156926"/>
                <a:gd name="csX14" fmla="*/ 232 w 270132"/>
                <a:gd name="csY14" fmla="*/ 78574 h 156926"/>
                <a:gd name="csX15" fmla="*/ 11184 w 270132"/>
                <a:gd name="csY15" fmla="*/ 84587 h 156926"/>
                <a:gd name="csX16" fmla="*/ 237207 w 270132"/>
                <a:gd name="csY16" fmla="*/ 84587 h 1569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70132" h="156926">
                  <a:moveTo>
                    <a:pt x="237207" y="84587"/>
                  </a:moveTo>
                  <a:cubicBezTo>
                    <a:pt x="220476" y="97213"/>
                    <a:pt x="212262" y="109539"/>
                    <a:pt x="209828" y="113447"/>
                  </a:cubicBezTo>
                  <a:cubicBezTo>
                    <a:pt x="196139" y="134190"/>
                    <a:pt x="193706" y="153129"/>
                    <a:pt x="193706" y="153430"/>
                  </a:cubicBezTo>
                  <a:cubicBezTo>
                    <a:pt x="193706" y="157038"/>
                    <a:pt x="197356" y="157038"/>
                    <a:pt x="199790" y="157038"/>
                  </a:cubicBezTo>
                  <a:cubicBezTo>
                    <a:pt x="204961" y="157038"/>
                    <a:pt x="205265" y="156436"/>
                    <a:pt x="206482" y="151025"/>
                  </a:cubicBezTo>
                  <a:cubicBezTo>
                    <a:pt x="213479" y="121564"/>
                    <a:pt x="231427" y="96311"/>
                    <a:pt x="265802" y="82483"/>
                  </a:cubicBezTo>
                  <a:cubicBezTo>
                    <a:pt x="269452" y="81280"/>
                    <a:pt x="270365" y="80679"/>
                    <a:pt x="270365" y="78574"/>
                  </a:cubicBezTo>
                  <a:cubicBezTo>
                    <a:pt x="270365" y="76470"/>
                    <a:pt x="268540" y="75568"/>
                    <a:pt x="267931" y="75268"/>
                  </a:cubicBezTo>
                  <a:cubicBezTo>
                    <a:pt x="254546" y="70157"/>
                    <a:pt x="217738" y="55126"/>
                    <a:pt x="206178" y="4621"/>
                  </a:cubicBezTo>
                  <a:cubicBezTo>
                    <a:pt x="205265" y="1013"/>
                    <a:pt x="204961" y="111"/>
                    <a:pt x="199790" y="111"/>
                  </a:cubicBezTo>
                  <a:cubicBezTo>
                    <a:pt x="197356" y="111"/>
                    <a:pt x="193706" y="111"/>
                    <a:pt x="193706" y="3719"/>
                  </a:cubicBezTo>
                  <a:cubicBezTo>
                    <a:pt x="193706" y="4320"/>
                    <a:pt x="196443" y="23259"/>
                    <a:pt x="209220" y="43401"/>
                  </a:cubicBezTo>
                  <a:cubicBezTo>
                    <a:pt x="215304" y="52420"/>
                    <a:pt x="224126" y="62942"/>
                    <a:pt x="237207" y="72562"/>
                  </a:cubicBezTo>
                  <a:lnTo>
                    <a:pt x="11184" y="72562"/>
                  </a:lnTo>
                  <a:cubicBezTo>
                    <a:pt x="5708" y="72562"/>
                    <a:pt x="232" y="72562"/>
                    <a:pt x="232" y="78574"/>
                  </a:cubicBezTo>
                  <a:cubicBezTo>
                    <a:pt x="232" y="84587"/>
                    <a:pt x="5708" y="84587"/>
                    <a:pt x="11184" y="84587"/>
                  </a:cubicBezTo>
                  <a:lnTo>
                    <a:pt x="237207" y="84587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1AC7634D-4B43-5C65-D5A4-07FB3A15FAB5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4447029" y="4613462"/>
              <a:ext cx="100387" cy="200216"/>
            </a:xfrm>
            <a:custGeom>
              <a:avLst/>
              <a:gdLst>
                <a:gd name="csX0" fmla="*/ 62605 w 100387"/>
                <a:gd name="csY0" fmla="*/ 7921 h 200216"/>
                <a:gd name="csX1" fmla="*/ 55608 w 100387"/>
                <a:gd name="csY1" fmla="*/ 105 h 200216"/>
                <a:gd name="csX2" fmla="*/ 243 w 100387"/>
                <a:gd name="csY2" fmla="*/ 19345 h 200216"/>
                <a:gd name="csX3" fmla="*/ 243 w 100387"/>
                <a:gd name="csY3" fmla="*/ 28664 h 200216"/>
                <a:gd name="csX4" fmla="*/ 40094 w 100387"/>
                <a:gd name="csY4" fmla="*/ 20848 h 200216"/>
                <a:gd name="csX5" fmla="*/ 40094 w 100387"/>
                <a:gd name="csY5" fmla="*/ 176571 h 200216"/>
                <a:gd name="csX6" fmla="*/ 11803 w 100387"/>
                <a:gd name="csY6" fmla="*/ 191001 h 200216"/>
                <a:gd name="csX7" fmla="*/ 2069 w 100387"/>
                <a:gd name="csY7" fmla="*/ 191001 h 200216"/>
                <a:gd name="csX8" fmla="*/ 2069 w 100387"/>
                <a:gd name="csY8" fmla="*/ 200321 h 200216"/>
                <a:gd name="csX9" fmla="*/ 51350 w 100387"/>
                <a:gd name="csY9" fmla="*/ 199419 h 200216"/>
                <a:gd name="csX10" fmla="*/ 100631 w 100387"/>
                <a:gd name="csY10" fmla="*/ 200321 h 200216"/>
                <a:gd name="csX11" fmla="*/ 100631 w 100387"/>
                <a:gd name="csY11" fmla="*/ 191001 h 200216"/>
                <a:gd name="csX12" fmla="*/ 90896 w 100387"/>
                <a:gd name="csY12" fmla="*/ 191001 h 200216"/>
                <a:gd name="csX13" fmla="*/ 62605 w 100387"/>
                <a:gd name="csY13" fmla="*/ 176571 h 200216"/>
                <a:gd name="csX14" fmla="*/ 62605 w 100387"/>
                <a:gd name="csY14" fmla="*/ 7921 h 200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0387" h="200216">
                  <a:moveTo>
                    <a:pt x="62605" y="7921"/>
                  </a:moveTo>
                  <a:cubicBezTo>
                    <a:pt x="62605" y="706"/>
                    <a:pt x="62605" y="105"/>
                    <a:pt x="55608" y="105"/>
                  </a:cubicBezTo>
                  <a:cubicBezTo>
                    <a:pt x="36748" y="19345"/>
                    <a:pt x="9978" y="19345"/>
                    <a:pt x="243" y="19345"/>
                  </a:cubicBezTo>
                  <a:lnTo>
                    <a:pt x="243" y="28664"/>
                  </a:lnTo>
                  <a:cubicBezTo>
                    <a:pt x="6328" y="28664"/>
                    <a:pt x="24276" y="28664"/>
                    <a:pt x="40094" y="20848"/>
                  </a:cubicBezTo>
                  <a:lnTo>
                    <a:pt x="40094" y="176571"/>
                  </a:lnTo>
                  <a:cubicBezTo>
                    <a:pt x="40094" y="187394"/>
                    <a:pt x="39181" y="191001"/>
                    <a:pt x="11803" y="191001"/>
                  </a:cubicBezTo>
                  <a:lnTo>
                    <a:pt x="2069" y="191001"/>
                  </a:lnTo>
                  <a:lnTo>
                    <a:pt x="2069" y="200321"/>
                  </a:lnTo>
                  <a:cubicBezTo>
                    <a:pt x="12716" y="199419"/>
                    <a:pt x="39181" y="199419"/>
                    <a:pt x="51350" y="199419"/>
                  </a:cubicBezTo>
                  <a:cubicBezTo>
                    <a:pt x="63518" y="199419"/>
                    <a:pt x="89983" y="199419"/>
                    <a:pt x="100631" y="200321"/>
                  </a:cubicBezTo>
                  <a:lnTo>
                    <a:pt x="100631" y="191001"/>
                  </a:lnTo>
                  <a:lnTo>
                    <a:pt x="90896" y="191001"/>
                  </a:lnTo>
                  <a:cubicBezTo>
                    <a:pt x="63518" y="191001"/>
                    <a:pt x="62605" y="187695"/>
                    <a:pt x="62605" y="176571"/>
                  </a:cubicBezTo>
                  <a:lnTo>
                    <a:pt x="62605" y="792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A0F83288-5C96-365A-D810-0977A2027ECE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4419955" y="4935884"/>
              <a:ext cx="152102" cy="12024"/>
            </a:xfrm>
            <a:prstGeom prst="rect">
              <a:avLst/>
            </a:pr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0538BAE0-9858-F994-6895-64CCB88002EF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4452427" y="5024553"/>
              <a:ext cx="80309" cy="202019"/>
            </a:xfrm>
            <a:custGeom>
              <a:avLst/>
              <a:gdLst>
                <a:gd name="csX0" fmla="*/ 77816 w 80309"/>
                <a:gd name="csY0" fmla="*/ 10941 h 202019"/>
                <a:gd name="csX1" fmla="*/ 66561 w 80309"/>
                <a:gd name="csY1" fmla="*/ 118 h 202019"/>
                <a:gd name="csX2" fmla="*/ 50134 w 80309"/>
                <a:gd name="csY2" fmla="*/ 16051 h 202019"/>
                <a:gd name="csX3" fmla="*/ 61693 w 80309"/>
                <a:gd name="csY3" fmla="*/ 26874 h 202019"/>
                <a:gd name="csX4" fmla="*/ 77816 w 80309"/>
                <a:gd name="csY4" fmla="*/ 10941 h 202019"/>
                <a:gd name="csX5" fmla="*/ 54697 w 80309"/>
                <a:gd name="csY5" fmla="*/ 123976 h 202019"/>
                <a:gd name="csX6" fmla="*/ 61389 w 80309"/>
                <a:gd name="csY6" fmla="*/ 106539 h 202019"/>
                <a:gd name="csX7" fmla="*/ 65344 w 80309"/>
                <a:gd name="csY7" fmla="*/ 90606 h 202019"/>
                <a:gd name="csX8" fmla="*/ 40399 w 80309"/>
                <a:gd name="csY8" fmla="*/ 65955 h 202019"/>
                <a:gd name="csX9" fmla="*/ 244 w 80309"/>
                <a:gd name="csY9" fmla="*/ 112251 h 202019"/>
                <a:gd name="csX10" fmla="*/ 3895 w 80309"/>
                <a:gd name="csY10" fmla="*/ 115258 h 202019"/>
                <a:gd name="csX11" fmla="*/ 8762 w 80309"/>
                <a:gd name="csY11" fmla="*/ 109846 h 202019"/>
                <a:gd name="csX12" fmla="*/ 39486 w 80309"/>
                <a:gd name="csY12" fmla="*/ 72569 h 202019"/>
                <a:gd name="csX13" fmla="*/ 47092 w 80309"/>
                <a:gd name="csY13" fmla="*/ 82189 h 202019"/>
                <a:gd name="csX14" fmla="*/ 43745 w 80309"/>
                <a:gd name="csY14" fmla="*/ 97821 h 202019"/>
                <a:gd name="csX15" fmla="*/ 22755 w 80309"/>
                <a:gd name="csY15" fmla="*/ 153437 h 202019"/>
                <a:gd name="csX16" fmla="*/ 15759 w 80309"/>
                <a:gd name="csY16" fmla="*/ 177487 h 202019"/>
                <a:gd name="csX17" fmla="*/ 40703 w 80309"/>
                <a:gd name="csY17" fmla="*/ 202138 h 202019"/>
                <a:gd name="csX18" fmla="*/ 80554 w 80309"/>
                <a:gd name="csY18" fmla="*/ 155842 h 202019"/>
                <a:gd name="csX19" fmla="*/ 76903 w 80309"/>
                <a:gd name="csY19" fmla="*/ 152836 h 202019"/>
                <a:gd name="csX20" fmla="*/ 72340 w 80309"/>
                <a:gd name="csY20" fmla="*/ 158247 h 202019"/>
                <a:gd name="csX21" fmla="*/ 41312 w 80309"/>
                <a:gd name="csY21" fmla="*/ 195524 h 202019"/>
                <a:gd name="csX22" fmla="*/ 34011 w 80309"/>
                <a:gd name="csY22" fmla="*/ 185604 h 202019"/>
                <a:gd name="csX23" fmla="*/ 42833 w 80309"/>
                <a:gd name="csY23" fmla="*/ 155541 h 202019"/>
                <a:gd name="csX24" fmla="*/ 54697 w 80309"/>
                <a:gd name="csY24" fmla="*/ 123976 h 202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80309" h="202019">
                  <a:moveTo>
                    <a:pt x="77816" y="10941"/>
                  </a:moveTo>
                  <a:cubicBezTo>
                    <a:pt x="77816" y="4928"/>
                    <a:pt x="73557" y="118"/>
                    <a:pt x="66561" y="118"/>
                  </a:cubicBezTo>
                  <a:cubicBezTo>
                    <a:pt x="58347" y="118"/>
                    <a:pt x="50134" y="7934"/>
                    <a:pt x="50134" y="16051"/>
                  </a:cubicBezTo>
                  <a:cubicBezTo>
                    <a:pt x="50134" y="21763"/>
                    <a:pt x="54392" y="26874"/>
                    <a:pt x="61693" y="26874"/>
                  </a:cubicBezTo>
                  <a:cubicBezTo>
                    <a:pt x="68690" y="26874"/>
                    <a:pt x="77816" y="19959"/>
                    <a:pt x="77816" y="10941"/>
                  </a:cubicBezTo>
                  <a:close/>
                  <a:moveTo>
                    <a:pt x="54697" y="123976"/>
                  </a:moveTo>
                  <a:cubicBezTo>
                    <a:pt x="58347" y="115258"/>
                    <a:pt x="58347" y="114656"/>
                    <a:pt x="61389" y="106539"/>
                  </a:cubicBezTo>
                  <a:cubicBezTo>
                    <a:pt x="63823" y="100527"/>
                    <a:pt x="65344" y="96318"/>
                    <a:pt x="65344" y="90606"/>
                  </a:cubicBezTo>
                  <a:cubicBezTo>
                    <a:pt x="65344" y="77078"/>
                    <a:pt x="55609" y="65955"/>
                    <a:pt x="40399" y="65955"/>
                  </a:cubicBezTo>
                  <a:cubicBezTo>
                    <a:pt x="11804" y="65955"/>
                    <a:pt x="244" y="109546"/>
                    <a:pt x="244" y="112251"/>
                  </a:cubicBezTo>
                  <a:cubicBezTo>
                    <a:pt x="244" y="115258"/>
                    <a:pt x="3286" y="115258"/>
                    <a:pt x="3895" y="115258"/>
                  </a:cubicBezTo>
                  <a:cubicBezTo>
                    <a:pt x="6937" y="115258"/>
                    <a:pt x="7241" y="114656"/>
                    <a:pt x="8762" y="109846"/>
                  </a:cubicBezTo>
                  <a:cubicBezTo>
                    <a:pt x="16975" y="81588"/>
                    <a:pt x="29144" y="72569"/>
                    <a:pt x="39486" y="72569"/>
                  </a:cubicBezTo>
                  <a:cubicBezTo>
                    <a:pt x="41920" y="72569"/>
                    <a:pt x="47092" y="72569"/>
                    <a:pt x="47092" y="82189"/>
                  </a:cubicBezTo>
                  <a:cubicBezTo>
                    <a:pt x="47092" y="88502"/>
                    <a:pt x="44962" y="94815"/>
                    <a:pt x="43745" y="97821"/>
                  </a:cubicBezTo>
                  <a:cubicBezTo>
                    <a:pt x="41312" y="105638"/>
                    <a:pt x="27623" y="140510"/>
                    <a:pt x="22755" y="153437"/>
                  </a:cubicBezTo>
                  <a:cubicBezTo>
                    <a:pt x="19713" y="161253"/>
                    <a:pt x="15759" y="171174"/>
                    <a:pt x="15759" y="177487"/>
                  </a:cubicBezTo>
                  <a:cubicBezTo>
                    <a:pt x="15759" y="191616"/>
                    <a:pt x="26101" y="202138"/>
                    <a:pt x="40703" y="202138"/>
                  </a:cubicBezTo>
                  <a:cubicBezTo>
                    <a:pt x="69298" y="202138"/>
                    <a:pt x="80554" y="158548"/>
                    <a:pt x="80554" y="155842"/>
                  </a:cubicBezTo>
                  <a:cubicBezTo>
                    <a:pt x="80554" y="152836"/>
                    <a:pt x="77816" y="152836"/>
                    <a:pt x="76903" y="152836"/>
                  </a:cubicBezTo>
                  <a:cubicBezTo>
                    <a:pt x="73861" y="152836"/>
                    <a:pt x="73861" y="153738"/>
                    <a:pt x="72340" y="158247"/>
                  </a:cubicBezTo>
                  <a:cubicBezTo>
                    <a:pt x="66865" y="177186"/>
                    <a:pt x="56826" y="195524"/>
                    <a:pt x="41312" y="195524"/>
                  </a:cubicBezTo>
                  <a:cubicBezTo>
                    <a:pt x="36140" y="195524"/>
                    <a:pt x="34011" y="192518"/>
                    <a:pt x="34011" y="185604"/>
                  </a:cubicBezTo>
                  <a:cubicBezTo>
                    <a:pt x="34011" y="178088"/>
                    <a:pt x="35836" y="173879"/>
                    <a:pt x="42833" y="155541"/>
                  </a:cubicBezTo>
                  <a:lnTo>
                    <a:pt x="54697" y="123976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1F8D7358-829C-1214-D8AF-B280C8F98352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4690245" y="4501750"/>
              <a:ext cx="64521" cy="141624"/>
            </a:xfrm>
            <a:custGeom>
              <a:avLst/>
              <a:gdLst>
                <a:gd name="csX0" fmla="*/ 59237 w 64521"/>
                <a:gd name="csY0" fmla="*/ 8096 h 141624"/>
                <a:gd name="csX1" fmla="*/ 50719 w 64521"/>
                <a:gd name="csY1" fmla="*/ 99 h 141624"/>
                <a:gd name="csX2" fmla="*/ 38795 w 64521"/>
                <a:gd name="csY2" fmla="*/ 11673 h 141624"/>
                <a:gd name="csX3" fmla="*/ 47312 w 64521"/>
                <a:gd name="csY3" fmla="*/ 19670 h 141624"/>
                <a:gd name="csX4" fmla="*/ 59237 w 64521"/>
                <a:gd name="csY4" fmla="*/ 8096 h 141624"/>
                <a:gd name="csX5" fmla="*/ 15797 w 64521"/>
                <a:gd name="csY5" fmla="*/ 114998 h 141624"/>
                <a:gd name="csX6" fmla="*/ 13880 w 64521"/>
                <a:gd name="csY6" fmla="*/ 123836 h 141624"/>
                <a:gd name="csX7" fmla="*/ 34110 w 64521"/>
                <a:gd name="csY7" fmla="*/ 141723 h 141624"/>
                <a:gd name="csX8" fmla="*/ 64773 w 64521"/>
                <a:gd name="csY8" fmla="*/ 109526 h 141624"/>
                <a:gd name="csX9" fmla="*/ 61366 w 64521"/>
                <a:gd name="csY9" fmla="*/ 106791 h 141624"/>
                <a:gd name="csX10" fmla="*/ 57321 w 64521"/>
                <a:gd name="csY10" fmla="*/ 110368 h 141624"/>
                <a:gd name="csX11" fmla="*/ 34749 w 64521"/>
                <a:gd name="csY11" fmla="*/ 135831 h 141624"/>
                <a:gd name="csX12" fmla="*/ 29425 w 64521"/>
                <a:gd name="csY12" fmla="*/ 128466 h 141624"/>
                <a:gd name="csX13" fmla="*/ 32832 w 64521"/>
                <a:gd name="csY13" fmla="*/ 114998 h 141624"/>
                <a:gd name="csX14" fmla="*/ 39646 w 64521"/>
                <a:gd name="csY14" fmla="*/ 98163 h 141624"/>
                <a:gd name="csX15" fmla="*/ 50080 w 64521"/>
                <a:gd name="csY15" fmla="*/ 71437 h 141624"/>
                <a:gd name="csX16" fmla="*/ 51358 w 64521"/>
                <a:gd name="csY16" fmla="*/ 64703 h 141624"/>
                <a:gd name="csX17" fmla="*/ 31129 w 64521"/>
                <a:gd name="csY17" fmla="*/ 46816 h 141624"/>
                <a:gd name="csX18" fmla="*/ 252 w 64521"/>
                <a:gd name="csY18" fmla="*/ 79013 h 141624"/>
                <a:gd name="csX19" fmla="*/ 3872 w 64521"/>
                <a:gd name="csY19" fmla="*/ 81749 h 141624"/>
                <a:gd name="csX20" fmla="*/ 7705 w 64521"/>
                <a:gd name="csY20" fmla="*/ 78382 h 141624"/>
                <a:gd name="csX21" fmla="*/ 30490 w 64521"/>
                <a:gd name="csY21" fmla="*/ 52708 h 141624"/>
                <a:gd name="csX22" fmla="*/ 35813 w 64521"/>
                <a:gd name="csY22" fmla="*/ 60074 h 141624"/>
                <a:gd name="csX23" fmla="*/ 29212 w 64521"/>
                <a:gd name="csY23" fmla="*/ 81117 h 141624"/>
                <a:gd name="csX24" fmla="*/ 15797 w 64521"/>
                <a:gd name="csY24" fmla="*/ 114998 h 141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21" h="141624">
                  <a:moveTo>
                    <a:pt x="59237" y="8096"/>
                  </a:moveTo>
                  <a:cubicBezTo>
                    <a:pt x="59237" y="4729"/>
                    <a:pt x="56682" y="99"/>
                    <a:pt x="50719" y="99"/>
                  </a:cubicBezTo>
                  <a:cubicBezTo>
                    <a:pt x="44970" y="99"/>
                    <a:pt x="38795" y="5570"/>
                    <a:pt x="38795" y="11673"/>
                  </a:cubicBezTo>
                  <a:cubicBezTo>
                    <a:pt x="38795" y="15250"/>
                    <a:pt x="41563" y="19670"/>
                    <a:pt x="47312" y="19670"/>
                  </a:cubicBezTo>
                  <a:cubicBezTo>
                    <a:pt x="53488" y="19670"/>
                    <a:pt x="59237" y="13777"/>
                    <a:pt x="59237" y="8096"/>
                  </a:cubicBezTo>
                  <a:close/>
                  <a:moveTo>
                    <a:pt x="15797" y="114998"/>
                  </a:moveTo>
                  <a:cubicBezTo>
                    <a:pt x="14945" y="117733"/>
                    <a:pt x="13880" y="120259"/>
                    <a:pt x="13880" y="123836"/>
                  </a:cubicBezTo>
                  <a:cubicBezTo>
                    <a:pt x="13880" y="133727"/>
                    <a:pt x="22398" y="141723"/>
                    <a:pt x="34110" y="141723"/>
                  </a:cubicBezTo>
                  <a:cubicBezTo>
                    <a:pt x="55404" y="141723"/>
                    <a:pt x="64773" y="112683"/>
                    <a:pt x="64773" y="109526"/>
                  </a:cubicBezTo>
                  <a:cubicBezTo>
                    <a:pt x="64773" y="106791"/>
                    <a:pt x="62005" y="106791"/>
                    <a:pt x="61366" y="106791"/>
                  </a:cubicBezTo>
                  <a:cubicBezTo>
                    <a:pt x="58385" y="106791"/>
                    <a:pt x="58172" y="108053"/>
                    <a:pt x="57321" y="110368"/>
                  </a:cubicBezTo>
                  <a:cubicBezTo>
                    <a:pt x="52423" y="127203"/>
                    <a:pt x="43053" y="135831"/>
                    <a:pt x="34749" y="135831"/>
                  </a:cubicBezTo>
                  <a:cubicBezTo>
                    <a:pt x="30490" y="135831"/>
                    <a:pt x="29425" y="133095"/>
                    <a:pt x="29425" y="128466"/>
                  </a:cubicBezTo>
                  <a:cubicBezTo>
                    <a:pt x="29425" y="123626"/>
                    <a:pt x="30916" y="119627"/>
                    <a:pt x="32832" y="114998"/>
                  </a:cubicBezTo>
                  <a:cubicBezTo>
                    <a:pt x="34962" y="109316"/>
                    <a:pt x="37304" y="103634"/>
                    <a:pt x="39646" y="98163"/>
                  </a:cubicBezTo>
                  <a:cubicBezTo>
                    <a:pt x="41563" y="93112"/>
                    <a:pt x="49229" y="73962"/>
                    <a:pt x="50080" y="71437"/>
                  </a:cubicBezTo>
                  <a:cubicBezTo>
                    <a:pt x="50719" y="69333"/>
                    <a:pt x="51358" y="66808"/>
                    <a:pt x="51358" y="64703"/>
                  </a:cubicBezTo>
                  <a:cubicBezTo>
                    <a:pt x="51358" y="54813"/>
                    <a:pt x="42840" y="46816"/>
                    <a:pt x="31129" y="46816"/>
                  </a:cubicBezTo>
                  <a:cubicBezTo>
                    <a:pt x="10047" y="46816"/>
                    <a:pt x="252" y="75436"/>
                    <a:pt x="252" y="79013"/>
                  </a:cubicBezTo>
                  <a:cubicBezTo>
                    <a:pt x="252" y="81749"/>
                    <a:pt x="3233" y="81749"/>
                    <a:pt x="3872" y="81749"/>
                  </a:cubicBezTo>
                  <a:cubicBezTo>
                    <a:pt x="6853" y="81749"/>
                    <a:pt x="7066" y="80696"/>
                    <a:pt x="7705" y="78382"/>
                  </a:cubicBezTo>
                  <a:cubicBezTo>
                    <a:pt x="13241" y="60284"/>
                    <a:pt x="22611" y="52708"/>
                    <a:pt x="30490" y="52708"/>
                  </a:cubicBezTo>
                  <a:cubicBezTo>
                    <a:pt x="33897" y="52708"/>
                    <a:pt x="35813" y="54392"/>
                    <a:pt x="35813" y="60074"/>
                  </a:cubicBezTo>
                  <a:cubicBezTo>
                    <a:pt x="35813" y="64914"/>
                    <a:pt x="34536" y="68070"/>
                    <a:pt x="29212" y="81117"/>
                  </a:cubicBezTo>
                  <a:lnTo>
                    <a:pt x="15797" y="114998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7D9BED4C-11A7-1B8D-9046-8544E9F64569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4789303" y="4583400"/>
              <a:ext cx="143948" cy="10311"/>
            </a:xfrm>
            <a:custGeom>
              <a:avLst/>
              <a:gdLst>
                <a:gd name="csX0" fmla="*/ 135686 w 143948"/>
                <a:gd name="csY0" fmla="*/ 10410 h 10311"/>
                <a:gd name="csX1" fmla="*/ 144204 w 143948"/>
                <a:gd name="csY1" fmla="*/ 5360 h 10311"/>
                <a:gd name="csX2" fmla="*/ 135686 w 143948"/>
                <a:gd name="csY2" fmla="*/ 99 h 10311"/>
                <a:gd name="csX3" fmla="*/ 8772 w 143948"/>
                <a:gd name="csY3" fmla="*/ 99 h 10311"/>
                <a:gd name="csX4" fmla="*/ 255 w 143948"/>
                <a:gd name="csY4" fmla="*/ 5149 h 10311"/>
                <a:gd name="csX5" fmla="*/ 8772 w 143948"/>
                <a:gd name="csY5" fmla="*/ 10410 h 10311"/>
                <a:gd name="csX6" fmla="*/ 135686 w 143948"/>
                <a:gd name="csY6" fmla="*/ 10410 h 10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948" h="10311">
                  <a:moveTo>
                    <a:pt x="135686" y="10410"/>
                  </a:moveTo>
                  <a:cubicBezTo>
                    <a:pt x="139093" y="10410"/>
                    <a:pt x="144204" y="10410"/>
                    <a:pt x="144204" y="5360"/>
                  </a:cubicBezTo>
                  <a:cubicBezTo>
                    <a:pt x="144204" y="99"/>
                    <a:pt x="139306" y="99"/>
                    <a:pt x="135686" y="99"/>
                  </a:cubicBezTo>
                  <a:lnTo>
                    <a:pt x="8772" y="99"/>
                  </a:lnTo>
                  <a:cubicBezTo>
                    <a:pt x="5365" y="99"/>
                    <a:pt x="255" y="99"/>
                    <a:pt x="255" y="5149"/>
                  </a:cubicBezTo>
                  <a:cubicBezTo>
                    <a:pt x="255" y="10410"/>
                    <a:pt x="5152" y="10410"/>
                    <a:pt x="8772" y="10410"/>
                  </a:cubicBezTo>
                  <a:lnTo>
                    <a:pt x="135686" y="10410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F85F2D22-CAA7-1A64-CD61-D545289738BB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4979644" y="4501540"/>
              <a:ext cx="77511" cy="139730"/>
            </a:xfrm>
            <a:custGeom>
              <a:avLst/>
              <a:gdLst>
                <a:gd name="csX0" fmla="*/ 48386 w 77511"/>
                <a:gd name="csY0" fmla="*/ 5991 h 139730"/>
                <a:gd name="csX1" fmla="*/ 41998 w 77511"/>
                <a:gd name="csY1" fmla="*/ 99 h 139730"/>
                <a:gd name="csX2" fmla="*/ 261 w 77511"/>
                <a:gd name="csY2" fmla="*/ 13567 h 139730"/>
                <a:gd name="csX3" fmla="*/ 261 w 77511"/>
                <a:gd name="csY3" fmla="*/ 21143 h 139730"/>
                <a:gd name="csX4" fmla="*/ 31138 w 77511"/>
                <a:gd name="csY4" fmla="*/ 15250 h 139730"/>
                <a:gd name="csX5" fmla="*/ 31138 w 77511"/>
                <a:gd name="csY5" fmla="*/ 122573 h 139730"/>
                <a:gd name="csX6" fmla="*/ 9843 w 77511"/>
                <a:gd name="csY6" fmla="*/ 132254 h 139730"/>
                <a:gd name="csX7" fmla="*/ 1752 w 77511"/>
                <a:gd name="csY7" fmla="*/ 132254 h 139730"/>
                <a:gd name="csX8" fmla="*/ 1752 w 77511"/>
                <a:gd name="csY8" fmla="*/ 139829 h 139730"/>
                <a:gd name="csX9" fmla="*/ 39655 w 77511"/>
                <a:gd name="csY9" fmla="*/ 138988 h 139730"/>
                <a:gd name="csX10" fmla="*/ 77772 w 77511"/>
                <a:gd name="csY10" fmla="*/ 139829 h 139730"/>
                <a:gd name="csX11" fmla="*/ 77772 w 77511"/>
                <a:gd name="csY11" fmla="*/ 132254 h 139730"/>
                <a:gd name="csX12" fmla="*/ 69680 w 77511"/>
                <a:gd name="csY12" fmla="*/ 132254 h 139730"/>
                <a:gd name="csX13" fmla="*/ 48386 w 77511"/>
                <a:gd name="csY13" fmla="*/ 122573 h 139730"/>
                <a:gd name="csX14" fmla="*/ 48386 w 77511"/>
                <a:gd name="csY14" fmla="*/ 5991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11" h="139730">
                  <a:moveTo>
                    <a:pt x="48386" y="5991"/>
                  </a:moveTo>
                  <a:cubicBezTo>
                    <a:pt x="48386" y="309"/>
                    <a:pt x="47960" y="99"/>
                    <a:pt x="41998" y="99"/>
                  </a:cubicBezTo>
                  <a:cubicBezTo>
                    <a:pt x="28369" y="13356"/>
                    <a:pt x="8992" y="13567"/>
                    <a:pt x="261" y="13567"/>
                  </a:cubicBezTo>
                  <a:lnTo>
                    <a:pt x="261" y="21143"/>
                  </a:lnTo>
                  <a:cubicBezTo>
                    <a:pt x="5372" y="21143"/>
                    <a:pt x="19426" y="21143"/>
                    <a:pt x="31138" y="15250"/>
                  </a:cubicBezTo>
                  <a:lnTo>
                    <a:pt x="31138" y="122573"/>
                  </a:lnTo>
                  <a:cubicBezTo>
                    <a:pt x="31138" y="129518"/>
                    <a:pt x="31138" y="132254"/>
                    <a:pt x="9843" y="132254"/>
                  </a:cubicBezTo>
                  <a:lnTo>
                    <a:pt x="1752" y="132254"/>
                  </a:lnTo>
                  <a:lnTo>
                    <a:pt x="1752" y="139829"/>
                  </a:lnTo>
                  <a:cubicBezTo>
                    <a:pt x="5585" y="139619"/>
                    <a:pt x="31776" y="138988"/>
                    <a:pt x="39655" y="138988"/>
                  </a:cubicBezTo>
                  <a:cubicBezTo>
                    <a:pt x="46257" y="138988"/>
                    <a:pt x="73087" y="139619"/>
                    <a:pt x="77772" y="139829"/>
                  </a:cubicBezTo>
                  <a:lnTo>
                    <a:pt x="77772" y="132254"/>
                  </a:lnTo>
                  <a:lnTo>
                    <a:pt x="69680" y="132254"/>
                  </a:lnTo>
                  <a:cubicBezTo>
                    <a:pt x="48386" y="132254"/>
                    <a:pt x="48386" y="129518"/>
                    <a:pt x="48386" y="122573"/>
                  </a:cubicBezTo>
                  <a:lnTo>
                    <a:pt x="48386" y="599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146099DF-D5DE-8CEA-2AA0-DFB858D5F41A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4676296" y="4731457"/>
              <a:ext cx="404894" cy="420874"/>
            </a:xfrm>
            <a:custGeom>
              <a:avLst/>
              <a:gdLst>
                <a:gd name="csX0" fmla="*/ 368337 w 404894"/>
                <a:gd name="csY0" fmla="*/ 420977 h 420874"/>
                <a:gd name="csX1" fmla="*/ 405146 w 404894"/>
                <a:gd name="csY1" fmla="*/ 324777 h 420874"/>
                <a:gd name="csX2" fmla="*/ 397541 w 404894"/>
                <a:gd name="csY2" fmla="*/ 324777 h 420874"/>
                <a:gd name="csX3" fmla="*/ 318448 w 404894"/>
                <a:gd name="csY3" fmla="*/ 385503 h 420874"/>
                <a:gd name="csX4" fmla="*/ 223841 w 404894"/>
                <a:gd name="csY4" fmla="*/ 394822 h 420874"/>
                <a:gd name="csX5" fmla="*/ 40406 w 404894"/>
                <a:gd name="csY5" fmla="*/ 394822 h 420874"/>
                <a:gd name="csX6" fmla="*/ 195246 w 404894"/>
                <a:gd name="csY6" fmla="*/ 215349 h 420874"/>
                <a:gd name="csX7" fmla="*/ 197983 w 404894"/>
                <a:gd name="csY7" fmla="*/ 210539 h 420874"/>
                <a:gd name="csX8" fmla="*/ 195854 w 404894"/>
                <a:gd name="csY8" fmla="*/ 206030 h 420874"/>
                <a:gd name="csX9" fmla="*/ 54095 w 404894"/>
                <a:gd name="csY9" fmla="*/ 14532 h 420874"/>
                <a:gd name="csX10" fmla="*/ 220799 w 404894"/>
                <a:gd name="csY10" fmla="*/ 14532 h 420874"/>
                <a:gd name="csX11" fmla="*/ 291982 w 404894"/>
                <a:gd name="csY11" fmla="*/ 19342 h 420874"/>
                <a:gd name="csX12" fmla="*/ 358907 w 404894"/>
                <a:gd name="csY12" fmla="*/ 41889 h 420874"/>
                <a:gd name="csX13" fmla="*/ 397541 w 404894"/>
                <a:gd name="csY13" fmla="*/ 84578 h 420874"/>
                <a:gd name="csX14" fmla="*/ 405146 w 404894"/>
                <a:gd name="csY14" fmla="*/ 84578 h 420874"/>
                <a:gd name="csX15" fmla="*/ 368337 w 404894"/>
                <a:gd name="csY15" fmla="*/ 102 h 420874"/>
                <a:gd name="csX16" fmla="*/ 8769 w 404894"/>
                <a:gd name="csY16" fmla="*/ 102 h 420874"/>
                <a:gd name="csX17" fmla="*/ 555 w 404894"/>
                <a:gd name="csY17" fmla="*/ 2206 h 420874"/>
                <a:gd name="csX18" fmla="*/ 251 w 404894"/>
                <a:gd name="csY18" fmla="*/ 12127 h 420874"/>
                <a:gd name="csX19" fmla="*/ 161175 w 404894"/>
                <a:gd name="csY19" fmla="*/ 229779 h 420874"/>
                <a:gd name="csX20" fmla="*/ 3598 w 404894"/>
                <a:gd name="csY20" fmla="*/ 412259 h 420874"/>
                <a:gd name="csX21" fmla="*/ 555 w 404894"/>
                <a:gd name="csY21" fmla="*/ 417670 h 420874"/>
                <a:gd name="csX22" fmla="*/ 8769 w 404894"/>
                <a:gd name="csY22" fmla="*/ 420977 h 420874"/>
                <a:gd name="csX23" fmla="*/ 368337 w 404894"/>
                <a:gd name="csY23" fmla="*/ 420977 h 4208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894" h="420874">
                  <a:moveTo>
                    <a:pt x="368337" y="420977"/>
                  </a:moveTo>
                  <a:lnTo>
                    <a:pt x="405146" y="324777"/>
                  </a:lnTo>
                  <a:lnTo>
                    <a:pt x="397541" y="324777"/>
                  </a:lnTo>
                  <a:cubicBezTo>
                    <a:pt x="385677" y="356042"/>
                    <a:pt x="353431" y="376484"/>
                    <a:pt x="318448" y="385503"/>
                  </a:cubicBezTo>
                  <a:cubicBezTo>
                    <a:pt x="312060" y="387006"/>
                    <a:pt x="282248" y="394822"/>
                    <a:pt x="223841" y="394822"/>
                  </a:cubicBezTo>
                  <a:lnTo>
                    <a:pt x="40406" y="394822"/>
                  </a:lnTo>
                  <a:lnTo>
                    <a:pt x="195246" y="215349"/>
                  </a:lnTo>
                  <a:cubicBezTo>
                    <a:pt x="197375" y="212944"/>
                    <a:pt x="197983" y="212042"/>
                    <a:pt x="197983" y="210539"/>
                  </a:cubicBezTo>
                  <a:cubicBezTo>
                    <a:pt x="197983" y="209938"/>
                    <a:pt x="197983" y="209036"/>
                    <a:pt x="195854" y="206030"/>
                  </a:cubicBezTo>
                  <a:lnTo>
                    <a:pt x="54095" y="14532"/>
                  </a:lnTo>
                  <a:lnTo>
                    <a:pt x="220799" y="14532"/>
                  </a:lnTo>
                  <a:cubicBezTo>
                    <a:pt x="261562" y="14532"/>
                    <a:pt x="289244" y="18741"/>
                    <a:pt x="291982" y="19342"/>
                  </a:cubicBezTo>
                  <a:cubicBezTo>
                    <a:pt x="308409" y="21747"/>
                    <a:pt x="334875" y="26858"/>
                    <a:pt x="358907" y="41889"/>
                  </a:cubicBezTo>
                  <a:cubicBezTo>
                    <a:pt x="366512" y="46699"/>
                    <a:pt x="387198" y="60227"/>
                    <a:pt x="397541" y="84578"/>
                  </a:cubicBezTo>
                  <a:lnTo>
                    <a:pt x="405146" y="84578"/>
                  </a:lnTo>
                  <a:lnTo>
                    <a:pt x="368337" y="102"/>
                  </a:lnTo>
                  <a:lnTo>
                    <a:pt x="8769" y="102"/>
                  </a:lnTo>
                  <a:cubicBezTo>
                    <a:pt x="1772" y="102"/>
                    <a:pt x="1468" y="403"/>
                    <a:pt x="555" y="2206"/>
                  </a:cubicBezTo>
                  <a:cubicBezTo>
                    <a:pt x="251" y="3108"/>
                    <a:pt x="251" y="8820"/>
                    <a:pt x="251" y="12127"/>
                  </a:cubicBezTo>
                  <a:lnTo>
                    <a:pt x="161175" y="229779"/>
                  </a:lnTo>
                  <a:lnTo>
                    <a:pt x="3598" y="412259"/>
                  </a:lnTo>
                  <a:cubicBezTo>
                    <a:pt x="555" y="415866"/>
                    <a:pt x="555" y="417369"/>
                    <a:pt x="555" y="417670"/>
                  </a:cubicBezTo>
                  <a:cubicBezTo>
                    <a:pt x="555" y="420977"/>
                    <a:pt x="3293" y="420977"/>
                    <a:pt x="8769" y="420977"/>
                  </a:cubicBezTo>
                  <a:lnTo>
                    <a:pt x="368337" y="420977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E908557C-DBC0-251F-1DDC-CAE2651A8868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4668476" y="5232229"/>
              <a:ext cx="93481" cy="182449"/>
            </a:xfrm>
            <a:custGeom>
              <a:avLst/>
              <a:gdLst>
                <a:gd name="csX0" fmla="*/ 93733 w 93481"/>
                <a:gd name="csY0" fmla="*/ 8120 h 182449"/>
                <a:gd name="csX1" fmla="*/ 85216 w 93481"/>
                <a:gd name="csY1" fmla="*/ 123 h 182449"/>
                <a:gd name="csX2" fmla="*/ 73291 w 93481"/>
                <a:gd name="csY2" fmla="*/ 11697 h 182449"/>
                <a:gd name="csX3" fmla="*/ 81809 w 93481"/>
                <a:gd name="csY3" fmla="*/ 19694 h 182449"/>
                <a:gd name="csX4" fmla="*/ 93733 w 93481"/>
                <a:gd name="csY4" fmla="*/ 8120 h 182449"/>
                <a:gd name="csX5" fmla="*/ 48590 w 93481"/>
                <a:gd name="csY5" fmla="*/ 149955 h 182449"/>
                <a:gd name="csX6" fmla="*/ 21120 w 93481"/>
                <a:gd name="csY6" fmla="*/ 176680 h 182449"/>
                <a:gd name="csX7" fmla="*/ 13454 w 93481"/>
                <a:gd name="csY7" fmla="*/ 175417 h 182449"/>
                <a:gd name="csX8" fmla="*/ 20694 w 93481"/>
                <a:gd name="csY8" fmla="*/ 164685 h 182449"/>
                <a:gd name="csX9" fmla="*/ 12389 w 93481"/>
                <a:gd name="csY9" fmla="*/ 156899 h 182449"/>
                <a:gd name="csX10" fmla="*/ 252 w 93481"/>
                <a:gd name="csY10" fmla="*/ 169315 h 182449"/>
                <a:gd name="csX11" fmla="*/ 21333 w 93481"/>
                <a:gd name="csY11" fmla="*/ 182572 h 182449"/>
                <a:gd name="csX12" fmla="*/ 65625 w 93481"/>
                <a:gd name="csY12" fmla="*/ 149323 h 182449"/>
                <a:gd name="csX13" fmla="*/ 84790 w 93481"/>
                <a:gd name="csY13" fmla="*/ 73987 h 182449"/>
                <a:gd name="csX14" fmla="*/ 85854 w 93481"/>
                <a:gd name="csY14" fmla="*/ 66621 h 182449"/>
                <a:gd name="csX15" fmla="*/ 63070 w 93481"/>
                <a:gd name="csY15" fmla="*/ 46840 h 182449"/>
                <a:gd name="csX16" fmla="*/ 25805 w 93481"/>
                <a:gd name="csY16" fmla="*/ 79037 h 182449"/>
                <a:gd name="csX17" fmla="*/ 29425 w 93481"/>
                <a:gd name="csY17" fmla="*/ 81773 h 182449"/>
                <a:gd name="csX18" fmla="*/ 33684 w 93481"/>
                <a:gd name="csY18" fmla="*/ 77985 h 182449"/>
                <a:gd name="csX19" fmla="*/ 62431 w 93481"/>
                <a:gd name="csY19" fmla="*/ 52732 h 182449"/>
                <a:gd name="csX20" fmla="*/ 69671 w 93481"/>
                <a:gd name="csY20" fmla="*/ 63044 h 182449"/>
                <a:gd name="csX21" fmla="*/ 69032 w 93481"/>
                <a:gd name="csY21" fmla="*/ 69357 h 182449"/>
                <a:gd name="csX22" fmla="*/ 48590 w 93481"/>
                <a:gd name="csY22" fmla="*/ 149955 h 1824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481" h="182449">
                  <a:moveTo>
                    <a:pt x="93733" y="8120"/>
                  </a:moveTo>
                  <a:cubicBezTo>
                    <a:pt x="93733" y="4542"/>
                    <a:pt x="90965" y="123"/>
                    <a:pt x="85216" y="123"/>
                  </a:cubicBezTo>
                  <a:cubicBezTo>
                    <a:pt x="79040" y="123"/>
                    <a:pt x="73291" y="6015"/>
                    <a:pt x="73291" y="11697"/>
                  </a:cubicBezTo>
                  <a:cubicBezTo>
                    <a:pt x="73291" y="15064"/>
                    <a:pt x="75846" y="19694"/>
                    <a:pt x="81809" y="19694"/>
                  </a:cubicBezTo>
                  <a:cubicBezTo>
                    <a:pt x="87558" y="19694"/>
                    <a:pt x="93733" y="14222"/>
                    <a:pt x="93733" y="8120"/>
                  </a:cubicBezTo>
                  <a:close/>
                  <a:moveTo>
                    <a:pt x="48590" y="149955"/>
                  </a:moveTo>
                  <a:cubicBezTo>
                    <a:pt x="44969" y="164475"/>
                    <a:pt x="33684" y="176680"/>
                    <a:pt x="21120" y="176680"/>
                  </a:cubicBezTo>
                  <a:cubicBezTo>
                    <a:pt x="18352" y="176680"/>
                    <a:pt x="15796" y="176259"/>
                    <a:pt x="13454" y="175417"/>
                  </a:cubicBezTo>
                  <a:cubicBezTo>
                    <a:pt x="18991" y="172892"/>
                    <a:pt x="20694" y="167842"/>
                    <a:pt x="20694" y="164685"/>
                  </a:cubicBezTo>
                  <a:cubicBezTo>
                    <a:pt x="20694" y="159635"/>
                    <a:pt x="16648" y="156899"/>
                    <a:pt x="12389" y="156899"/>
                  </a:cubicBezTo>
                  <a:cubicBezTo>
                    <a:pt x="5788" y="156899"/>
                    <a:pt x="252" y="162581"/>
                    <a:pt x="252" y="169315"/>
                  </a:cubicBezTo>
                  <a:cubicBezTo>
                    <a:pt x="252" y="177311"/>
                    <a:pt x="8556" y="182572"/>
                    <a:pt x="21333" y="182572"/>
                  </a:cubicBezTo>
                  <a:cubicBezTo>
                    <a:pt x="34109" y="182572"/>
                    <a:pt x="59024" y="174997"/>
                    <a:pt x="65625" y="149323"/>
                  </a:cubicBezTo>
                  <a:lnTo>
                    <a:pt x="84790" y="73987"/>
                  </a:lnTo>
                  <a:cubicBezTo>
                    <a:pt x="85429" y="71672"/>
                    <a:pt x="85854" y="69778"/>
                    <a:pt x="85854" y="66621"/>
                  </a:cubicBezTo>
                  <a:cubicBezTo>
                    <a:pt x="85854" y="55047"/>
                    <a:pt x="75846" y="46840"/>
                    <a:pt x="63070" y="46840"/>
                  </a:cubicBezTo>
                  <a:cubicBezTo>
                    <a:pt x="39433" y="46840"/>
                    <a:pt x="25805" y="76091"/>
                    <a:pt x="25805" y="79037"/>
                  </a:cubicBezTo>
                  <a:cubicBezTo>
                    <a:pt x="25805" y="81773"/>
                    <a:pt x="28786" y="81773"/>
                    <a:pt x="29425" y="81773"/>
                  </a:cubicBezTo>
                  <a:cubicBezTo>
                    <a:pt x="31980" y="81773"/>
                    <a:pt x="32193" y="81142"/>
                    <a:pt x="33684" y="77985"/>
                  </a:cubicBezTo>
                  <a:cubicBezTo>
                    <a:pt x="39007" y="65780"/>
                    <a:pt x="50080" y="52732"/>
                    <a:pt x="62431" y="52732"/>
                  </a:cubicBezTo>
                  <a:cubicBezTo>
                    <a:pt x="67754" y="52732"/>
                    <a:pt x="69671" y="56310"/>
                    <a:pt x="69671" y="63044"/>
                  </a:cubicBezTo>
                  <a:cubicBezTo>
                    <a:pt x="69671" y="65359"/>
                    <a:pt x="69245" y="68305"/>
                    <a:pt x="69032" y="69357"/>
                  </a:cubicBezTo>
                  <a:lnTo>
                    <a:pt x="48590" y="149955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57BD0E67-76A6-3195-1521-ADECA1F9877C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4796350" y="5290731"/>
              <a:ext cx="156725" cy="56607"/>
            </a:xfrm>
            <a:custGeom>
              <a:avLst/>
              <a:gdLst>
                <a:gd name="csX0" fmla="*/ 148889 w 156725"/>
                <a:gd name="csY0" fmla="*/ 10435 h 56607"/>
                <a:gd name="csX1" fmla="*/ 156981 w 156725"/>
                <a:gd name="csY1" fmla="*/ 5174 h 56607"/>
                <a:gd name="csX2" fmla="*/ 149102 w 156725"/>
                <a:gd name="csY2" fmla="*/ 123 h 56607"/>
                <a:gd name="csX3" fmla="*/ 8134 w 156725"/>
                <a:gd name="csY3" fmla="*/ 123 h 56607"/>
                <a:gd name="csX4" fmla="*/ 255 w 156725"/>
                <a:gd name="csY4" fmla="*/ 5174 h 56607"/>
                <a:gd name="csX5" fmla="*/ 8347 w 156725"/>
                <a:gd name="csY5" fmla="*/ 10435 h 56607"/>
                <a:gd name="csX6" fmla="*/ 148889 w 156725"/>
                <a:gd name="csY6" fmla="*/ 10435 h 56607"/>
                <a:gd name="csX7" fmla="*/ 149102 w 156725"/>
                <a:gd name="csY7" fmla="*/ 56731 h 56607"/>
                <a:gd name="csX8" fmla="*/ 156981 w 156725"/>
                <a:gd name="csY8" fmla="*/ 51680 h 56607"/>
                <a:gd name="csX9" fmla="*/ 148889 w 156725"/>
                <a:gd name="csY9" fmla="*/ 46419 h 56607"/>
                <a:gd name="csX10" fmla="*/ 8347 w 156725"/>
                <a:gd name="csY10" fmla="*/ 46419 h 56607"/>
                <a:gd name="csX11" fmla="*/ 255 w 156725"/>
                <a:gd name="csY11" fmla="*/ 51680 h 56607"/>
                <a:gd name="csX12" fmla="*/ 8134 w 156725"/>
                <a:gd name="csY12" fmla="*/ 56731 h 56607"/>
                <a:gd name="csX13" fmla="*/ 149102 w 156725"/>
                <a:gd name="csY13" fmla="*/ 56731 h 56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725" h="56607">
                  <a:moveTo>
                    <a:pt x="148889" y="10435"/>
                  </a:moveTo>
                  <a:cubicBezTo>
                    <a:pt x="152083" y="10435"/>
                    <a:pt x="156981" y="10435"/>
                    <a:pt x="156981" y="5174"/>
                  </a:cubicBezTo>
                  <a:cubicBezTo>
                    <a:pt x="156981" y="123"/>
                    <a:pt x="151870" y="123"/>
                    <a:pt x="149102" y="123"/>
                  </a:cubicBezTo>
                  <a:lnTo>
                    <a:pt x="8134" y="123"/>
                  </a:lnTo>
                  <a:cubicBezTo>
                    <a:pt x="5366" y="123"/>
                    <a:pt x="255" y="123"/>
                    <a:pt x="255" y="5174"/>
                  </a:cubicBezTo>
                  <a:cubicBezTo>
                    <a:pt x="255" y="10435"/>
                    <a:pt x="5153" y="10435"/>
                    <a:pt x="8347" y="10435"/>
                  </a:cubicBezTo>
                  <a:lnTo>
                    <a:pt x="148889" y="10435"/>
                  </a:lnTo>
                  <a:close/>
                  <a:moveTo>
                    <a:pt x="149102" y="56731"/>
                  </a:moveTo>
                  <a:cubicBezTo>
                    <a:pt x="151870" y="56731"/>
                    <a:pt x="156981" y="56731"/>
                    <a:pt x="156981" y="51680"/>
                  </a:cubicBezTo>
                  <a:cubicBezTo>
                    <a:pt x="156981" y="46419"/>
                    <a:pt x="152083" y="46419"/>
                    <a:pt x="148889" y="46419"/>
                  </a:cubicBezTo>
                  <a:lnTo>
                    <a:pt x="8347" y="46419"/>
                  </a:lnTo>
                  <a:cubicBezTo>
                    <a:pt x="5153" y="46419"/>
                    <a:pt x="255" y="46419"/>
                    <a:pt x="255" y="51680"/>
                  </a:cubicBezTo>
                  <a:cubicBezTo>
                    <a:pt x="255" y="56731"/>
                    <a:pt x="5366" y="56731"/>
                    <a:pt x="8134" y="56731"/>
                  </a:cubicBezTo>
                  <a:lnTo>
                    <a:pt x="149102" y="56731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0F3DAC6D-CAF8-1087-237F-C7E8D28421E4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4991403" y="5232019"/>
              <a:ext cx="77511" cy="139730"/>
            </a:xfrm>
            <a:custGeom>
              <a:avLst/>
              <a:gdLst>
                <a:gd name="csX0" fmla="*/ 48386 w 77511"/>
                <a:gd name="csY0" fmla="*/ 6015 h 139730"/>
                <a:gd name="csX1" fmla="*/ 41998 w 77511"/>
                <a:gd name="csY1" fmla="*/ 123 h 139730"/>
                <a:gd name="csX2" fmla="*/ 261 w 77511"/>
                <a:gd name="csY2" fmla="*/ 13591 h 139730"/>
                <a:gd name="csX3" fmla="*/ 261 w 77511"/>
                <a:gd name="csY3" fmla="*/ 21167 h 139730"/>
                <a:gd name="csX4" fmla="*/ 31138 w 77511"/>
                <a:gd name="csY4" fmla="*/ 15275 h 139730"/>
                <a:gd name="csX5" fmla="*/ 31138 w 77511"/>
                <a:gd name="csY5" fmla="*/ 122598 h 139730"/>
                <a:gd name="csX6" fmla="*/ 9844 w 77511"/>
                <a:gd name="csY6" fmla="*/ 132278 h 139730"/>
                <a:gd name="csX7" fmla="*/ 1752 w 77511"/>
                <a:gd name="csY7" fmla="*/ 132278 h 139730"/>
                <a:gd name="csX8" fmla="*/ 1752 w 77511"/>
                <a:gd name="csY8" fmla="*/ 139854 h 139730"/>
                <a:gd name="csX9" fmla="*/ 39656 w 77511"/>
                <a:gd name="csY9" fmla="*/ 139012 h 139730"/>
                <a:gd name="csX10" fmla="*/ 77772 w 77511"/>
                <a:gd name="csY10" fmla="*/ 139854 h 139730"/>
                <a:gd name="csX11" fmla="*/ 77772 w 77511"/>
                <a:gd name="csY11" fmla="*/ 132278 h 139730"/>
                <a:gd name="csX12" fmla="*/ 69681 w 77511"/>
                <a:gd name="csY12" fmla="*/ 132278 h 139730"/>
                <a:gd name="csX13" fmla="*/ 48386 w 77511"/>
                <a:gd name="csY13" fmla="*/ 122598 h 139730"/>
                <a:gd name="csX14" fmla="*/ 48386 w 77511"/>
                <a:gd name="csY14" fmla="*/ 6015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11" h="139730">
                  <a:moveTo>
                    <a:pt x="48386" y="6015"/>
                  </a:moveTo>
                  <a:cubicBezTo>
                    <a:pt x="48386" y="334"/>
                    <a:pt x="47960" y="123"/>
                    <a:pt x="41998" y="123"/>
                  </a:cubicBezTo>
                  <a:cubicBezTo>
                    <a:pt x="28370" y="13381"/>
                    <a:pt x="8992" y="13591"/>
                    <a:pt x="261" y="13591"/>
                  </a:cubicBezTo>
                  <a:lnTo>
                    <a:pt x="261" y="21167"/>
                  </a:lnTo>
                  <a:cubicBezTo>
                    <a:pt x="5372" y="21167"/>
                    <a:pt x="19426" y="21167"/>
                    <a:pt x="31138" y="15275"/>
                  </a:cubicBezTo>
                  <a:lnTo>
                    <a:pt x="31138" y="122598"/>
                  </a:lnTo>
                  <a:cubicBezTo>
                    <a:pt x="31138" y="129542"/>
                    <a:pt x="31138" y="132278"/>
                    <a:pt x="9844" y="132278"/>
                  </a:cubicBezTo>
                  <a:lnTo>
                    <a:pt x="1752" y="132278"/>
                  </a:lnTo>
                  <a:lnTo>
                    <a:pt x="1752" y="139854"/>
                  </a:lnTo>
                  <a:cubicBezTo>
                    <a:pt x="5585" y="139643"/>
                    <a:pt x="31777" y="139012"/>
                    <a:pt x="39656" y="139012"/>
                  </a:cubicBezTo>
                  <a:cubicBezTo>
                    <a:pt x="46257" y="139012"/>
                    <a:pt x="73088" y="139643"/>
                    <a:pt x="77772" y="139854"/>
                  </a:cubicBezTo>
                  <a:lnTo>
                    <a:pt x="77772" y="132278"/>
                  </a:lnTo>
                  <a:lnTo>
                    <a:pt x="69681" y="132278"/>
                  </a:lnTo>
                  <a:cubicBezTo>
                    <a:pt x="48386" y="132278"/>
                    <a:pt x="48386" y="129542"/>
                    <a:pt x="48386" y="122598"/>
                  </a:cubicBezTo>
                  <a:lnTo>
                    <a:pt x="48386" y="6015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3959709F-172F-9A4C-E2F9-1C1F01A83549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5156971" y="4883575"/>
              <a:ext cx="237278" cy="134679"/>
            </a:xfrm>
            <a:custGeom>
              <a:avLst/>
              <a:gdLst>
                <a:gd name="csX0" fmla="*/ 216860 w 237278"/>
                <a:gd name="csY0" fmla="*/ 20554 h 134679"/>
                <a:gd name="csX1" fmla="*/ 237546 w 237278"/>
                <a:gd name="csY1" fmla="*/ 14241 h 134679"/>
                <a:gd name="csX2" fmla="*/ 237546 w 237278"/>
                <a:gd name="csY2" fmla="*/ 111 h 134679"/>
                <a:gd name="csX3" fmla="*/ 214122 w 237278"/>
                <a:gd name="csY3" fmla="*/ 1013 h 134679"/>
                <a:gd name="csX4" fmla="*/ 184919 w 237278"/>
                <a:gd name="csY4" fmla="*/ 111 h 134679"/>
                <a:gd name="csX5" fmla="*/ 184919 w 237278"/>
                <a:gd name="csY5" fmla="*/ 14241 h 134679"/>
                <a:gd name="csX6" fmla="*/ 202563 w 237278"/>
                <a:gd name="csY6" fmla="*/ 17848 h 134679"/>
                <a:gd name="csX7" fmla="*/ 201346 w 237278"/>
                <a:gd name="csY7" fmla="*/ 21456 h 134679"/>
                <a:gd name="csX8" fmla="*/ 169404 w 237278"/>
                <a:gd name="csY8" fmla="*/ 98416 h 134679"/>
                <a:gd name="csX9" fmla="*/ 134725 w 237278"/>
                <a:gd name="csY9" fmla="*/ 14241 h 134679"/>
                <a:gd name="csX10" fmla="*/ 151761 w 237278"/>
                <a:gd name="csY10" fmla="*/ 14241 h 134679"/>
                <a:gd name="csX11" fmla="*/ 151761 w 237278"/>
                <a:gd name="csY11" fmla="*/ 111 h 134679"/>
                <a:gd name="csX12" fmla="*/ 117081 w 237278"/>
                <a:gd name="csY12" fmla="*/ 1013 h 134679"/>
                <a:gd name="csX13" fmla="*/ 86661 w 237278"/>
                <a:gd name="csY13" fmla="*/ 111 h 134679"/>
                <a:gd name="csX14" fmla="*/ 86661 w 237278"/>
                <a:gd name="csY14" fmla="*/ 14241 h 134679"/>
                <a:gd name="csX15" fmla="*/ 104609 w 237278"/>
                <a:gd name="csY15" fmla="*/ 14241 h 134679"/>
                <a:gd name="csX16" fmla="*/ 110997 w 237278"/>
                <a:gd name="csY16" fmla="*/ 30174 h 134679"/>
                <a:gd name="csX17" fmla="*/ 109781 w 237278"/>
                <a:gd name="csY17" fmla="*/ 34082 h 134679"/>
                <a:gd name="csX18" fmla="*/ 85748 w 237278"/>
                <a:gd name="csY18" fmla="*/ 91802 h 134679"/>
                <a:gd name="csX19" fmla="*/ 53807 w 237278"/>
                <a:gd name="csY19" fmla="*/ 14241 h 134679"/>
                <a:gd name="csX20" fmla="*/ 70843 w 237278"/>
                <a:gd name="csY20" fmla="*/ 14241 h 134679"/>
                <a:gd name="csX21" fmla="*/ 70843 w 237278"/>
                <a:gd name="csY21" fmla="*/ 111 h 134679"/>
                <a:gd name="csX22" fmla="*/ 33426 w 237278"/>
                <a:gd name="csY22" fmla="*/ 1013 h 134679"/>
                <a:gd name="csX23" fmla="*/ 267 w 237278"/>
                <a:gd name="csY23" fmla="*/ 111 h 134679"/>
                <a:gd name="csX24" fmla="*/ 267 w 237278"/>
                <a:gd name="csY24" fmla="*/ 14241 h 134679"/>
                <a:gd name="csX25" fmla="*/ 18215 w 237278"/>
                <a:gd name="csY25" fmla="*/ 14241 h 134679"/>
                <a:gd name="csX26" fmla="*/ 64758 w 237278"/>
                <a:gd name="csY26" fmla="*/ 126674 h 134679"/>
                <a:gd name="csX27" fmla="*/ 75710 w 237278"/>
                <a:gd name="csY27" fmla="*/ 134791 h 134679"/>
                <a:gd name="csX28" fmla="*/ 86661 w 237278"/>
                <a:gd name="csY28" fmla="*/ 126674 h 134679"/>
                <a:gd name="csX29" fmla="*/ 118907 w 237278"/>
                <a:gd name="csY29" fmla="*/ 48813 h 134679"/>
                <a:gd name="csX30" fmla="*/ 151152 w 237278"/>
                <a:gd name="csY30" fmla="*/ 126674 h 134679"/>
                <a:gd name="csX31" fmla="*/ 162104 w 237278"/>
                <a:gd name="csY31" fmla="*/ 134791 h 134679"/>
                <a:gd name="csX32" fmla="*/ 173055 w 237278"/>
                <a:gd name="csY32" fmla="*/ 126674 h 134679"/>
                <a:gd name="csX33" fmla="*/ 216860 w 237278"/>
                <a:gd name="csY33" fmla="*/ 20554 h 134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237278" h="134679">
                  <a:moveTo>
                    <a:pt x="216860" y="20554"/>
                  </a:moveTo>
                  <a:cubicBezTo>
                    <a:pt x="218381" y="16646"/>
                    <a:pt x="219598" y="14241"/>
                    <a:pt x="237546" y="14241"/>
                  </a:cubicBezTo>
                  <a:lnTo>
                    <a:pt x="237546" y="111"/>
                  </a:lnTo>
                  <a:cubicBezTo>
                    <a:pt x="230549" y="713"/>
                    <a:pt x="221423" y="1013"/>
                    <a:pt x="214122" y="1013"/>
                  </a:cubicBezTo>
                  <a:cubicBezTo>
                    <a:pt x="205909" y="1013"/>
                    <a:pt x="191611" y="412"/>
                    <a:pt x="184919" y="111"/>
                  </a:cubicBezTo>
                  <a:lnTo>
                    <a:pt x="184919" y="14241"/>
                  </a:lnTo>
                  <a:cubicBezTo>
                    <a:pt x="187657" y="14241"/>
                    <a:pt x="202563" y="14541"/>
                    <a:pt x="202563" y="17848"/>
                  </a:cubicBezTo>
                  <a:cubicBezTo>
                    <a:pt x="202563" y="18750"/>
                    <a:pt x="201650" y="20554"/>
                    <a:pt x="201346" y="21456"/>
                  </a:cubicBezTo>
                  <a:lnTo>
                    <a:pt x="169404" y="98416"/>
                  </a:lnTo>
                  <a:lnTo>
                    <a:pt x="134725" y="14241"/>
                  </a:lnTo>
                  <a:lnTo>
                    <a:pt x="151761" y="14241"/>
                  </a:lnTo>
                  <a:lnTo>
                    <a:pt x="151761" y="111"/>
                  </a:lnTo>
                  <a:cubicBezTo>
                    <a:pt x="142026" y="412"/>
                    <a:pt x="126208" y="1013"/>
                    <a:pt x="117081" y="1013"/>
                  </a:cubicBezTo>
                  <a:cubicBezTo>
                    <a:pt x="104305" y="1013"/>
                    <a:pt x="91528" y="412"/>
                    <a:pt x="86661" y="111"/>
                  </a:cubicBezTo>
                  <a:lnTo>
                    <a:pt x="86661" y="14241"/>
                  </a:lnTo>
                  <a:lnTo>
                    <a:pt x="104609" y="14241"/>
                  </a:lnTo>
                  <a:cubicBezTo>
                    <a:pt x="110997" y="29272"/>
                    <a:pt x="110997" y="29873"/>
                    <a:pt x="110997" y="30174"/>
                  </a:cubicBezTo>
                  <a:cubicBezTo>
                    <a:pt x="110997" y="31376"/>
                    <a:pt x="110085" y="33180"/>
                    <a:pt x="109781" y="34082"/>
                  </a:cubicBezTo>
                  <a:lnTo>
                    <a:pt x="85748" y="91802"/>
                  </a:lnTo>
                  <a:lnTo>
                    <a:pt x="53807" y="14241"/>
                  </a:lnTo>
                  <a:lnTo>
                    <a:pt x="70843" y="14241"/>
                  </a:lnTo>
                  <a:lnTo>
                    <a:pt x="70843" y="111"/>
                  </a:lnTo>
                  <a:cubicBezTo>
                    <a:pt x="58370" y="713"/>
                    <a:pt x="45898" y="1013"/>
                    <a:pt x="33426" y="1013"/>
                  </a:cubicBezTo>
                  <a:cubicBezTo>
                    <a:pt x="23995" y="1013"/>
                    <a:pt x="10610" y="412"/>
                    <a:pt x="267" y="111"/>
                  </a:cubicBezTo>
                  <a:lnTo>
                    <a:pt x="267" y="14241"/>
                  </a:lnTo>
                  <a:lnTo>
                    <a:pt x="18215" y="14241"/>
                  </a:lnTo>
                  <a:lnTo>
                    <a:pt x="64758" y="126674"/>
                  </a:lnTo>
                  <a:cubicBezTo>
                    <a:pt x="66888" y="131785"/>
                    <a:pt x="68105" y="134791"/>
                    <a:pt x="75710" y="134791"/>
                  </a:cubicBezTo>
                  <a:cubicBezTo>
                    <a:pt x="83315" y="134791"/>
                    <a:pt x="84532" y="131785"/>
                    <a:pt x="86661" y="126674"/>
                  </a:cubicBezTo>
                  <a:lnTo>
                    <a:pt x="118907" y="48813"/>
                  </a:lnTo>
                  <a:lnTo>
                    <a:pt x="151152" y="126674"/>
                  </a:lnTo>
                  <a:cubicBezTo>
                    <a:pt x="153282" y="131785"/>
                    <a:pt x="154498" y="134791"/>
                    <a:pt x="162104" y="134791"/>
                  </a:cubicBezTo>
                  <a:cubicBezTo>
                    <a:pt x="169709" y="134791"/>
                    <a:pt x="170925" y="131785"/>
                    <a:pt x="173055" y="126674"/>
                  </a:cubicBezTo>
                  <a:lnTo>
                    <a:pt x="216860" y="20554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B925EDC7-F6C7-7D4E-E70A-24F0B24D7BBC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5402022" y="4922626"/>
              <a:ext cx="93481" cy="182449"/>
            </a:xfrm>
            <a:custGeom>
              <a:avLst/>
              <a:gdLst>
                <a:gd name="csX0" fmla="*/ 93757 w 93481"/>
                <a:gd name="csY0" fmla="*/ 8109 h 182449"/>
                <a:gd name="csX1" fmla="*/ 85240 w 93481"/>
                <a:gd name="csY1" fmla="*/ 113 h 182449"/>
                <a:gd name="csX2" fmla="*/ 73315 w 93481"/>
                <a:gd name="csY2" fmla="*/ 11687 h 182449"/>
                <a:gd name="csX3" fmla="*/ 81833 w 93481"/>
                <a:gd name="csY3" fmla="*/ 19684 h 182449"/>
                <a:gd name="csX4" fmla="*/ 93757 w 93481"/>
                <a:gd name="csY4" fmla="*/ 8109 h 182449"/>
                <a:gd name="csX5" fmla="*/ 48614 w 93481"/>
                <a:gd name="csY5" fmla="*/ 149944 h 182449"/>
                <a:gd name="csX6" fmla="*/ 21144 w 93481"/>
                <a:gd name="csY6" fmla="*/ 176670 h 182449"/>
                <a:gd name="csX7" fmla="*/ 13478 w 93481"/>
                <a:gd name="csY7" fmla="*/ 175407 h 182449"/>
                <a:gd name="csX8" fmla="*/ 20718 w 93481"/>
                <a:gd name="csY8" fmla="*/ 164675 h 182449"/>
                <a:gd name="csX9" fmla="*/ 12413 w 93481"/>
                <a:gd name="csY9" fmla="*/ 156889 h 182449"/>
                <a:gd name="csX10" fmla="*/ 276 w 93481"/>
                <a:gd name="csY10" fmla="*/ 169305 h 182449"/>
                <a:gd name="csX11" fmla="*/ 21357 w 93481"/>
                <a:gd name="csY11" fmla="*/ 182562 h 182449"/>
                <a:gd name="csX12" fmla="*/ 65649 w 93481"/>
                <a:gd name="csY12" fmla="*/ 149313 h 182449"/>
                <a:gd name="csX13" fmla="*/ 84814 w 93481"/>
                <a:gd name="csY13" fmla="*/ 73976 h 182449"/>
                <a:gd name="csX14" fmla="*/ 85878 w 93481"/>
                <a:gd name="csY14" fmla="*/ 66611 h 182449"/>
                <a:gd name="csX15" fmla="*/ 63094 w 93481"/>
                <a:gd name="csY15" fmla="*/ 46830 h 182449"/>
                <a:gd name="csX16" fmla="*/ 25829 w 93481"/>
                <a:gd name="csY16" fmla="*/ 79027 h 182449"/>
                <a:gd name="csX17" fmla="*/ 29449 w 93481"/>
                <a:gd name="csY17" fmla="*/ 81763 h 182449"/>
                <a:gd name="csX18" fmla="*/ 33708 w 93481"/>
                <a:gd name="csY18" fmla="*/ 77975 h 182449"/>
                <a:gd name="csX19" fmla="*/ 62455 w 93481"/>
                <a:gd name="csY19" fmla="*/ 52722 h 182449"/>
                <a:gd name="csX20" fmla="*/ 69695 w 93481"/>
                <a:gd name="csY20" fmla="*/ 63034 h 182449"/>
                <a:gd name="csX21" fmla="*/ 69056 w 93481"/>
                <a:gd name="csY21" fmla="*/ 69347 h 182449"/>
                <a:gd name="csX22" fmla="*/ 48614 w 93481"/>
                <a:gd name="csY22" fmla="*/ 149944 h 1824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481" h="182449">
                  <a:moveTo>
                    <a:pt x="93757" y="8109"/>
                  </a:moveTo>
                  <a:cubicBezTo>
                    <a:pt x="93757" y="4532"/>
                    <a:pt x="90989" y="113"/>
                    <a:pt x="85240" y="113"/>
                  </a:cubicBezTo>
                  <a:cubicBezTo>
                    <a:pt x="79064" y="113"/>
                    <a:pt x="73315" y="6005"/>
                    <a:pt x="73315" y="11687"/>
                  </a:cubicBezTo>
                  <a:cubicBezTo>
                    <a:pt x="73315" y="15054"/>
                    <a:pt x="75870" y="19684"/>
                    <a:pt x="81833" y="19684"/>
                  </a:cubicBezTo>
                  <a:cubicBezTo>
                    <a:pt x="87582" y="19684"/>
                    <a:pt x="93757" y="14212"/>
                    <a:pt x="93757" y="8109"/>
                  </a:cubicBezTo>
                  <a:close/>
                  <a:moveTo>
                    <a:pt x="48614" y="149944"/>
                  </a:moveTo>
                  <a:cubicBezTo>
                    <a:pt x="44993" y="164464"/>
                    <a:pt x="33708" y="176670"/>
                    <a:pt x="21144" y="176670"/>
                  </a:cubicBezTo>
                  <a:cubicBezTo>
                    <a:pt x="18376" y="176670"/>
                    <a:pt x="15820" y="176249"/>
                    <a:pt x="13478" y="175407"/>
                  </a:cubicBezTo>
                  <a:cubicBezTo>
                    <a:pt x="19015" y="172882"/>
                    <a:pt x="20718" y="167831"/>
                    <a:pt x="20718" y="164675"/>
                  </a:cubicBezTo>
                  <a:cubicBezTo>
                    <a:pt x="20718" y="159624"/>
                    <a:pt x="16672" y="156889"/>
                    <a:pt x="12413" y="156889"/>
                  </a:cubicBezTo>
                  <a:cubicBezTo>
                    <a:pt x="5812" y="156889"/>
                    <a:pt x="276" y="162571"/>
                    <a:pt x="276" y="169305"/>
                  </a:cubicBezTo>
                  <a:cubicBezTo>
                    <a:pt x="276" y="177301"/>
                    <a:pt x="8580" y="182562"/>
                    <a:pt x="21357" y="182562"/>
                  </a:cubicBezTo>
                  <a:cubicBezTo>
                    <a:pt x="34133" y="182562"/>
                    <a:pt x="59048" y="174986"/>
                    <a:pt x="65649" y="149313"/>
                  </a:cubicBezTo>
                  <a:lnTo>
                    <a:pt x="84814" y="73976"/>
                  </a:lnTo>
                  <a:cubicBezTo>
                    <a:pt x="85453" y="71662"/>
                    <a:pt x="85878" y="69768"/>
                    <a:pt x="85878" y="66611"/>
                  </a:cubicBezTo>
                  <a:cubicBezTo>
                    <a:pt x="85878" y="55037"/>
                    <a:pt x="75870" y="46830"/>
                    <a:pt x="63094" y="46830"/>
                  </a:cubicBezTo>
                  <a:cubicBezTo>
                    <a:pt x="39457" y="46830"/>
                    <a:pt x="25829" y="76081"/>
                    <a:pt x="25829" y="79027"/>
                  </a:cubicBezTo>
                  <a:cubicBezTo>
                    <a:pt x="25829" y="81763"/>
                    <a:pt x="28810" y="81763"/>
                    <a:pt x="29449" y="81763"/>
                  </a:cubicBezTo>
                  <a:cubicBezTo>
                    <a:pt x="32004" y="81763"/>
                    <a:pt x="32217" y="81131"/>
                    <a:pt x="33708" y="77975"/>
                  </a:cubicBezTo>
                  <a:cubicBezTo>
                    <a:pt x="39031" y="65769"/>
                    <a:pt x="50104" y="52722"/>
                    <a:pt x="62455" y="52722"/>
                  </a:cubicBezTo>
                  <a:cubicBezTo>
                    <a:pt x="67778" y="52722"/>
                    <a:pt x="69695" y="56300"/>
                    <a:pt x="69695" y="63034"/>
                  </a:cubicBezTo>
                  <a:cubicBezTo>
                    <a:pt x="69695" y="65348"/>
                    <a:pt x="69269" y="68295"/>
                    <a:pt x="69056" y="69347"/>
                  </a:cubicBezTo>
                  <a:lnTo>
                    <a:pt x="48614" y="149944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C558374C-F61F-5B69-624D-C6CEAFC9B93F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5639948" y="4854715"/>
              <a:ext cx="152101" cy="174362"/>
            </a:xfrm>
            <a:custGeom>
              <a:avLst/>
              <a:gdLst>
                <a:gd name="csX0" fmla="*/ 141737 w 152101"/>
                <a:gd name="csY0" fmla="*/ 93305 h 174362"/>
                <a:gd name="csX1" fmla="*/ 152384 w 152101"/>
                <a:gd name="csY1" fmla="*/ 87293 h 174362"/>
                <a:gd name="csX2" fmla="*/ 141737 w 152101"/>
                <a:gd name="csY2" fmla="*/ 81280 h 174362"/>
                <a:gd name="csX3" fmla="*/ 12755 w 152101"/>
                <a:gd name="csY3" fmla="*/ 81280 h 174362"/>
                <a:gd name="csX4" fmla="*/ 94281 w 152101"/>
                <a:gd name="csY4" fmla="*/ 12136 h 174362"/>
                <a:gd name="csX5" fmla="*/ 141737 w 152101"/>
                <a:gd name="csY5" fmla="*/ 12136 h 174362"/>
                <a:gd name="csX6" fmla="*/ 152384 w 152101"/>
                <a:gd name="csY6" fmla="*/ 6124 h 174362"/>
                <a:gd name="csX7" fmla="*/ 141737 w 152101"/>
                <a:gd name="csY7" fmla="*/ 111 h 174362"/>
                <a:gd name="csX8" fmla="*/ 93673 w 152101"/>
                <a:gd name="csY8" fmla="*/ 111 h 174362"/>
                <a:gd name="csX9" fmla="*/ 283 w 152101"/>
                <a:gd name="csY9" fmla="*/ 87293 h 174362"/>
                <a:gd name="csX10" fmla="*/ 93673 w 152101"/>
                <a:gd name="csY10" fmla="*/ 174474 h 174362"/>
                <a:gd name="csX11" fmla="*/ 141737 w 152101"/>
                <a:gd name="csY11" fmla="*/ 174474 h 174362"/>
                <a:gd name="csX12" fmla="*/ 152384 w 152101"/>
                <a:gd name="csY12" fmla="*/ 168461 h 174362"/>
                <a:gd name="csX13" fmla="*/ 141737 w 152101"/>
                <a:gd name="csY13" fmla="*/ 162449 h 174362"/>
                <a:gd name="csX14" fmla="*/ 94281 w 152101"/>
                <a:gd name="csY14" fmla="*/ 162449 h 174362"/>
                <a:gd name="csX15" fmla="*/ 12755 w 152101"/>
                <a:gd name="csY15" fmla="*/ 93305 h 174362"/>
                <a:gd name="csX16" fmla="*/ 141737 w 152101"/>
                <a:gd name="csY16" fmla="*/ 93305 h 174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2101" h="174362">
                  <a:moveTo>
                    <a:pt x="141737" y="93305"/>
                  </a:moveTo>
                  <a:cubicBezTo>
                    <a:pt x="146909" y="93305"/>
                    <a:pt x="152384" y="93305"/>
                    <a:pt x="152384" y="87293"/>
                  </a:cubicBezTo>
                  <a:cubicBezTo>
                    <a:pt x="152384" y="81280"/>
                    <a:pt x="146909" y="81280"/>
                    <a:pt x="141737" y="81280"/>
                  </a:cubicBezTo>
                  <a:lnTo>
                    <a:pt x="12755" y="81280"/>
                  </a:lnTo>
                  <a:cubicBezTo>
                    <a:pt x="16405" y="40996"/>
                    <a:pt x="51389" y="12136"/>
                    <a:pt x="94281" y="12136"/>
                  </a:cubicBezTo>
                  <a:lnTo>
                    <a:pt x="141737" y="12136"/>
                  </a:lnTo>
                  <a:cubicBezTo>
                    <a:pt x="146909" y="12136"/>
                    <a:pt x="152384" y="12136"/>
                    <a:pt x="152384" y="6124"/>
                  </a:cubicBezTo>
                  <a:cubicBezTo>
                    <a:pt x="152384" y="111"/>
                    <a:pt x="146909" y="111"/>
                    <a:pt x="141737" y="111"/>
                  </a:cubicBezTo>
                  <a:lnTo>
                    <a:pt x="93673" y="111"/>
                  </a:lnTo>
                  <a:cubicBezTo>
                    <a:pt x="41654" y="111"/>
                    <a:pt x="283" y="39193"/>
                    <a:pt x="283" y="87293"/>
                  </a:cubicBezTo>
                  <a:cubicBezTo>
                    <a:pt x="283" y="135393"/>
                    <a:pt x="41654" y="174474"/>
                    <a:pt x="93673" y="174474"/>
                  </a:cubicBezTo>
                  <a:lnTo>
                    <a:pt x="141737" y="174474"/>
                  </a:lnTo>
                  <a:cubicBezTo>
                    <a:pt x="146909" y="174474"/>
                    <a:pt x="152384" y="174474"/>
                    <a:pt x="152384" y="168461"/>
                  </a:cubicBezTo>
                  <a:cubicBezTo>
                    <a:pt x="152384" y="162449"/>
                    <a:pt x="146909" y="162449"/>
                    <a:pt x="141737" y="162449"/>
                  </a:cubicBezTo>
                  <a:lnTo>
                    <a:pt x="94281" y="162449"/>
                  </a:lnTo>
                  <a:cubicBezTo>
                    <a:pt x="51389" y="162449"/>
                    <a:pt x="16405" y="133589"/>
                    <a:pt x="12755" y="93305"/>
                  </a:cubicBezTo>
                  <a:lnTo>
                    <a:pt x="141737" y="93305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B809583F-621E-3175-62F2-0CDB3D761775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5906868" y="4811125"/>
              <a:ext cx="208987" cy="205928"/>
            </a:xfrm>
            <a:custGeom>
              <a:avLst/>
              <a:gdLst>
                <a:gd name="csX0" fmla="*/ 76951 w 208987"/>
                <a:gd name="csY0" fmla="*/ 111643 h 205928"/>
                <a:gd name="csX1" fmla="*/ 87903 w 208987"/>
                <a:gd name="csY1" fmla="*/ 111643 h 205928"/>
                <a:gd name="csX2" fmla="*/ 133533 w 208987"/>
                <a:gd name="csY2" fmla="*/ 181388 h 205928"/>
                <a:gd name="csX3" fmla="*/ 147222 w 208987"/>
                <a:gd name="csY3" fmla="*/ 202432 h 205928"/>
                <a:gd name="csX4" fmla="*/ 157261 w 208987"/>
                <a:gd name="csY4" fmla="*/ 206039 h 205928"/>
                <a:gd name="csX5" fmla="*/ 199241 w 208987"/>
                <a:gd name="csY5" fmla="*/ 206039 h 205928"/>
                <a:gd name="csX6" fmla="*/ 209280 w 208987"/>
                <a:gd name="csY6" fmla="*/ 200628 h 205928"/>
                <a:gd name="csX7" fmla="*/ 204717 w 208987"/>
                <a:gd name="csY7" fmla="*/ 195518 h 205928"/>
                <a:gd name="csX8" fmla="*/ 171254 w 208987"/>
                <a:gd name="csY8" fmla="*/ 163651 h 205928"/>
                <a:gd name="csX9" fmla="*/ 133533 w 208987"/>
                <a:gd name="csY9" fmla="*/ 108336 h 205928"/>
                <a:gd name="csX10" fmla="*/ 186769 w 208987"/>
                <a:gd name="csY10" fmla="*/ 56328 h 205928"/>
                <a:gd name="csX11" fmla="*/ 106155 w 208987"/>
                <a:gd name="csY11" fmla="*/ 111 h 205928"/>
                <a:gd name="csX12" fmla="*/ 10635 w 208987"/>
                <a:gd name="csY12" fmla="*/ 111 h 205928"/>
                <a:gd name="csX13" fmla="*/ 292 w 208987"/>
                <a:gd name="csY13" fmla="*/ 5523 h 205928"/>
                <a:gd name="csX14" fmla="*/ 8505 w 208987"/>
                <a:gd name="csY14" fmla="*/ 10633 h 205928"/>
                <a:gd name="csX15" fmla="*/ 27366 w 208987"/>
                <a:gd name="csY15" fmla="*/ 27769 h 205928"/>
                <a:gd name="csX16" fmla="*/ 27366 w 208987"/>
                <a:gd name="csY16" fmla="*/ 178382 h 205928"/>
                <a:gd name="csX17" fmla="*/ 8505 w 208987"/>
                <a:gd name="csY17" fmla="*/ 195518 h 205928"/>
                <a:gd name="csX18" fmla="*/ 292 w 208987"/>
                <a:gd name="csY18" fmla="*/ 200628 h 205928"/>
                <a:gd name="csX19" fmla="*/ 10635 w 208987"/>
                <a:gd name="csY19" fmla="*/ 206039 h 205928"/>
                <a:gd name="csX20" fmla="*/ 93987 w 208987"/>
                <a:gd name="csY20" fmla="*/ 206039 h 205928"/>
                <a:gd name="csX21" fmla="*/ 104025 w 208987"/>
                <a:gd name="csY21" fmla="*/ 200628 h 205928"/>
                <a:gd name="csX22" fmla="*/ 95508 w 208987"/>
                <a:gd name="csY22" fmla="*/ 195518 h 205928"/>
                <a:gd name="csX23" fmla="*/ 76951 w 208987"/>
                <a:gd name="csY23" fmla="*/ 178382 h 205928"/>
                <a:gd name="csX24" fmla="*/ 76951 w 208987"/>
                <a:gd name="csY24" fmla="*/ 111643 h 205928"/>
                <a:gd name="csX25" fmla="*/ 135662 w 208987"/>
                <a:gd name="csY25" fmla="*/ 96913 h 205928"/>
                <a:gd name="csX26" fmla="*/ 145093 w 208987"/>
                <a:gd name="csY26" fmla="*/ 56629 h 205928"/>
                <a:gd name="csX27" fmla="*/ 133533 w 208987"/>
                <a:gd name="csY27" fmla="*/ 13940 h 205928"/>
                <a:gd name="csX28" fmla="*/ 176122 w 208987"/>
                <a:gd name="csY28" fmla="*/ 56328 h 205928"/>
                <a:gd name="csX29" fmla="*/ 135662 w 208987"/>
                <a:gd name="csY29" fmla="*/ 96913 h 205928"/>
                <a:gd name="csX30" fmla="*/ 76951 w 208987"/>
                <a:gd name="csY30" fmla="*/ 26867 h 205928"/>
                <a:gd name="csX31" fmla="*/ 95812 w 208987"/>
                <a:gd name="csY31" fmla="*/ 10633 h 205928"/>
                <a:gd name="csX32" fmla="*/ 134446 w 208987"/>
                <a:gd name="csY32" fmla="*/ 56629 h 205928"/>
                <a:gd name="csX33" fmla="*/ 76951 w 208987"/>
                <a:gd name="csY33" fmla="*/ 101121 h 205928"/>
                <a:gd name="csX34" fmla="*/ 76951 w 208987"/>
                <a:gd name="csY34" fmla="*/ 26867 h 205928"/>
                <a:gd name="csX35" fmla="*/ 35580 w 208987"/>
                <a:gd name="csY35" fmla="*/ 195518 h 205928"/>
                <a:gd name="csX36" fmla="*/ 38013 w 208987"/>
                <a:gd name="csY36" fmla="*/ 178983 h 205928"/>
                <a:gd name="csX37" fmla="*/ 38013 w 208987"/>
                <a:gd name="csY37" fmla="*/ 27168 h 205928"/>
                <a:gd name="csX38" fmla="*/ 35580 w 208987"/>
                <a:gd name="csY38" fmla="*/ 10633 h 205928"/>
                <a:gd name="csX39" fmla="*/ 70259 w 208987"/>
                <a:gd name="csY39" fmla="*/ 10633 h 205928"/>
                <a:gd name="csX40" fmla="*/ 66304 w 208987"/>
                <a:gd name="csY40" fmla="*/ 25965 h 205928"/>
                <a:gd name="csX41" fmla="*/ 66304 w 208987"/>
                <a:gd name="csY41" fmla="*/ 178983 h 205928"/>
                <a:gd name="csX42" fmla="*/ 68738 w 208987"/>
                <a:gd name="csY42" fmla="*/ 195518 h 205928"/>
                <a:gd name="csX43" fmla="*/ 35580 w 208987"/>
                <a:gd name="csY43" fmla="*/ 195518 h 205928"/>
                <a:gd name="csX44" fmla="*/ 100375 w 208987"/>
                <a:gd name="csY44" fmla="*/ 111643 h 205928"/>
                <a:gd name="csX45" fmla="*/ 106155 w 208987"/>
                <a:gd name="csY45" fmla="*/ 111042 h 205928"/>
                <a:gd name="csX46" fmla="*/ 121973 w 208987"/>
                <a:gd name="csY46" fmla="*/ 109839 h 205928"/>
                <a:gd name="csX47" fmla="*/ 184639 w 208987"/>
                <a:gd name="csY47" fmla="*/ 195518 h 205928"/>
                <a:gd name="csX48" fmla="*/ 155131 w 208987"/>
                <a:gd name="csY48" fmla="*/ 195518 h 205928"/>
                <a:gd name="csX49" fmla="*/ 100375 w 208987"/>
                <a:gd name="csY49" fmla="*/ 111643 h 205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208987" h="205928">
                  <a:moveTo>
                    <a:pt x="76951" y="111643"/>
                  </a:moveTo>
                  <a:lnTo>
                    <a:pt x="87903" y="111643"/>
                  </a:lnTo>
                  <a:lnTo>
                    <a:pt x="133533" y="181388"/>
                  </a:lnTo>
                  <a:cubicBezTo>
                    <a:pt x="136575" y="186198"/>
                    <a:pt x="143876" y="197923"/>
                    <a:pt x="147222" y="202432"/>
                  </a:cubicBezTo>
                  <a:cubicBezTo>
                    <a:pt x="149352" y="206039"/>
                    <a:pt x="150264" y="206039"/>
                    <a:pt x="157261" y="206039"/>
                  </a:cubicBezTo>
                  <a:lnTo>
                    <a:pt x="199241" y="206039"/>
                  </a:lnTo>
                  <a:cubicBezTo>
                    <a:pt x="204717" y="206039"/>
                    <a:pt x="209280" y="206039"/>
                    <a:pt x="209280" y="200628"/>
                  </a:cubicBezTo>
                  <a:cubicBezTo>
                    <a:pt x="209280" y="198223"/>
                    <a:pt x="207454" y="196119"/>
                    <a:pt x="204717" y="195518"/>
                  </a:cubicBezTo>
                  <a:cubicBezTo>
                    <a:pt x="193461" y="193113"/>
                    <a:pt x="178555" y="173271"/>
                    <a:pt x="171254" y="163651"/>
                  </a:cubicBezTo>
                  <a:cubicBezTo>
                    <a:pt x="169125" y="160645"/>
                    <a:pt x="153915" y="140804"/>
                    <a:pt x="133533" y="108336"/>
                  </a:cubicBezTo>
                  <a:cubicBezTo>
                    <a:pt x="160607" y="103526"/>
                    <a:pt x="186769" y="92103"/>
                    <a:pt x="186769" y="56328"/>
                  </a:cubicBezTo>
                  <a:cubicBezTo>
                    <a:pt x="186769" y="14541"/>
                    <a:pt x="142051" y="111"/>
                    <a:pt x="106155" y="111"/>
                  </a:cubicBezTo>
                  <a:lnTo>
                    <a:pt x="10635" y="111"/>
                  </a:lnTo>
                  <a:cubicBezTo>
                    <a:pt x="5159" y="111"/>
                    <a:pt x="292" y="111"/>
                    <a:pt x="292" y="5523"/>
                  </a:cubicBezTo>
                  <a:cubicBezTo>
                    <a:pt x="292" y="10633"/>
                    <a:pt x="6072" y="10633"/>
                    <a:pt x="8505" y="10633"/>
                  </a:cubicBezTo>
                  <a:cubicBezTo>
                    <a:pt x="25845" y="10633"/>
                    <a:pt x="27366" y="12738"/>
                    <a:pt x="27366" y="27769"/>
                  </a:cubicBezTo>
                  <a:lnTo>
                    <a:pt x="27366" y="178382"/>
                  </a:lnTo>
                  <a:cubicBezTo>
                    <a:pt x="27366" y="193413"/>
                    <a:pt x="25845" y="195518"/>
                    <a:pt x="8505" y="195518"/>
                  </a:cubicBezTo>
                  <a:cubicBezTo>
                    <a:pt x="6072" y="195518"/>
                    <a:pt x="292" y="195518"/>
                    <a:pt x="292" y="200628"/>
                  </a:cubicBezTo>
                  <a:cubicBezTo>
                    <a:pt x="292" y="206039"/>
                    <a:pt x="5159" y="206039"/>
                    <a:pt x="10635" y="206039"/>
                  </a:cubicBezTo>
                  <a:lnTo>
                    <a:pt x="93987" y="206039"/>
                  </a:lnTo>
                  <a:cubicBezTo>
                    <a:pt x="99462" y="206039"/>
                    <a:pt x="104025" y="206039"/>
                    <a:pt x="104025" y="200628"/>
                  </a:cubicBezTo>
                  <a:cubicBezTo>
                    <a:pt x="104025" y="195518"/>
                    <a:pt x="98854" y="195518"/>
                    <a:pt x="95508" y="195518"/>
                  </a:cubicBezTo>
                  <a:cubicBezTo>
                    <a:pt x="78168" y="195518"/>
                    <a:pt x="76951" y="193113"/>
                    <a:pt x="76951" y="178382"/>
                  </a:cubicBezTo>
                  <a:lnTo>
                    <a:pt x="76951" y="111643"/>
                  </a:lnTo>
                  <a:close/>
                  <a:moveTo>
                    <a:pt x="135662" y="96913"/>
                  </a:moveTo>
                  <a:cubicBezTo>
                    <a:pt x="144180" y="85789"/>
                    <a:pt x="145093" y="69856"/>
                    <a:pt x="145093" y="56629"/>
                  </a:cubicBezTo>
                  <a:cubicBezTo>
                    <a:pt x="145093" y="42199"/>
                    <a:pt x="143268" y="26266"/>
                    <a:pt x="133533" y="13940"/>
                  </a:cubicBezTo>
                  <a:cubicBezTo>
                    <a:pt x="146005" y="16646"/>
                    <a:pt x="176122" y="25965"/>
                    <a:pt x="176122" y="56328"/>
                  </a:cubicBezTo>
                  <a:cubicBezTo>
                    <a:pt x="176122" y="75869"/>
                    <a:pt x="166995" y="91201"/>
                    <a:pt x="135662" y="96913"/>
                  </a:cubicBezTo>
                  <a:close/>
                  <a:moveTo>
                    <a:pt x="76951" y="26867"/>
                  </a:moveTo>
                  <a:cubicBezTo>
                    <a:pt x="76951" y="20554"/>
                    <a:pt x="76951" y="10633"/>
                    <a:pt x="95812" y="10633"/>
                  </a:cubicBezTo>
                  <a:cubicBezTo>
                    <a:pt x="121669" y="10633"/>
                    <a:pt x="134446" y="21155"/>
                    <a:pt x="134446" y="56629"/>
                  </a:cubicBezTo>
                  <a:cubicBezTo>
                    <a:pt x="134446" y="95409"/>
                    <a:pt x="125015" y="101121"/>
                    <a:pt x="76951" y="101121"/>
                  </a:cubicBezTo>
                  <a:lnTo>
                    <a:pt x="76951" y="26867"/>
                  </a:lnTo>
                  <a:close/>
                  <a:moveTo>
                    <a:pt x="35580" y="195518"/>
                  </a:moveTo>
                  <a:cubicBezTo>
                    <a:pt x="38013" y="190106"/>
                    <a:pt x="38013" y="181689"/>
                    <a:pt x="38013" y="178983"/>
                  </a:cubicBezTo>
                  <a:lnTo>
                    <a:pt x="38013" y="27168"/>
                  </a:lnTo>
                  <a:cubicBezTo>
                    <a:pt x="38013" y="24161"/>
                    <a:pt x="38013" y="16044"/>
                    <a:pt x="35580" y="10633"/>
                  </a:cubicBezTo>
                  <a:lnTo>
                    <a:pt x="70259" y="10633"/>
                  </a:lnTo>
                  <a:cubicBezTo>
                    <a:pt x="66304" y="15443"/>
                    <a:pt x="66304" y="21456"/>
                    <a:pt x="66304" y="25965"/>
                  </a:cubicBezTo>
                  <a:lnTo>
                    <a:pt x="66304" y="178983"/>
                  </a:lnTo>
                  <a:cubicBezTo>
                    <a:pt x="66304" y="181989"/>
                    <a:pt x="66304" y="190106"/>
                    <a:pt x="68738" y="195518"/>
                  </a:cubicBezTo>
                  <a:lnTo>
                    <a:pt x="35580" y="195518"/>
                  </a:lnTo>
                  <a:close/>
                  <a:moveTo>
                    <a:pt x="100375" y="111643"/>
                  </a:moveTo>
                  <a:cubicBezTo>
                    <a:pt x="102504" y="111343"/>
                    <a:pt x="103721" y="111042"/>
                    <a:pt x="106155" y="111042"/>
                  </a:cubicBezTo>
                  <a:cubicBezTo>
                    <a:pt x="110718" y="111042"/>
                    <a:pt x="117410" y="110441"/>
                    <a:pt x="121973" y="109839"/>
                  </a:cubicBezTo>
                  <a:cubicBezTo>
                    <a:pt x="126536" y="117054"/>
                    <a:pt x="159390" y="170566"/>
                    <a:pt x="184639" y="195518"/>
                  </a:cubicBezTo>
                  <a:lnTo>
                    <a:pt x="155131" y="195518"/>
                  </a:lnTo>
                  <a:lnTo>
                    <a:pt x="100375" y="111643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3A924A7E-AFCE-4099-6222-47785692EA95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6134693" y="4746884"/>
              <a:ext cx="109452" cy="148147"/>
            </a:xfrm>
            <a:custGeom>
              <a:avLst/>
              <a:gdLst>
                <a:gd name="csX0" fmla="*/ 108900 w 109452"/>
                <a:gd name="csY0" fmla="*/ 6420 h 148147"/>
                <a:gd name="csX1" fmla="*/ 109752 w 109452"/>
                <a:gd name="csY1" fmla="*/ 3053 h 148147"/>
                <a:gd name="csX2" fmla="*/ 106344 w 109452"/>
                <a:gd name="csY2" fmla="*/ 107 h 148147"/>
                <a:gd name="csX3" fmla="*/ 79088 w 109452"/>
                <a:gd name="csY3" fmla="*/ 2212 h 148147"/>
                <a:gd name="csX4" fmla="*/ 74403 w 109452"/>
                <a:gd name="csY4" fmla="*/ 7052 h 148147"/>
                <a:gd name="csX5" fmla="*/ 79940 w 109452"/>
                <a:gd name="csY5" fmla="*/ 9998 h 148147"/>
                <a:gd name="csX6" fmla="*/ 90161 w 109452"/>
                <a:gd name="csY6" fmla="*/ 13154 h 148147"/>
                <a:gd name="csX7" fmla="*/ 89309 w 109452"/>
                <a:gd name="csY7" fmla="*/ 17784 h 148147"/>
                <a:gd name="csX8" fmla="*/ 77171 w 109452"/>
                <a:gd name="csY8" fmla="*/ 65764 h 148147"/>
                <a:gd name="csX9" fmla="*/ 55238 w 109452"/>
                <a:gd name="csY9" fmla="*/ 53348 h 148147"/>
                <a:gd name="csX10" fmla="*/ 299 w 109452"/>
                <a:gd name="csY10" fmla="*/ 113323 h 148147"/>
                <a:gd name="csX11" fmla="*/ 32453 w 109452"/>
                <a:gd name="csY11" fmla="*/ 148255 h 148147"/>
                <a:gd name="csX12" fmla="*/ 62691 w 109452"/>
                <a:gd name="csY12" fmla="*/ 133525 h 148147"/>
                <a:gd name="csX13" fmla="*/ 84624 w 109452"/>
                <a:gd name="csY13" fmla="*/ 148255 h 148147"/>
                <a:gd name="csX14" fmla="*/ 101447 w 109452"/>
                <a:gd name="csY14" fmla="*/ 137102 h 148147"/>
                <a:gd name="csX15" fmla="*/ 108900 w 109452"/>
                <a:gd name="csY15" fmla="*/ 116058 h 148147"/>
                <a:gd name="csX16" fmla="*/ 105493 w 109452"/>
                <a:gd name="csY16" fmla="*/ 113323 h 148147"/>
                <a:gd name="csX17" fmla="*/ 100808 w 109452"/>
                <a:gd name="csY17" fmla="*/ 119846 h 148147"/>
                <a:gd name="csX18" fmla="*/ 85263 w 109452"/>
                <a:gd name="csY18" fmla="*/ 142363 h 148147"/>
                <a:gd name="csX19" fmla="*/ 78236 w 109452"/>
                <a:gd name="csY19" fmla="*/ 132052 h 148147"/>
                <a:gd name="csX20" fmla="*/ 79301 w 109452"/>
                <a:gd name="csY20" fmla="*/ 123424 h 148147"/>
                <a:gd name="csX21" fmla="*/ 108900 w 109452"/>
                <a:gd name="csY21" fmla="*/ 6420 h 148147"/>
                <a:gd name="csX22" fmla="*/ 63543 w 109452"/>
                <a:gd name="csY22" fmla="*/ 119846 h 148147"/>
                <a:gd name="csX23" fmla="*/ 52683 w 109452"/>
                <a:gd name="csY23" fmla="*/ 133945 h 148147"/>
                <a:gd name="csX24" fmla="*/ 33092 w 109452"/>
                <a:gd name="csY24" fmla="*/ 142363 h 148147"/>
                <a:gd name="csX25" fmla="*/ 17547 w 109452"/>
                <a:gd name="csY25" fmla="*/ 121951 h 148147"/>
                <a:gd name="csX26" fmla="*/ 28621 w 109452"/>
                <a:gd name="csY26" fmla="*/ 79232 h 148147"/>
                <a:gd name="csX27" fmla="*/ 55238 w 109452"/>
                <a:gd name="csY27" fmla="*/ 59240 h 148147"/>
                <a:gd name="csX28" fmla="*/ 74190 w 109452"/>
                <a:gd name="csY28" fmla="*/ 77548 h 148147"/>
                <a:gd name="csX29" fmla="*/ 73551 w 109452"/>
                <a:gd name="csY29" fmla="*/ 80494 h 148147"/>
                <a:gd name="csX30" fmla="*/ 63543 w 109452"/>
                <a:gd name="csY30" fmla="*/ 119846 h 148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09452" h="148147">
                  <a:moveTo>
                    <a:pt x="108900" y="6420"/>
                  </a:moveTo>
                  <a:cubicBezTo>
                    <a:pt x="109113" y="6000"/>
                    <a:pt x="109752" y="3264"/>
                    <a:pt x="109752" y="3053"/>
                  </a:cubicBezTo>
                  <a:cubicBezTo>
                    <a:pt x="109752" y="2001"/>
                    <a:pt x="108900" y="107"/>
                    <a:pt x="106344" y="107"/>
                  </a:cubicBezTo>
                  <a:cubicBezTo>
                    <a:pt x="102086" y="107"/>
                    <a:pt x="84411" y="1791"/>
                    <a:pt x="79088" y="2212"/>
                  </a:cubicBezTo>
                  <a:cubicBezTo>
                    <a:pt x="77384" y="2422"/>
                    <a:pt x="74403" y="2633"/>
                    <a:pt x="74403" y="7052"/>
                  </a:cubicBezTo>
                  <a:cubicBezTo>
                    <a:pt x="74403" y="9998"/>
                    <a:pt x="77384" y="9998"/>
                    <a:pt x="79940" y="9998"/>
                  </a:cubicBezTo>
                  <a:cubicBezTo>
                    <a:pt x="90161" y="9998"/>
                    <a:pt x="90161" y="11471"/>
                    <a:pt x="90161" y="13154"/>
                  </a:cubicBezTo>
                  <a:cubicBezTo>
                    <a:pt x="90161" y="14627"/>
                    <a:pt x="89735" y="15890"/>
                    <a:pt x="89309" y="17784"/>
                  </a:cubicBezTo>
                  <a:lnTo>
                    <a:pt x="77171" y="65764"/>
                  </a:lnTo>
                  <a:cubicBezTo>
                    <a:pt x="72700" y="58819"/>
                    <a:pt x="65460" y="53348"/>
                    <a:pt x="55238" y="53348"/>
                  </a:cubicBezTo>
                  <a:cubicBezTo>
                    <a:pt x="27982" y="53348"/>
                    <a:pt x="299" y="83020"/>
                    <a:pt x="299" y="113323"/>
                  </a:cubicBezTo>
                  <a:cubicBezTo>
                    <a:pt x="299" y="133735"/>
                    <a:pt x="14140" y="148255"/>
                    <a:pt x="32453" y="148255"/>
                  </a:cubicBezTo>
                  <a:cubicBezTo>
                    <a:pt x="43952" y="148255"/>
                    <a:pt x="54174" y="141732"/>
                    <a:pt x="62691" y="133525"/>
                  </a:cubicBezTo>
                  <a:cubicBezTo>
                    <a:pt x="66737" y="146151"/>
                    <a:pt x="79088" y="148255"/>
                    <a:pt x="84624" y="148255"/>
                  </a:cubicBezTo>
                  <a:cubicBezTo>
                    <a:pt x="92290" y="148255"/>
                    <a:pt x="97614" y="143626"/>
                    <a:pt x="101447" y="137102"/>
                  </a:cubicBezTo>
                  <a:cubicBezTo>
                    <a:pt x="106132" y="128895"/>
                    <a:pt x="108900" y="116900"/>
                    <a:pt x="108900" y="116058"/>
                  </a:cubicBezTo>
                  <a:cubicBezTo>
                    <a:pt x="108900" y="113323"/>
                    <a:pt x="106132" y="113323"/>
                    <a:pt x="105493" y="113323"/>
                  </a:cubicBezTo>
                  <a:cubicBezTo>
                    <a:pt x="102511" y="113323"/>
                    <a:pt x="102299" y="114164"/>
                    <a:pt x="100808" y="119846"/>
                  </a:cubicBezTo>
                  <a:cubicBezTo>
                    <a:pt x="98253" y="129947"/>
                    <a:pt x="94207" y="142363"/>
                    <a:pt x="85263" y="142363"/>
                  </a:cubicBezTo>
                  <a:cubicBezTo>
                    <a:pt x="79727" y="142363"/>
                    <a:pt x="78236" y="137733"/>
                    <a:pt x="78236" y="132052"/>
                  </a:cubicBezTo>
                  <a:cubicBezTo>
                    <a:pt x="78236" y="128053"/>
                    <a:pt x="78662" y="126159"/>
                    <a:pt x="79301" y="123424"/>
                  </a:cubicBezTo>
                  <a:lnTo>
                    <a:pt x="108900" y="6420"/>
                  </a:lnTo>
                  <a:close/>
                  <a:moveTo>
                    <a:pt x="63543" y="119846"/>
                  </a:moveTo>
                  <a:cubicBezTo>
                    <a:pt x="62052" y="125738"/>
                    <a:pt x="57368" y="129947"/>
                    <a:pt x="52683" y="133945"/>
                  </a:cubicBezTo>
                  <a:cubicBezTo>
                    <a:pt x="50767" y="135629"/>
                    <a:pt x="42249" y="142363"/>
                    <a:pt x="33092" y="142363"/>
                  </a:cubicBezTo>
                  <a:cubicBezTo>
                    <a:pt x="25213" y="142363"/>
                    <a:pt x="17547" y="136892"/>
                    <a:pt x="17547" y="121951"/>
                  </a:cubicBezTo>
                  <a:cubicBezTo>
                    <a:pt x="17547" y="110797"/>
                    <a:pt x="23723" y="87649"/>
                    <a:pt x="28621" y="79232"/>
                  </a:cubicBezTo>
                  <a:cubicBezTo>
                    <a:pt x="38416" y="62397"/>
                    <a:pt x="49276" y="59240"/>
                    <a:pt x="55238" y="59240"/>
                  </a:cubicBezTo>
                  <a:cubicBezTo>
                    <a:pt x="70144" y="59240"/>
                    <a:pt x="74190" y="75233"/>
                    <a:pt x="74190" y="77548"/>
                  </a:cubicBezTo>
                  <a:cubicBezTo>
                    <a:pt x="74190" y="78390"/>
                    <a:pt x="73764" y="79863"/>
                    <a:pt x="73551" y="80494"/>
                  </a:cubicBezTo>
                  <a:lnTo>
                    <a:pt x="63543" y="119846"/>
                  </a:lnTo>
                  <a:close/>
                </a:path>
              </a:pathLst>
            </a:custGeom>
            <a:solidFill>
              <a:srgbClr val="000000"/>
            </a:solidFill>
            <a:ln w="30111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131" name="Group 1130" descr="\documentclass{article}&#10;\usepackage{nunito}&#10;\usepackage[linguistics]{forest}&#10;\usepackage{amsmath,amssymb}&#10;\pagestyle{empty}&#10;\begin{document}&#10;&#10;\begin{align*}&#10;&amp; P(x_i=v\mid x_1,x_2,\ldots,x_{i-1}) \\&#10;= &amp; \text{softmax}_v \mathbf{W} \left(\frac{1}{i}\sum_{j=1}^{i-1}\mathbf{w}_j\right) \\&#10;&amp; \mathbf{W}\in\mathbb{R}^{|V|\times d}&#10;\end{align*}&#10;&#10;&#10;\end{document}" title="IguanaTex Shape Display">
            <a:extLst>
              <a:ext uri="{FF2B5EF4-FFF2-40B4-BE49-F238E27FC236}">
                <a16:creationId xmlns:a16="http://schemas.microsoft.com/office/drawing/2014/main" id="{59DD3C29-5745-0735-4AA0-55CE9D33A622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7438558" y="3846351"/>
            <a:ext cx="3775145" cy="1954978"/>
            <a:chOff x="12365548" y="3998971"/>
            <a:chExt cx="3775145" cy="1954978"/>
          </a:xfrm>
        </p:grpSpPr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D5D71CE4-5F77-3FB8-674F-B3D80F8DEE2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2597334" y="4019160"/>
              <a:ext cx="217247" cy="205805"/>
            </a:xfrm>
            <a:custGeom>
              <a:avLst/>
              <a:gdLst>
                <a:gd name="csX0" fmla="*/ 80201 w 217247"/>
                <a:gd name="csY0" fmla="*/ 110671 h 205805"/>
                <a:gd name="csX1" fmla="*/ 131927 w 217247"/>
                <a:gd name="csY1" fmla="*/ 110671 h 205805"/>
                <a:gd name="csX2" fmla="*/ 217427 w 217247"/>
                <a:gd name="csY2" fmla="*/ 45585 h 205805"/>
                <a:gd name="csX3" fmla="*/ 157486 w 217247"/>
                <a:gd name="csY3" fmla="*/ 85 h 205805"/>
                <a:gd name="csX4" fmla="*/ 58903 w 217247"/>
                <a:gd name="csY4" fmla="*/ 85 h 205805"/>
                <a:gd name="csX5" fmla="*/ 49775 w 217247"/>
                <a:gd name="csY5" fmla="*/ 5810 h 205805"/>
                <a:gd name="csX6" fmla="*/ 58598 w 217247"/>
                <a:gd name="csY6" fmla="*/ 9426 h 205805"/>
                <a:gd name="csX7" fmla="*/ 71682 w 217247"/>
                <a:gd name="csY7" fmla="*/ 10028 h 205805"/>
                <a:gd name="csX8" fmla="*/ 78376 w 217247"/>
                <a:gd name="csY8" fmla="*/ 14850 h 205805"/>
                <a:gd name="csX9" fmla="*/ 77159 w 217247"/>
                <a:gd name="csY9" fmla="*/ 20575 h 205805"/>
                <a:gd name="csX10" fmla="*/ 36387 w 217247"/>
                <a:gd name="csY10" fmla="*/ 182387 h 205805"/>
                <a:gd name="csX11" fmla="*/ 8698 w 217247"/>
                <a:gd name="csY11" fmla="*/ 196549 h 205805"/>
                <a:gd name="csX12" fmla="*/ 179 w 217247"/>
                <a:gd name="csY12" fmla="*/ 202274 h 205805"/>
                <a:gd name="csX13" fmla="*/ 4743 w 217247"/>
                <a:gd name="csY13" fmla="*/ 205890 h 205805"/>
                <a:gd name="csX14" fmla="*/ 43385 w 217247"/>
                <a:gd name="csY14" fmla="*/ 204986 h 205805"/>
                <a:gd name="csX15" fmla="*/ 62858 w 217247"/>
                <a:gd name="csY15" fmla="*/ 205287 h 205805"/>
                <a:gd name="csX16" fmla="*/ 82636 w 217247"/>
                <a:gd name="csY16" fmla="*/ 205890 h 205805"/>
                <a:gd name="csX17" fmla="*/ 88721 w 217247"/>
                <a:gd name="csY17" fmla="*/ 199863 h 205805"/>
                <a:gd name="csX18" fmla="*/ 80201 w 217247"/>
                <a:gd name="csY18" fmla="*/ 196549 h 205805"/>
                <a:gd name="csX19" fmla="*/ 60424 w 217247"/>
                <a:gd name="csY19" fmla="*/ 191125 h 205805"/>
                <a:gd name="csX20" fmla="*/ 61337 w 217247"/>
                <a:gd name="csY20" fmla="*/ 186002 h 205805"/>
                <a:gd name="csX21" fmla="*/ 80201 w 217247"/>
                <a:gd name="csY21" fmla="*/ 110671 h 205805"/>
                <a:gd name="csX22" fmla="*/ 102109 w 217247"/>
                <a:gd name="csY22" fmla="*/ 20876 h 205805"/>
                <a:gd name="csX23" fmla="*/ 118539 w 217247"/>
                <a:gd name="csY23" fmla="*/ 9426 h 205805"/>
                <a:gd name="csX24" fmla="*/ 147749 w 217247"/>
                <a:gd name="csY24" fmla="*/ 9426 h 205805"/>
                <a:gd name="csX25" fmla="*/ 189130 w 217247"/>
                <a:gd name="csY25" fmla="*/ 38353 h 205805"/>
                <a:gd name="csX26" fmla="*/ 171178 w 217247"/>
                <a:gd name="csY26" fmla="*/ 86866 h 205805"/>
                <a:gd name="csX27" fmla="*/ 124320 w 217247"/>
                <a:gd name="csY27" fmla="*/ 102837 h 205805"/>
                <a:gd name="csX28" fmla="*/ 81419 w 217247"/>
                <a:gd name="csY28" fmla="*/ 102837 h 205805"/>
                <a:gd name="csX29" fmla="*/ 102109 w 217247"/>
                <a:gd name="csY29" fmla="*/ 20876 h 2058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247" h="205805">
                  <a:moveTo>
                    <a:pt x="80201" y="110671"/>
                  </a:moveTo>
                  <a:lnTo>
                    <a:pt x="131927" y="110671"/>
                  </a:lnTo>
                  <a:cubicBezTo>
                    <a:pt x="175133" y="110671"/>
                    <a:pt x="217427" y="79333"/>
                    <a:pt x="217427" y="45585"/>
                  </a:cubicBezTo>
                  <a:cubicBezTo>
                    <a:pt x="217427" y="22383"/>
                    <a:pt x="197345" y="85"/>
                    <a:pt x="157486" y="85"/>
                  </a:cubicBezTo>
                  <a:lnTo>
                    <a:pt x="58903" y="85"/>
                  </a:lnTo>
                  <a:cubicBezTo>
                    <a:pt x="53122" y="85"/>
                    <a:pt x="49775" y="85"/>
                    <a:pt x="49775" y="5810"/>
                  </a:cubicBezTo>
                  <a:cubicBezTo>
                    <a:pt x="49775" y="9426"/>
                    <a:pt x="52513" y="9426"/>
                    <a:pt x="58598" y="9426"/>
                  </a:cubicBezTo>
                  <a:cubicBezTo>
                    <a:pt x="62554" y="9426"/>
                    <a:pt x="68031" y="9727"/>
                    <a:pt x="71682" y="10028"/>
                  </a:cubicBezTo>
                  <a:cubicBezTo>
                    <a:pt x="76550" y="10631"/>
                    <a:pt x="78376" y="11535"/>
                    <a:pt x="78376" y="14850"/>
                  </a:cubicBezTo>
                  <a:cubicBezTo>
                    <a:pt x="78376" y="16055"/>
                    <a:pt x="78072" y="16959"/>
                    <a:pt x="77159" y="20575"/>
                  </a:cubicBezTo>
                  <a:lnTo>
                    <a:pt x="36387" y="182387"/>
                  </a:lnTo>
                  <a:cubicBezTo>
                    <a:pt x="33344" y="194138"/>
                    <a:pt x="32736" y="196549"/>
                    <a:pt x="8698" y="196549"/>
                  </a:cubicBezTo>
                  <a:cubicBezTo>
                    <a:pt x="3526" y="196549"/>
                    <a:pt x="179" y="196549"/>
                    <a:pt x="179" y="202274"/>
                  </a:cubicBezTo>
                  <a:cubicBezTo>
                    <a:pt x="179" y="205890"/>
                    <a:pt x="3830" y="205890"/>
                    <a:pt x="4743" y="205890"/>
                  </a:cubicBezTo>
                  <a:cubicBezTo>
                    <a:pt x="13262" y="205890"/>
                    <a:pt x="34865" y="204986"/>
                    <a:pt x="43385" y="204986"/>
                  </a:cubicBezTo>
                  <a:cubicBezTo>
                    <a:pt x="49775" y="204986"/>
                    <a:pt x="56468" y="205287"/>
                    <a:pt x="62858" y="205287"/>
                  </a:cubicBezTo>
                  <a:cubicBezTo>
                    <a:pt x="69552" y="205287"/>
                    <a:pt x="76246" y="205890"/>
                    <a:pt x="82636" y="205890"/>
                  </a:cubicBezTo>
                  <a:cubicBezTo>
                    <a:pt x="84765" y="205890"/>
                    <a:pt x="88721" y="205890"/>
                    <a:pt x="88721" y="199863"/>
                  </a:cubicBezTo>
                  <a:cubicBezTo>
                    <a:pt x="88721" y="196549"/>
                    <a:pt x="85983" y="196549"/>
                    <a:pt x="80201" y="196549"/>
                  </a:cubicBezTo>
                  <a:cubicBezTo>
                    <a:pt x="68943" y="196549"/>
                    <a:pt x="60424" y="196549"/>
                    <a:pt x="60424" y="191125"/>
                  </a:cubicBezTo>
                  <a:cubicBezTo>
                    <a:pt x="60424" y="189317"/>
                    <a:pt x="61033" y="187810"/>
                    <a:pt x="61337" y="186002"/>
                  </a:cubicBezTo>
                  <a:lnTo>
                    <a:pt x="80201" y="110671"/>
                  </a:lnTo>
                  <a:close/>
                  <a:moveTo>
                    <a:pt x="102109" y="20876"/>
                  </a:moveTo>
                  <a:cubicBezTo>
                    <a:pt x="104847" y="10330"/>
                    <a:pt x="105456" y="9426"/>
                    <a:pt x="118539" y="9426"/>
                  </a:cubicBezTo>
                  <a:lnTo>
                    <a:pt x="147749" y="9426"/>
                  </a:lnTo>
                  <a:cubicBezTo>
                    <a:pt x="173003" y="9426"/>
                    <a:pt x="189130" y="17562"/>
                    <a:pt x="189130" y="38353"/>
                  </a:cubicBezTo>
                  <a:cubicBezTo>
                    <a:pt x="189130" y="50105"/>
                    <a:pt x="183044" y="76019"/>
                    <a:pt x="171178" y="86866"/>
                  </a:cubicBezTo>
                  <a:cubicBezTo>
                    <a:pt x="155964" y="100426"/>
                    <a:pt x="137708" y="102837"/>
                    <a:pt x="124320" y="102837"/>
                  </a:cubicBezTo>
                  <a:lnTo>
                    <a:pt x="81419" y="102837"/>
                  </a:lnTo>
                  <a:lnTo>
                    <a:pt x="102109" y="2087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9197A73A-602C-7DB2-455E-20F9A1EDB77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2852890" y="3998971"/>
              <a:ext cx="70590" cy="301325"/>
            </a:xfrm>
            <a:custGeom>
              <a:avLst/>
              <a:gdLst>
                <a:gd name="csX0" fmla="*/ 70777 w 70590"/>
                <a:gd name="csY0" fmla="*/ 298397 h 301325"/>
                <a:gd name="csX1" fmla="*/ 65604 w 70590"/>
                <a:gd name="csY1" fmla="*/ 291768 h 301325"/>
                <a:gd name="csX2" fmla="*/ 17834 w 70590"/>
                <a:gd name="csY2" fmla="*/ 150747 h 301325"/>
                <a:gd name="csX3" fmla="*/ 66821 w 70590"/>
                <a:gd name="csY3" fmla="*/ 8220 h 301325"/>
                <a:gd name="csX4" fmla="*/ 70777 w 70590"/>
                <a:gd name="csY4" fmla="*/ 3098 h 301325"/>
                <a:gd name="csX5" fmla="*/ 67734 w 70590"/>
                <a:gd name="csY5" fmla="*/ 85 h 301325"/>
                <a:gd name="csX6" fmla="*/ 19356 w 70590"/>
                <a:gd name="csY6" fmla="*/ 58843 h 301325"/>
                <a:gd name="csX7" fmla="*/ 187 w 70590"/>
                <a:gd name="csY7" fmla="*/ 150747 h 301325"/>
                <a:gd name="csX8" fmla="*/ 20268 w 70590"/>
                <a:gd name="csY8" fmla="*/ 244761 h 301325"/>
                <a:gd name="csX9" fmla="*/ 67734 w 70590"/>
                <a:gd name="csY9" fmla="*/ 301410 h 301325"/>
                <a:gd name="csX10" fmla="*/ 70777 w 70590"/>
                <a:gd name="csY10" fmla="*/ 298397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90" h="301325">
                  <a:moveTo>
                    <a:pt x="70777" y="298397"/>
                  </a:moveTo>
                  <a:cubicBezTo>
                    <a:pt x="70777" y="297493"/>
                    <a:pt x="70777" y="296890"/>
                    <a:pt x="65604" y="291768"/>
                  </a:cubicBezTo>
                  <a:cubicBezTo>
                    <a:pt x="27571" y="253801"/>
                    <a:pt x="17834" y="196850"/>
                    <a:pt x="17834" y="150747"/>
                  </a:cubicBezTo>
                  <a:cubicBezTo>
                    <a:pt x="17834" y="98317"/>
                    <a:pt x="29396" y="45886"/>
                    <a:pt x="66821" y="8220"/>
                  </a:cubicBezTo>
                  <a:cubicBezTo>
                    <a:pt x="70777" y="4605"/>
                    <a:pt x="70777" y="4002"/>
                    <a:pt x="70777" y="3098"/>
                  </a:cubicBezTo>
                  <a:cubicBezTo>
                    <a:pt x="70777" y="989"/>
                    <a:pt x="69560" y="85"/>
                    <a:pt x="67734" y="85"/>
                  </a:cubicBezTo>
                  <a:cubicBezTo>
                    <a:pt x="64692" y="85"/>
                    <a:pt x="37307" y="20575"/>
                    <a:pt x="19356" y="58843"/>
                  </a:cubicBezTo>
                  <a:cubicBezTo>
                    <a:pt x="3838" y="91989"/>
                    <a:pt x="187" y="125436"/>
                    <a:pt x="187" y="150747"/>
                  </a:cubicBezTo>
                  <a:cubicBezTo>
                    <a:pt x="187" y="174251"/>
                    <a:pt x="3534" y="210711"/>
                    <a:pt x="20268" y="244761"/>
                  </a:cubicBezTo>
                  <a:cubicBezTo>
                    <a:pt x="38524" y="281824"/>
                    <a:pt x="64692" y="301410"/>
                    <a:pt x="67734" y="301410"/>
                  </a:cubicBezTo>
                  <a:cubicBezTo>
                    <a:pt x="69560" y="301410"/>
                    <a:pt x="70777" y="300506"/>
                    <a:pt x="70777" y="298397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8850F245-B9D7-2B93-A9F4-974F15D35CB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2949919" y="4091780"/>
              <a:ext cx="151525" cy="136500"/>
            </a:xfrm>
            <a:custGeom>
              <a:avLst/>
              <a:gdLst>
                <a:gd name="csX0" fmla="*/ 92992 w 151525"/>
                <a:gd name="csY0" fmla="*/ 42270 h 136500"/>
                <a:gd name="csX1" fmla="*/ 123115 w 151525"/>
                <a:gd name="csY1" fmla="*/ 6714 h 136500"/>
                <a:gd name="csX2" fmla="*/ 138328 w 151525"/>
                <a:gd name="csY2" fmla="*/ 10631 h 136500"/>
                <a:gd name="csX3" fmla="*/ 123723 w 151525"/>
                <a:gd name="csY3" fmla="*/ 26903 h 136500"/>
                <a:gd name="csX4" fmla="*/ 135286 w 151525"/>
                <a:gd name="csY4" fmla="*/ 37449 h 136500"/>
                <a:gd name="csX5" fmla="*/ 151716 w 151525"/>
                <a:gd name="csY5" fmla="*/ 19972 h 136500"/>
                <a:gd name="csX6" fmla="*/ 123419 w 151525"/>
                <a:gd name="csY6" fmla="*/ 85 h 136500"/>
                <a:gd name="csX7" fmla="*/ 91471 w 151525"/>
                <a:gd name="csY7" fmla="*/ 22985 h 136500"/>
                <a:gd name="csX8" fmla="*/ 58610 w 151525"/>
                <a:gd name="csY8" fmla="*/ 85 h 136500"/>
                <a:gd name="csX9" fmla="*/ 9623 w 151525"/>
                <a:gd name="csY9" fmla="*/ 46489 h 136500"/>
                <a:gd name="csX10" fmla="*/ 13274 w 151525"/>
                <a:gd name="csY10" fmla="*/ 49502 h 136500"/>
                <a:gd name="csX11" fmla="*/ 17229 w 151525"/>
                <a:gd name="csY11" fmla="*/ 46187 h 136500"/>
                <a:gd name="csX12" fmla="*/ 58001 w 151525"/>
                <a:gd name="csY12" fmla="*/ 6714 h 136500"/>
                <a:gd name="csX13" fmla="*/ 74432 w 151525"/>
                <a:gd name="csY13" fmla="*/ 26903 h 136500"/>
                <a:gd name="csX14" fmla="*/ 58001 w 151525"/>
                <a:gd name="csY14" fmla="*/ 98618 h 136500"/>
                <a:gd name="csX15" fmla="*/ 29096 w 151525"/>
                <a:gd name="csY15" fmla="*/ 129956 h 136500"/>
                <a:gd name="csX16" fmla="*/ 13883 w 151525"/>
                <a:gd name="csY16" fmla="*/ 126039 h 136500"/>
                <a:gd name="csX17" fmla="*/ 28183 w 151525"/>
                <a:gd name="csY17" fmla="*/ 109767 h 136500"/>
                <a:gd name="csX18" fmla="*/ 16925 w 151525"/>
                <a:gd name="csY18" fmla="*/ 99221 h 136500"/>
                <a:gd name="csX19" fmla="*/ 190 w 151525"/>
                <a:gd name="csY19" fmla="*/ 116698 h 136500"/>
                <a:gd name="csX20" fmla="*/ 28792 w 151525"/>
                <a:gd name="csY20" fmla="*/ 136585 h 136500"/>
                <a:gd name="csX21" fmla="*/ 60740 w 151525"/>
                <a:gd name="csY21" fmla="*/ 113684 h 136500"/>
                <a:gd name="csX22" fmla="*/ 93601 w 151525"/>
                <a:gd name="csY22" fmla="*/ 136585 h 136500"/>
                <a:gd name="csX23" fmla="*/ 142284 w 151525"/>
                <a:gd name="csY23" fmla="*/ 90181 h 136500"/>
                <a:gd name="csX24" fmla="*/ 138633 w 151525"/>
                <a:gd name="csY24" fmla="*/ 87168 h 136500"/>
                <a:gd name="csX25" fmla="*/ 134677 w 151525"/>
                <a:gd name="csY25" fmla="*/ 90482 h 136500"/>
                <a:gd name="csX26" fmla="*/ 94209 w 151525"/>
                <a:gd name="csY26" fmla="*/ 129956 h 136500"/>
                <a:gd name="csX27" fmla="*/ 77475 w 151525"/>
                <a:gd name="csY27" fmla="*/ 110068 h 136500"/>
                <a:gd name="csX28" fmla="*/ 82647 w 151525"/>
                <a:gd name="csY28" fmla="*/ 83552 h 136500"/>
                <a:gd name="csX29" fmla="*/ 92992 w 151525"/>
                <a:gd name="csY29" fmla="*/ 42270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525" h="136500">
                  <a:moveTo>
                    <a:pt x="92992" y="42270"/>
                  </a:moveTo>
                  <a:cubicBezTo>
                    <a:pt x="94818" y="34436"/>
                    <a:pt x="101816" y="6714"/>
                    <a:pt x="123115" y="6714"/>
                  </a:cubicBezTo>
                  <a:cubicBezTo>
                    <a:pt x="124636" y="6714"/>
                    <a:pt x="131939" y="6714"/>
                    <a:pt x="138328" y="10631"/>
                  </a:cubicBezTo>
                  <a:cubicBezTo>
                    <a:pt x="129809" y="12138"/>
                    <a:pt x="123723" y="19671"/>
                    <a:pt x="123723" y="26903"/>
                  </a:cubicBezTo>
                  <a:cubicBezTo>
                    <a:pt x="123723" y="31724"/>
                    <a:pt x="127070" y="37449"/>
                    <a:pt x="135286" y="37449"/>
                  </a:cubicBezTo>
                  <a:cubicBezTo>
                    <a:pt x="141980" y="37449"/>
                    <a:pt x="151716" y="32025"/>
                    <a:pt x="151716" y="19972"/>
                  </a:cubicBezTo>
                  <a:cubicBezTo>
                    <a:pt x="151716" y="4303"/>
                    <a:pt x="133764" y="85"/>
                    <a:pt x="123419" y="85"/>
                  </a:cubicBezTo>
                  <a:cubicBezTo>
                    <a:pt x="105772" y="85"/>
                    <a:pt x="95122" y="16055"/>
                    <a:pt x="91471" y="22985"/>
                  </a:cubicBezTo>
                  <a:cubicBezTo>
                    <a:pt x="83864" y="3098"/>
                    <a:pt x="67434" y="85"/>
                    <a:pt x="58610" y="85"/>
                  </a:cubicBezTo>
                  <a:cubicBezTo>
                    <a:pt x="26966" y="85"/>
                    <a:pt x="9623" y="38956"/>
                    <a:pt x="9623" y="46489"/>
                  </a:cubicBezTo>
                  <a:cubicBezTo>
                    <a:pt x="9623" y="49502"/>
                    <a:pt x="12665" y="49502"/>
                    <a:pt x="13274" y="49502"/>
                  </a:cubicBezTo>
                  <a:cubicBezTo>
                    <a:pt x="15708" y="49502"/>
                    <a:pt x="16621" y="48899"/>
                    <a:pt x="17229" y="46187"/>
                  </a:cubicBezTo>
                  <a:cubicBezTo>
                    <a:pt x="27575" y="14247"/>
                    <a:pt x="47656" y="6714"/>
                    <a:pt x="58001" y="6714"/>
                  </a:cubicBezTo>
                  <a:cubicBezTo>
                    <a:pt x="63783" y="6714"/>
                    <a:pt x="74432" y="9426"/>
                    <a:pt x="74432" y="26903"/>
                  </a:cubicBezTo>
                  <a:cubicBezTo>
                    <a:pt x="74432" y="36244"/>
                    <a:pt x="69259" y="56433"/>
                    <a:pt x="58001" y="98618"/>
                  </a:cubicBezTo>
                  <a:cubicBezTo>
                    <a:pt x="53133" y="117300"/>
                    <a:pt x="42484" y="129956"/>
                    <a:pt x="29096" y="129956"/>
                  </a:cubicBezTo>
                  <a:cubicBezTo>
                    <a:pt x="27270" y="129956"/>
                    <a:pt x="20272" y="129956"/>
                    <a:pt x="13883" y="126039"/>
                  </a:cubicBezTo>
                  <a:cubicBezTo>
                    <a:pt x="21489" y="124532"/>
                    <a:pt x="28183" y="118204"/>
                    <a:pt x="28183" y="109767"/>
                  </a:cubicBezTo>
                  <a:cubicBezTo>
                    <a:pt x="28183" y="101631"/>
                    <a:pt x="21489" y="99221"/>
                    <a:pt x="16925" y="99221"/>
                  </a:cubicBezTo>
                  <a:cubicBezTo>
                    <a:pt x="7797" y="99221"/>
                    <a:pt x="190" y="107055"/>
                    <a:pt x="190" y="116698"/>
                  </a:cubicBezTo>
                  <a:cubicBezTo>
                    <a:pt x="190" y="130559"/>
                    <a:pt x="15404" y="136585"/>
                    <a:pt x="28792" y="136585"/>
                  </a:cubicBezTo>
                  <a:cubicBezTo>
                    <a:pt x="48873" y="136585"/>
                    <a:pt x="59827" y="115492"/>
                    <a:pt x="60740" y="113684"/>
                  </a:cubicBezTo>
                  <a:cubicBezTo>
                    <a:pt x="64391" y="124833"/>
                    <a:pt x="75345" y="136585"/>
                    <a:pt x="93601" y="136585"/>
                  </a:cubicBezTo>
                  <a:cubicBezTo>
                    <a:pt x="124941" y="136585"/>
                    <a:pt x="142284" y="97714"/>
                    <a:pt x="142284" y="90181"/>
                  </a:cubicBezTo>
                  <a:cubicBezTo>
                    <a:pt x="142284" y="87168"/>
                    <a:pt x="139545" y="87168"/>
                    <a:pt x="138633" y="87168"/>
                  </a:cubicBezTo>
                  <a:cubicBezTo>
                    <a:pt x="135894" y="87168"/>
                    <a:pt x="135286" y="88373"/>
                    <a:pt x="134677" y="90482"/>
                  </a:cubicBezTo>
                  <a:cubicBezTo>
                    <a:pt x="124636" y="122724"/>
                    <a:pt x="103946" y="129956"/>
                    <a:pt x="94209" y="129956"/>
                  </a:cubicBezTo>
                  <a:cubicBezTo>
                    <a:pt x="82343" y="129956"/>
                    <a:pt x="77475" y="120314"/>
                    <a:pt x="77475" y="110068"/>
                  </a:cubicBezTo>
                  <a:cubicBezTo>
                    <a:pt x="77475" y="103439"/>
                    <a:pt x="79300" y="96810"/>
                    <a:pt x="82647" y="83552"/>
                  </a:cubicBezTo>
                  <a:lnTo>
                    <a:pt x="92992" y="42270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DE5A7092-8E8A-B5B9-1BDA-60711DBC408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3125003" y="4130319"/>
              <a:ext cx="64535" cy="141954"/>
            </a:xfrm>
            <a:custGeom>
              <a:avLst/>
              <a:gdLst>
                <a:gd name="csX0" fmla="*/ 59194 w 64535"/>
                <a:gd name="csY0" fmla="*/ 8101 h 141954"/>
                <a:gd name="csX1" fmla="*/ 50674 w 64535"/>
                <a:gd name="csY1" fmla="*/ 86 h 141954"/>
                <a:gd name="csX2" fmla="*/ 38747 w 64535"/>
                <a:gd name="csY2" fmla="*/ 11687 h 141954"/>
                <a:gd name="csX3" fmla="*/ 47266 w 64535"/>
                <a:gd name="csY3" fmla="*/ 19702 h 141954"/>
                <a:gd name="csX4" fmla="*/ 59194 w 64535"/>
                <a:gd name="csY4" fmla="*/ 8101 h 141954"/>
                <a:gd name="csX5" fmla="*/ 15744 w 64535"/>
                <a:gd name="csY5" fmla="*/ 115253 h 141954"/>
                <a:gd name="csX6" fmla="*/ 13827 w 64535"/>
                <a:gd name="csY6" fmla="*/ 124112 h 141954"/>
                <a:gd name="csX7" fmla="*/ 34061 w 64535"/>
                <a:gd name="csY7" fmla="*/ 142041 h 141954"/>
                <a:gd name="csX8" fmla="*/ 64732 w 64535"/>
                <a:gd name="csY8" fmla="*/ 109769 h 141954"/>
                <a:gd name="csX9" fmla="*/ 61324 w 64535"/>
                <a:gd name="csY9" fmla="*/ 107027 h 141954"/>
                <a:gd name="csX10" fmla="*/ 57277 w 64535"/>
                <a:gd name="csY10" fmla="*/ 110612 h 141954"/>
                <a:gd name="csX11" fmla="*/ 34700 w 64535"/>
                <a:gd name="csY11" fmla="*/ 136135 h 141954"/>
                <a:gd name="csX12" fmla="*/ 29375 w 64535"/>
                <a:gd name="csY12" fmla="*/ 128752 h 141954"/>
                <a:gd name="csX13" fmla="*/ 32783 w 64535"/>
                <a:gd name="csY13" fmla="*/ 115253 h 141954"/>
                <a:gd name="csX14" fmla="*/ 39599 w 64535"/>
                <a:gd name="csY14" fmla="*/ 98379 h 141954"/>
                <a:gd name="csX15" fmla="*/ 50035 w 64535"/>
                <a:gd name="csY15" fmla="*/ 71591 h 141954"/>
                <a:gd name="csX16" fmla="*/ 51313 w 64535"/>
                <a:gd name="csY16" fmla="*/ 64841 h 141954"/>
                <a:gd name="csX17" fmla="*/ 31079 w 64535"/>
                <a:gd name="csY17" fmla="*/ 46912 h 141954"/>
                <a:gd name="csX18" fmla="*/ 196 w 64535"/>
                <a:gd name="csY18" fmla="*/ 79184 h 141954"/>
                <a:gd name="csX19" fmla="*/ 3817 w 64535"/>
                <a:gd name="csY19" fmla="*/ 81926 h 141954"/>
                <a:gd name="csX20" fmla="*/ 7651 w 64535"/>
                <a:gd name="csY20" fmla="*/ 78551 h 141954"/>
                <a:gd name="csX21" fmla="*/ 30440 w 64535"/>
                <a:gd name="csY21" fmla="*/ 52818 h 141954"/>
                <a:gd name="csX22" fmla="*/ 35765 w 64535"/>
                <a:gd name="csY22" fmla="*/ 60201 h 141954"/>
                <a:gd name="csX23" fmla="*/ 29163 w 64535"/>
                <a:gd name="csY23" fmla="*/ 81293 h 141954"/>
                <a:gd name="csX24" fmla="*/ 15744 w 64535"/>
                <a:gd name="csY24" fmla="*/ 115253 h 141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35" h="141954">
                  <a:moveTo>
                    <a:pt x="59194" y="8101"/>
                  </a:moveTo>
                  <a:cubicBezTo>
                    <a:pt x="59194" y="4727"/>
                    <a:pt x="56638" y="86"/>
                    <a:pt x="50674" y="86"/>
                  </a:cubicBezTo>
                  <a:cubicBezTo>
                    <a:pt x="44924" y="86"/>
                    <a:pt x="38747" y="5570"/>
                    <a:pt x="38747" y="11687"/>
                  </a:cubicBezTo>
                  <a:cubicBezTo>
                    <a:pt x="38747" y="15273"/>
                    <a:pt x="41516" y="19702"/>
                    <a:pt x="47266" y="19702"/>
                  </a:cubicBezTo>
                  <a:cubicBezTo>
                    <a:pt x="53443" y="19702"/>
                    <a:pt x="59194" y="13796"/>
                    <a:pt x="59194" y="8101"/>
                  </a:cubicBezTo>
                  <a:close/>
                  <a:moveTo>
                    <a:pt x="15744" y="115253"/>
                  </a:moveTo>
                  <a:cubicBezTo>
                    <a:pt x="14892" y="117995"/>
                    <a:pt x="13827" y="120526"/>
                    <a:pt x="13827" y="124112"/>
                  </a:cubicBezTo>
                  <a:cubicBezTo>
                    <a:pt x="13827" y="134025"/>
                    <a:pt x="22347" y="142041"/>
                    <a:pt x="34061" y="142041"/>
                  </a:cubicBezTo>
                  <a:cubicBezTo>
                    <a:pt x="55360" y="142041"/>
                    <a:pt x="64732" y="112933"/>
                    <a:pt x="64732" y="109769"/>
                  </a:cubicBezTo>
                  <a:cubicBezTo>
                    <a:pt x="64732" y="107027"/>
                    <a:pt x="61963" y="107027"/>
                    <a:pt x="61324" y="107027"/>
                  </a:cubicBezTo>
                  <a:cubicBezTo>
                    <a:pt x="58342" y="107027"/>
                    <a:pt x="58129" y="108292"/>
                    <a:pt x="57277" y="110612"/>
                  </a:cubicBezTo>
                  <a:cubicBezTo>
                    <a:pt x="52378" y="127487"/>
                    <a:pt x="43007" y="136135"/>
                    <a:pt x="34700" y="136135"/>
                  </a:cubicBezTo>
                  <a:cubicBezTo>
                    <a:pt x="30440" y="136135"/>
                    <a:pt x="29375" y="133393"/>
                    <a:pt x="29375" y="128752"/>
                  </a:cubicBezTo>
                  <a:cubicBezTo>
                    <a:pt x="29375" y="123901"/>
                    <a:pt x="30866" y="119893"/>
                    <a:pt x="32783" y="115253"/>
                  </a:cubicBezTo>
                  <a:cubicBezTo>
                    <a:pt x="34913" y="109558"/>
                    <a:pt x="37256" y="103863"/>
                    <a:pt x="39599" y="98379"/>
                  </a:cubicBezTo>
                  <a:cubicBezTo>
                    <a:pt x="41516" y="93316"/>
                    <a:pt x="49183" y="74122"/>
                    <a:pt x="50035" y="71591"/>
                  </a:cubicBezTo>
                  <a:cubicBezTo>
                    <a:pt x="50674" y="69481"/>
                    <a:pt x="51313" y="66950"/>
                    <a:pt x="51313" y="64841"/>
                  </a:cubicBezTo>
                  <a:cubicBezTo>
                    <a:pt x="51313" y="54927"/>
                    <a:pt x="42794" y="46912"/>
                    <a:pt x="31079" y="46912"/>
                  </a:cubicBezTo>
                  <a:cubicBezTo>
                    <a:pt x="9994" y="46912"/>
                    <a:pt x="196" y="75598"/>
                    <a:pt x="196" y="79184"/>
                  </a:cubicBezTo>
                  <a:cubicBezTo>
                    <a:pt x="196" y="81926"/>
                    <a:pt x="3178" y="81926"/>
                    <a:pt x="3817" y="81926"/>
                  </a:cubicBezTo>
                  <a:cubicBezTo>
                    <a:pt x="6799" y="81926"/>
                    <a:pt x="7012" y="80872"/>
                    <a:pt x="7651" y="78551"/>
                  </a:cubicBezTo>
                  <a:cubicBezTo>
                    <a:pt x="13188" y="60412"/>
                    <a:pt x="22560" y="52818"/>
                    <a:pt x="30440" y="52818"/>
                  </a:cubicBezTo>
                  <a:cubicBezTo>
                    <a:pt x="33848" y="52818"/>
                    <a:pt x="35765" y="54506"/>
                    <a:pt x="35765" y="60201"/>
                  </a:cubicBezTo>
                  <a:cubicBezTo>
                    <a:pt x="35765" y="65052"/>
                    <a:pt x="34487" y="68216"/>
                    <a:pt x="29163" y="81293"/>
                  </a:cubicBezTo>
                  <a:lnTo>
                    <a:pt x="15744" y="11525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0EA0C85A-EFE0-6BEE-805A-99E0519AEAC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3317849" y="4114379"/>
              <a:ext cx="202338" cy="70510"/>
            </a:xfrm>
            <a:custGeom>
              <a:avLst/>
              <a:gdLst>
                <a:gd name="csX0" fmla="*/ 192196 w 202338"/>
                <a:gd name="csY0" fmla="*/ 12138 h 70510"/>
                <a:gd name="csX1" fmla="*/ 202541 w 202338"/>
                <a:gd name="csY1" fmla="*/ 6111 h 70510"/>
                <a:gd name="csX2" fmla="*/ 192500 w 202338"/>
                <a:gd name="csY2" fmla="*/ 85 h 70510"/>
                <a:gd name="csX3" fmla="*/ 10243 w 202338"/>
                <a:gd name="csY3" fmla="*/ 85 h 70510"/>
                <a:gd name="csX4" fmla="*/ 202 w 202338"/>
                <a:gd name="csY4" fmla="*/ 6111 h 70510"/>
                <a:gd name="csX5" fmla="*/ 10547 w 202338"/>
                <a:gd name="csY5" fmla="*/ 12138 h 70510"/>
                <a:gd name="csX6" fmla="*/ 192196 w 202338"/>
                <a:gd name="csY6" fmla="*/ 12138 h 70510"/>
                <a:gd name="csX7" fmla="*/ 192500 w 202338"/>
                <a:gd name="csY7" fmla="*/ 70595 h 70510"/>
                <a:gd name="csX8" fmla="*/ 202541 w 202338"/>
                <a:gd name="csY8" fmla="*/ 64568 h 70510"/>
                <a:gd name="csX9" fmla="*/ 192196 w 202338"/>
                <a:gd name="csY9" fmla="*/ 58542 h 70510"/>
                <a:gd name="csX10" fmla="*/ 10547 w 202338"/>
                <a:gd name="csY10" fmla="*/ 58542 h 70510"/>
                <a:gd name="csX11" fmla="*/ 202 w 202338"/>
                <a:gd name="csY11" fmla="*/ 64568 h 70510"/>
                <a:gd name="csX12" fmla="*/ 10243 w 202338"/>
                <a:gd name="csY12" fmla="*/ 70595 h 70510"/>
                <a:gd name="csX13" fmla="*/ 192500 w 202338"/>
                <a:gd name="csY13" fmla="*/ 70595 h 7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338" h="70510">
                  <a:moveTo>
                    <a:pt x="192196" y="12138"/>
                  </a:moveTo>
                  <a:cubicBezTo>
                    <a:pt x="196760" y="12138"/>
                    <a:pt x="202541" y="12138"/>
                    <a:pt x="202541" y="6111"/>
                  </a:cubicBezTo>
                  <a:cubicBezTo>
                    <a:pt x="202541" y="85"/>
                    <a:pt x="196760" y="85"/>
                    <a:pt x="192500" y="85"/>
                  </a:cubicBezTo>
                  <a:lnTo>
                    <a:pt x="10243" y="85"/>
                  </a:lnTo>
                  <a:cubicBezTo>
                    <a:pt x="5983" y="85"/>
                    <a:pt x="202" y="85"/>
                    <a:pt x="202" y="6111"/>
                  </a:cubicBezTo>
                  <a:cubicBezTo>
                    <a:pt x="202" y="12138"/>
                    <a:pt x="5983" y="12138"/>
                    <a:pt x="10547" y="12138"/>
                  </a:cubicBezTo>
                  <a:lnTo>
                    <a:pt x="192196" y="12138"/>
                  </a:lnTo>
                  <a:close/>
                  <a:moveTo>
                    <a:pt x="192500" y="70595"/>
                  </a:moveTo>
                  <a:cubicBezTo>
                    <a:pt x="196760" y="70595"/>
                    <a:pt x="202541" y="70595"/>
                    <a:pt x="202541" y="64568"/>
                  </a:cubicBezTo>
                  <a:cubicBezTo>
                    <a:pt x="202541" y="58542"/>
                    <a:pt x="196760" y="58542"/>
                    <a:pt x="192196" y="58542"/>
                  </a:cubicBezTo>
                  <a:lnTo>
                    <a:pt x="10547" y="58542"/>
                  </a:lnTo>
                  <a:cubicBezTo>
                    <a:pt x="5983" y="58542"/>
                    <a:pt x="202" y="58542"/>
                    <a:pt x="202" y="64568"/>
                  </a:cubicBezTo>
                  <a:cubicBezTo>
                    <a:pt x="202" y="70595"/>
                    <a:pt x="5983" y="70595"/>
                    <a:pt x="10243" y="70595"/>
                  </a:cubicBezTo>
                  <a:lnTo>
                    <a:pt x="192500" y="70595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FD13F6B6-F9B4-8E3A-B286-61C4469E56F9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3630805" y="4091780"/>
              <a:ext cx="133573" cy="136500"/>
            </a:xfrm>
            <a:custGeom>
              <a:avLst/>
              <a:gdLst>
                <a:gd name="csX0" fmla="*/ 133787 w 133573"/>
                <a:gd name="csY0" fmla="*/ 21177 h 136500"/>
                <a:gd name="csX1" fmla="*/ 120399 w 133573"/>
                <a:gd name="csY1" fmla="*/ 85 h 136500"/>
                <a:gd name="csX2" fmla="*/ 105490 w 133573"/>
                <a:gd name="csY2" fmla="*/ 14548 h 136500"/>
                <a:gd name="csX3" fmla="*/ 110358 w 133573"/>
                <a:gd name="csY3" fmla="*/ 23588 h 136500"/>
                <a:gd name="csX4" fmla="*/ 120703 w 133573"/>
                <a:gd name="csY4" fmla="*/ 48297 h 136500"/>
                <a:gd name="csX5" fmla="*/ 66543 w 133573"/>
                <a:gd name="csY5" fmla="*/ 129956 h 136500"/>
                <a:gd name="csX6" fmla="*/ 44027 w 133573"/>
                <a:gd name="csY6" fmla="*/ 103741 h 136500"/>
                <a:gd name="csX7" fmla="*/ 61675 w 133573"/>
                <a:gd name="csY7" fmla="*/ 39860 h 136500"/>
                <a:gd name="csX8" fmla="*/ 65326 w 133573"/>
                <a:gd name="csY8" fmla="*/ 24793 h 136500"/>
                <a:gd name="csX9" fmla="*/ 40376 w 133573"/>
                <a:gd name="csY9" fmla="*/ 85 h 136500"/>
                <a:gd name="csX10" fmla="*/ 213 w 133573"/>
                <a:gd name="csY10" fmla="*/ 46489 h 136500"/>
                <a:gd name="csX11" fmla="*/ 3864 w 133573"/>
                <a:gd name="csY11" fmla="*/ 49502 h 136500"/>
                <a:gd name="csX12" fmla="*/ 8732 w 133573"/>
                <a:gd name="csY12" fmla="*/ 44078 h 136500"/>
                <a:gd name="csX13" fmla="*/ 39463 w 133573"/>
                <a:gd name="csY13" fmla="*/ 6714 h 136500"/>
                <a:gd name="csX14" fmla="*/ 47070 w 133573"/>
                <a:gd name="csY14" fmla="*/ 16356 h 136500"/>
                <a:gd name="csX15" fmla="*/ 41898 w 133573"/>
                <a:gd name="csY15" fmla="*/ 37449 h 136500"/>
                <a:gd name="csX16" fmla="*/ 24554 w 133573"/>
                <a:gd name="csY16" fmla="*/ 99221 h 136500"/>
                <a:gd name="csX17" fmla="*/ 65326 w 133573"/>
                <a:gd name="csY17" fmla="*/ 136585 h 136500"/>
                <a:gd name="csX18" fmla="*/ 133787 w 133573"/>
                <a:gd name="csY18" fmla="*/ 21177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33573" h="136500">
                  <a:moveTo>
                    <a:pt x="133787" y="21177"/>
                  </a:moveTo>
                  <a:cubicBezTo>
                    <a:pt x="133787" y="4906"/>
                    <a:pt x="125876" y="85"/>
                    <a:pt x="120399" y="85"/>
                  </a:cubicBezTo>
                  <a:cubicBezTo>
                    <a:pt x="112792" y="85"/>
                    <a:pt x="105490" y="7919"/>
                    <a:pt x="105490" y="14548"/>
                  </a:cubicBezTo>
                  <a:cubicBezTo>
                    <a:pt x="105490" y="18466"/>
                    <a:pt x="107011" y="20273"/>
                    <a:pt x="110358" y="23588"/>
                  </a:cubicBezTo>
                  <a:cubicBezTo>
                    <a:pt x="116748" y="29615"/>
                    <a:pt x="120703" y="37449"/>
                    <a:pt x="120703" y="48297"/>
                  </a:cubicBezTo>
                  <a:cubicBezTo>
                    <a:pt x="120703" y="60952"/>
                    <a:pt x="102143" y="129956"/>
                    <a:pt x="66543" y="129956"/>
                  </a:cubicBezTo>
                  <a:cubicBezTo>
                    <a:pt x="51026" y="129956"/>
                    <a:pt x="44027" y="119410"/>
                    <a:pt x="44027" y="103741"/>
                  </a:cubicBezTo>
                  <a:cubicBezTo>
                    <a:pt x="44027" y="86866"/>
                    <a:pt x="52243" y="64870"/>
                    <a:pt x="61675" y="39860"/>
                  </a:cubicBezTo>
                  <a:cubicBezTo>
                    <a:pt x="63805" y="34737"/>
                    <a:pt x="65326" y="30519"/>
                    <a:pt x="65326" y="24793"/>
                  </a:cubicBezTo>
                  <a:cubicBezTo>
                    <a:pt x="65326" y="11234"/>
                    <a:pt x="55590" y="85"/>
                    <a:pt x="40376" y="85"/>
                  </a:cubicBezTo>
                  <a:cubicBezTo>
                    <a:pt x="11775" y="85"/>
                    <a:pt x="213" y="43777"/>
                    <a:pt x="213" y="46489"/>
                  </a:cubicBezTo>
                  <a:cubicBezTo>
                    <a:pt x="213" y="49502"/>
                    <a:pt x="3255" y="49502"/>
                    <a:pt x="3864" y="49502"/>
                  </a:cubicBezTo>
                  <a:cubicBezTo>
                    <a:pt x="6907" y="49502"/>
                    <a:pt x="7211" y="48899"/>
                    <a:pt x="8732" y="44078"/>
                  </a:cubicBezTo>
                  <a:cubicBezTo>
                    <a:pt x="17556" y="13644"/>
                    <a:pt x="30640" y="6714"/>
                    <a:pt x="39463" y="6714"/>
                  </a:cubicBezTo>
                  <a:cubicBezTo>
                    <a:pt x="41898" y="6714"/>
                    <a:pt x="47070" y="6714"/>
                    <a:pt x="47070" y="16356"/>
                  </a:cubicBezTo>
                  <a:cubicBezTo>
                    <a:pt x="47070" y="23889"/>
                    <a:pt x="44027" y="32025"/>
                    <a:pt x="41898" y="37449"/>
                  </a:cubicBezTo>
                  <a:cubicBezTo>
                    <a:pt x="28510" y="72403"/>
                    <a:pt x="24554" y="86264"/>
                    <a:pt x="24554" y="99221"/>
                  </a:cubicBezTo>
                  <a:cubicBezTo>
                    <a:pt x="24554" y="131764"/>
                    <a:pt x="51330" y="136585"/>
                    <a:pt x="65326" y="136585"/>
                  </a:cubicBezTo>
                  <a:cubicBezTo>
                    <a:pt x="116443" y="136585"/>
                    <a:pt x="133787" y="36846"/>
                    <a:pt x="133787" y="21177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6A49562B-9154-D271-3B91-066C8370207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3901109" y="3998971"/>
              <a:ext cx="12170" cy="301325"/>
            </a:xfrm>
            <a:custGeom>
              <a:avLst/>
              <a:gdLst>
                <a:gd name="csX0" fmla="*/ 12391 w 12170"/>
                <a:gd name="csY0" fmla="*/ 10932 h 301325"/>
                <a:gd name="csX1" fmla="*/ 6306 w 12170"/>
                <a:gd name="csY1" fmla="*/ 85 h 301325"/>
                <a:gd name="csX2" fmla="*/ 221 w 12170"/>
                <a:gd name="csY2" fmla="*/ 10932 h 301325"/>
                <a:gd name="csX3" fmla="*/ 221 w 12170"/>
                <a:gd name="csY3" fmla="*/ 290562 h 301325"/>
                <a:gd name="csX4" fmla="*/ 6306 w 12170"/>
                <a:gd name="csY4" fmla="*/ 301410 h 301325"/>
                <a:gd name="csX5" fmla="*/ 12391 w 12170"/>
                <a:gd name="csY5" fmla="*/ 290562 h 301325"/>
                <a:gd name="csX6" fmla="*/ 12391 w 12170"/>
                <a:gd name="csY6" fmla="*/ 10932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70" h="301325">
                  <a:moveTo>
                    <a:pt x="12391" y="10932"/>
                  </a:moveTo>
                  <a:cubicBezTo>
                    <a:pt x="12391" y="5509"/>
                    <a:pt x="12391" y="85"/>
                    <a:pt x="6306" y="85"/>
                  </a:cubicBezTo>
                  <a:cubicBezTo>
                    <a:pt x="221" y="85"/>
                    <a:pt x="221" y="5509"/>
                    <a:pt x="221" y="10932"/>
                  </a:cubicBezTo>
                  <a:lnTo>
                    <a:pt x="221" y="290562"/>
                  </a:lnTo>
                  <a:cubicBezTo>
                    <a:pt x="221" y="295986"/>
                    <a:pt x="221" y="301410"/>
                    <a:pt x="6306" y="301410"/>
                  </a:cubicBezTo>
                  <a:cubicBezTo>
                    <a:pt x="12391" y="301410"/>
                    <a:pt x="12391" y="295986"/>
                    <a:pt x="12391" y="290562"/>
                  </a:cubicBezTo>
                  <a:lnTo>
                    <a:pt x="12391" y="1093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641807BD-FFC4-BA6A-679B-21142A9A62E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4042761" y="4091780"/>
              <a:ext cx="151525" cy="136500"/>
            </a:xfrm>
            <a:custGeom>
              <a:avLst/>
              <a:gdLst>
                <a:gd name="csX0" fmla="*/ 93028 w 151525"/>
                <a:gd name="csY0" fmla="*/ 42270 h 136500"/>
                <a:gd name="csX1" fmla="*/ 123151 w 151525"/>
                <a:gd name="csY1" fmla="*/ 6714 h 136500"/>
                <a:gd name="csX2" fmla="*/ 138364 w 151525"/>
                <a:gd name="csY2" fmla="*/ 10631 h 136500"/>
                <a:gd name="csX3" fmla="*/ 123759 w 151525"/>
                <a:gd name="csY3" fmla="*/ 26903 h 136500"/>
                <a:gd name="csX4" fmla="*/ 135321 w 151525"/>
                <a:gd name="csY4" fmla="*/ 37449 h 136500"/>
                <a:gd name="csX5" fmla="*/ 151752 w 151525"/>
                <a:gd name="csY5" fmla="*/ 19972 h 136500"/>
                <a:gd name="csX6" fmla="*/ 123455 w 151525"/>
                <a:gd name="csY6" fmla="*/ 85 h 136500"/>
                <a:gd name="csX7" fmla="*/ 91507 w 151525"/>
                <a:gd name="csY7" fmla="*/ 22985 h 136500"/>
                <a:gd name="csX8" fmla="*/ 58646 w 151525"/>
                <a:gd name="csY8" fmla="*/ 85 h 136500"/>
                <a:gd name="csX9" fmla="*/ 9659 w 151525"/>
                <a:gd name="csY9" fmla="*/ 46489 h 136500"/>
                <a:gd name="csX10" fmla="*/ 13310 w 151525"/>
                <a:gd name="csY10" fmla="*/ 49502 h 136500"/>
                <a:gd name="csX11" fmla="*/ 17265 w 151525"/>
                <a:gd name="csY11" fmla="*/ 46187 h 136500"/>
                <a:gd name="csX12" fmla="*/ 58037 w 151525"/>
                <a:gd name="csY12" fmla="*/ 6714 h 136500"/>
                <a:gd name="csX13" fmla="*/ 74468 w 151525"/>
                <a:gd name="csY13" fmla="*/ 26903 h 136500"/>
                <a:gd name="csX14" fmla="*/ 58037 w 151525"/>
                <a:gd name="csY14" fmla="*/ 98618 h 136500"/>
                <a:gd name="csX15" fmla="*/ 29132 w 151525"/>
                <a:gd name="csY15" fmla="*/ 129956 h 136500"/>
                <a:gd name="csX16" fmla="*/ 13918 w 151525"/>
                <a:gd name="csY16" fmla="*/ 126039 h 136500"/>
                <a:gd name="csX17" fmla="*/ 28219 w 151525"/>
                <a:gd name="csY17" fmla="*/ 109767 h 136500"/>
                <a:gd name="csX18" fmla="*/ 16961 w 151525"/>
                <a:gd name="csY18" fmla="*/ 99221 h 136500"/>
                <a:gd name="csX19" fmla="*/ 226 w 151525"/>
                <a:gd name="csY19" fmla="*/ 116698 h 136500"/>
                <a:gd name="csX20" fmla="*/ 28827 w 151525"/>
                <a:gd name="csY20" fmla="*/ 136585 h 136500"/>
                <a:gd name="csX21" fmla="*/ 60776 w 151525"/>
                <a:gd name="csY21" fmla="*/ 113684 h 136500"/>
                <a:gd name="csX22" fmla="*/ 93637 w 151525"/>
                <a:gd name="csY22" fmla="*/ 136585 h 136500"/>
                <a:gd name="csX23" fmla="*/ 142320 w 151525"/>
                <a:gd name="csY23" fmla="*/ 90181 h 136500"/>
                <a:gd name="csX24" fmla="*/ 138668 w 151525"/>
                <a:gd name="csY24" fmla="*/ 87168 h 136500"/>
                <a:gd name="csX25" fmla="*/ 134713 w 151525"/>
                <a:gd name="csY25" fmla="*/ 90482 h 136500"/>
                <a:gd name="csX26" fmla="*/ 94245 w 151525"/>
                <a:gd name="csY26" fmla="*/ 129956 h 136500"/>
                <a:gd name="csX27" fmla="*/ 77510 w 151525"/>
                <a:gd name="csY27" fmla="*/ 110068 h 136500"/>
                <a:gd name="csX28" fmla="*/ 82683 w 151525"/>
                <a:gd name="csY28" fmla="*/ 83552 h 136500"/>
                <a:gd name="csX29" fmla="*/ 93028 w 151525"/>
                <a:gd name="csY29" fmla="*/ 42270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525" h="136500">
                  <a:moveTo>
                    <a:pt x="93028" y="42270"/>
                  </a:moveTo>
                  <a:cubicBezTo>
                    <a:pt x="94854" y="34436"/>
                    <a:pt x="101852" y="6714"/>
                    <a:pt x="123151" y="6714"/>
                  </a:cubicBezTo>
                  <a:cubicBezTo>
                    <a:pt x="124672" y="6714"/>
                    <a:pt x="131975" y="6714"/>
                    <a:pt x="138364" y="10631"/>
                  </a:cubicBezTo>
                  <a:cubicBezTo>
                    <a:pt x="129845" y="12138"/>
                    <a:pt x="123759" y="19671"/>
                    <a:pt x="123759" y="26903"/>
                  </a:cubicBezTo>
                  <a:cubicBezTo>
                    <a:pt x="123759" y="31724"/>
                    <a:pt x="127106" y="37449"/>
                    <a:pt x="135321" y="37449"/>
                  </a:cubicBezTo>
                  <a:cubicBezTo>
                    <a:pt x="142015" y="37449"/>
                    <a:pt x="151752" y="32025"/>
                    <a:pt x="151752" y="19972"/>
                  </a:cubicBezTo>
                  <a:cubicBezTo>
                    <a:pt x="151752" y="4303"/>
                    <a:pt x="133800" y="85"/>
                    <a:pt x="123455" y="85"/>
                  </a:cubicBezTo>
                  <a:cubicBezTo>
                    <a:pt x="105807" y="85"/>
                    <a:pt x="95158" y="16055"/>
                    <a:pt x="91507" y="22985"/>
                  </a:cubicBezTo>
                  <a:cubicBezTo>
                    <a:pt x="83900" y="3098"/>
                    <a:pt x="67470" y="85"/>
                    <a:pt x="58646" y="85"/>
                  </a:cubicBezTo>
                  <a:cubicBezTo>
                    <a:pt x="27002" y="85"/>
                    <a:pt x="9659" y="38956"/>
                    <a:pt x="9659" y="46489"/>
                  </a:cubicBezTo>
                  <a:cubicBezTo>
                    <a:pt x="9659" y="49502"/>
                    <a:pt x="12701" y="49502"/>
                    <a:pt x="13310" y="49502"/>
                  </a:cubicBezTo>
                  <a:cubicBezTo>
                    <a:pt x="15744" y="49502"/>
                    <a:pt x="16657" y="48899"/>
                    <a:pt x="17265" y="46187"/>
                  </a:cubicBezTo>
                  <a:cubicBezTo>
                    <a:pt x="27610" y="14247"/>
                    <a:pt x="47692" y="6714"/>
                    <a:pt x="58037" y="6714"/>
                  </a:cubicBezTo>
                  <a:cubicBezTo>
                    <a:pt x="63818" y="6714"/>
                    <a:pt x="74468" y="9426"/>
                    <a:pt x="74468" y="26903"/>
                  </a:cubicBezTo>
                  <a:cubicBezTo>
                    <a:pt x="74468" y="36244"/>
                    <a:pt x="69295" y="56433"/>
                    <a:pt x="58037" y="98618"/>
                  </a:cubicBezTo>
                  <a:cubicBezTo>
                    <a:pt x="53169" y="117300"/>
                    <a:pt x="42520" y="129956"/>
                    <a:pt x="29132" y="129956"/>
                  </a:cubicBezTo>
                  <a:cubicBezTo>
                    <a:pt x="27306" y="129956"/>
                    <a:pt x="20308" y="129956"/>
                    <a:pt x="13918" y="126039"/>
                  </a:cubicBezTo>
                  <a:cubicBezTo>
                    <a:pt x="21525" y="124532"/>
                    <a:pt x="28219" y="118204"/>
                    <a:pt x="28219" y="109767"/>
                  </a:cubicBezTo>
                  <a:cubicBezTo>
                    <a:pt x="28219" y="101631"/>
                    <a:pt x="21525" y="99221"/>
                    <a:pt x="16961" y="99221"/>
                  </a:cubicBezTo>
                  <a:cubicBezTo>
                    <a:pt x="7833" y="99221"/>
                    <a:pt x="226" y="107055"/>
                    <a:pt x="226" y="116698"/>
                  </a:cubicBezTo>
                  <a:cubicBezTo>
                    <a:pt x="226" y="130559"/>
                    <a:pt x="15440" y="136585"/>
                    <a:pt x="28827" y="136585"/>
                  </a:cubicBezTo>
                  <a:cubicBezTo>
                    <a:pt x="48909" y="136585"/>
                    <a:pt x="59863" y="115492"/>
                    <a:pt x="60776" y="113684"/>
                  </a:cubicBezTo>
                  <a:cubicBezTo>
                    <a:pt x="64427" y="124833"/>
                    <a:pt x="75381" y="136585"/>
                    <a:pt x="93637" y="136585"/>
                  </a:cubicBezTo>
                  <a:cubicBezTo>
                    <a:pt x="124976" y="136585"/>
                    <a:pt x="142320" y="97714"/>
                    <a:pt x="142320" y="90181"/>
                  </a:cubicBezTo>
                  <a:cubicBezTo>
                    <a:pt x="142320" y="87168"/>
                    <a:pt x="139581" y="87168"/>
                    <a:pt x="138668" y="87168"/>
                  </a:cubicBezTo>
                  <a:cubicBezTo>
                    <a:pt x="135930" y="87168"/>
                    <a:pt x="135321" y="88373"/>
                    <a:pt x="134713" y="90482"/>
                  </a:cubicBezTo>
                  <a:cubicBezTo>
                    <a:pt x="124672" y="122724"/>
                    <a:pt x="103982" y="129956"/>
                    <a:pt x="94245" y="129956"/>
                  </a:cubicBezTo>
                  <a:cubicBezTo>
                    <a:pt x="82379" y="129956"/>
                    <a:pt x="77510" y="120314"/>
                    <a:pt x="77510" y="110068"/>
                  </a:cubicBezTo>
                  <a:cubicBezTo>
                    <a:pt x="77510" y="103439"/>
                    <a:pt x="79336" y="96810"/>
                    <a:pt x="82683" y="83552"/>
                  </a:cubicBezTo>
                  <a:lnTo>
                    <a:pt x="93028" y="42270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17D5FAC4-2132-1BBF-D94A-52FE64478B4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4231051" y="4130108"/>
              <a:ext cx="77527" cy="140056"/>
            </a:xfrm>
            <a:custGeom>
              <a:avLst/>
              <a:gdLst>
                <a:gd name="csX0" fmla="*/ 48367 w 77527"/>
                <a:gd name="csY0" fmla="*/ 5992 h 140056"/>
                <a:gd name="csX1" fmla="*/ 41978 w 77527"/>
                <a:gd name="csY1" fmla="*/ 86 h 140056"/>
                <a:gd name="csX2" fmla="*/ 232 w 77527"/>
                <a:gd name="csY2" fmla="*/ 13586 h 140056"/>
                <a:gd name="csX3" fmla="*/ 232 w 77527"/>
                <a:gd name="csY3" fmla="*/ 21179 h 140056"/>
                <a:gd name="csX4" fmla="*/ 31115 w 77527"/>
                <a:gd name="csY4" fmla="*/ 15273 h 140056"/>
                <a:gd name="csX5" fmla="*/ 31115 w 77527"/>
                <a:gd name="csY5" fmla="*/ 122846 h 140056"/>
                <a:gd name="csX6" fmla="*/ 9816 w 77527"/>
                <a:gd name="csY6" fmla="*/ 132549 h 140056"/>
                <a:gd name="csX7" fmla="*/ 1723 w 77527"/>
                <a:gd name="csY7" fmla="*/ 132549 h 140056"/>
                <a:gd name="csX8" fmla="*/ 1723 w 77527"/>
                <a:gd name="csY8" fmla="*/ 140142 h 140056"/>
                <a:gd name="csX9" fmla="*/ 39635 w 77527"/>
                <a:gd name="csY9" fmla="*/ 139299 h 140056"/>
                <a:gd name="csX10" fmla="*/ 77760 w 77527"/>
                <a:gd name="csY10" fmla="*/ 140142 h 140056"/>
                <a:gd name="csX11" fmla="*/ 77760 w 77527"/>
                <a:gd name="csY11" fmla="*/ 132549 h 140056"/>
                <a:gd name="csX12" fmla="*/ 69666 w 77527"/>
                <a:gd name="csY12" fmla="*/ 132549 h 140056"/>
                <a:gd name="csX13" fmla="*/ 48367 w 77527"/>
                <a:gd name="csY13" fmla="*/ 122846 h 140056"/>
                <a:gd name="csX14" fmla="*/ 48367 w 77527"/>
                <a:gd name="csY14" fmla="*/ 5992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27" h="140056">
                  <a:moveTo>
                    <a:pt x="48367" y="5992"/>
                  </a:moveTo>
                  <a:cubicBezTo>
                    <a:pt x="48367" y="297"/>
                    <a:pt x="47941" y="86"/>
                    <a:pt x="41978" y="86"/>
                  </a:cubicBezTo>
                  <a:cubicBezTo>
                    <a:pt x="28346" y="13375"/>
                    <a:pt x="8964" y="13586"/>
                    <a:pt x="232" y="13586"/>
                  </a:cubicBezTo>
                  <a:lnTo>
                    <a:pt x="232" y="21179"/>
                  </a:lnTo>
                  <a:cubicBezTo>
                    <a:pt x="5344" y="21179"/>
                    <a:pt x="19401" y="21179"/>
                    <a:pt x="31115" y="15273"/>
                  </a:cubicBezTo>
                  <a:lnTo>
                    <a:pt x="31115" y="122846"/>
                  </a:lnTo>
                  <a:cubicBezTo>
                    <a:pt x="31115" y="129807"/>
                    <a:pt x="31115" y="132549"/>
                    <a:pt x="9816" y="132549"/>
                  </a:cubicBezTo>
                  <a:lnTo>
                    <a:pt x="1723" y="132549"/>
                  </a:lnTo>
                  <a:lnTo>
                    <a:pt x="1723" y="140142"/>
                  </a:lnTo>
                  <a:cubicBezTo>
                    <a:pt x="5557" y="139931"/>
                    <a:pt x="31754" y="139299"/>
                    <a:pt x="39635" y="139299"/>
                  </a:cubicBezTo>
                  <a:cubicBezTo>
                    <a:pt x="46237" y="139299"/>
                    <a:pt x="73074" y="139931"/>
                    <a:pt x="77760" y="140142"/>
                  </a:cubicBezTo>
                  <a:lnTo>
                    <a:pt x="77760" y="132549"/>
                  </a:lnTo>
                  <a:lnTo>
                    <a:pt x="69666" y="132549"/>
                  </a:lnTo>
                  <a:cubicBezTo>
                    <a:pt x="48367" y="132549"/>
                    <a:pt x="48367" y="129807"/>
                    <a:pt x="48367" y="122846"/>
                  </a:cubicBezTo>
                  <a:lnTo>
                    <a:pt x="48367" y="599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46A073B1-6174-9055-DF01-D56603D65E3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4370501" y="4193025"/>
              <a:ext cx="35599" cy="90096"/>
            </a:xfrm>
            <a:custGeom>
              <a:avLst/>
              <a:gdLst>
                <a:gd name="csX0" fmla="*/ 35836 w 35599"/>
                <a:gd name="csY0" fmla="*/ 31724 h 90096"/>
                <a:gd name="csX1" fmla="*/ 16363 w 35599"/>
                <a:gd name="csY1" fmla="*/ 85 h 90096"/>
                <a:gd name="csX2" fmla="*/ 236 w 35599"/>
                <a:gd name="csY2" fmla="*/ 16055 h 90096"/>
                <a:gd name="csX3" fmla="*/ 16363 w 35599"/>
                <a:gd name="csY3" fmla="*/ 32025 h 90096"/>
                <a:gd name="csX4" fmla="*/ 27012 w 35599"/>
                <a:gd name="csY4" fmla="*/ 28108 h 90096"/>
                <a:gd name="csX5" fmla="*/ 28533 w 35599"/>
                <a:gd name="csY5" fmla="*/ 27204 h 90096"/>
                <a:gd name="csX6" fmla="*/ 29142 w 35599"/>
                <a:gd name="csY6" fmla="*/ 31724 h 90096"/>
                <a:gd name="csX7" fmla="*/ 8452 w 35599"/>
                <a:gd name="csY7" fmla="*/ 82045 h 90096"/>
                <a:gd name="csX8" fmla="*/ 5105 w 35599"/>
                <a:gd name="csY8" fmla="*/ 86866 h 90096"/>
                <a:gd name="csX9" fmla="*/ 8147 w 35599"/>
                <a:gd name="csY9" fmla="*/ 90181 h 90096"/>
                <a:gd name="csX10" fmla="*/ 35836 w 35599"/>
                <a:gd name="csY10" fmla="*/ 31724 h 9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99" h="90096">
                  <a:moveTo>
                    <a:pt x="35836" y="31724"/>
                  </a:moveTo>
                  <a:cubicBezTo>
                    <a:pt x="35836" y="11836"/>
                    <a:pt x="28229" y="85"/>
                    <a:pt x="16363" y="85"/>
                  </a:cubicBezTo>
                  <a:cubicBezTo>
                    <a:pt x="6322" y="85"/>
                    <a:pt x="236" y="7618"/>
                    <a:pt x="236" y="16055"/>
                  </a:cubicBezTo>
                  <a:cubicBezTo>
                    <a:pt x="236" y="24191"/>
                    <a:pt x="6322" y="32025"/>
                    <a:pt x="16363" y="32025"/>
                  </a:cubicBezTo>
                  <a:cubicBezTo>
                    <a:pt x="20014" y="32025"/>
                    <a:pt x="23969" y="30820"/>
                    <a:pt x="27012" y="28108"/>
                  </a:cubicBezTo>
                  <a:cubicBezTo>
                    <a:pt x="27925" y="27505"/>
                    <a:pt x="28229" y="27204"/>
                    <a:pt x="28533" y="27204"/>
                  </a:cubicBezTo>
                  <a:cubicBezTo>
                    <a:pt x="28838" y="27204"/>
                    <a:pt x="29142" y="27505"/>
                    <a:pt x="29142" y="31724"/>
                  </a:cubicBezTo>
                  <a:cubicBezTo>
                    <a:pt x="29142" y="54022"/>
                    <a:pt x="18492" y="72101"/>
                    <a:pt x="8452" y="82045"/>
                  </a:cubicBezTo>
                  <a:cubicBezTo>
                    <a:pt x="5105" y="85360"/>
                    <a:pt x="5105" y="85962"/>
                    <a:pt x="5105" y="86866"/>
                  </a:cubicBezTo>
                  <a:cubicBezTo>
                    <a:pt x="5105" y="88976"/>
                    <a:pt x="6626" y="90181"/>
                    <a:pt x="8147" y="90181"/>
                  </a:cubicBezTo>
                  <a:cubicBezTo>
                    <a:pt x="11494" y="90181"/>
                    <a:pt x="35836" y="66979"/>
                    <a:pt x="35836" y="31724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A891AB19-D0DB-DC7E-ABC8-E803040E907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4488387" y="4091780"/>
              <a:ext cx="151525" cy="136500"/>
            </a:xfrm>
            <a:custGeom>
              <a:avLst/>
              <a:gdLst>
                <a:gd name="csX0" fmla="*/ 93043 w 151525"/>
                <a:gd name="csY0" fmla="*/ 42270 h 136500"/>
                <a:gd name="csX1" fmla="*/ 123165 w 151525"/>
                <a:gd name="csY1" fmla="*/ 6714 h 136500"/>
                <a:gd name="csX2" fmla="*/ 138379 w 151525"/>
                <a:gd name="csY2" fmla="*/ 10631 h 136500"/>
                <a:gd name="csX3" fmla="*/ 123774 w 151525"/>
                <a:gd name="csY3" fmla="*/ 26903 h 136500"/>
                <a:gd name="csX4" fmla="*/ 135336 w 151525"/>
                <a:gd name="csY4" fmla="*/ 37449 h 136500"/>
                <a:gd name="csX5" fmla="*/ 151767 w 151525"/>
                <a:gd name="csY5" fmla="*/ 19972 h 136500"/>
                <a:gd name="csX6" fmla="*/ 123470 w 151525"/>
                <a:gd name="csY6" fmla="*/ 85 h 136500"/>
                <a:gd name="csX7" fmla="*/ 91521 w 151525"/>
                <a:gd name="csY7" fmla="*/ 22985 h 136500"/>
                <a:gd name="csX8" fmla="*/ 58660 w 151525"/>
                <a:gd name="csY8" fmla="*/ 85 h 136500"/>
                <a:gd name="csX9" fmla="*/ 9673 w 151525"/>
                <a:gd name="csY9" fmla="*/ 46489 h 136500"/>
                <a:gd name="csX10" fmla="*/ 13324 w 151525"/>
                <a:gd name="csY10" fmla="*/ 49502 h 136500"/>
                <a:gd name="csX11" fmla="*/ 17280 w 151525"/>
                <a:gd name="csY11" fmla="*/ 46187 h 136500"/>
                <a:gd name="csX12" fmla="*/ 58052 w 151525"/>
                <a:gd name="csY12" fmla="*/ 6714 h 136500"/>
                <a:gd name="csX13" fmla="*/ 74482 w 151525"/>
                <a:gd name="csY13" fmla="*/ 26903 h 136500"/>
                <a:gd name="csX14" fmla="*/ 58052 w 151525"/>
                <a:gd name="csY14" fmla="*/ 98618 h 136500"/>
                <a:gd name="csX15" fmla="*/ 29146 w 151525"/>
                <a:gd name="csY15" fmla="*/ 129956 h 136500"/>
                <a:gd name="csX16" fmla="*/ 13933 w 151525"/>
                <a:gd name="csY16" fmla="*/ 126039 h 136500"/>
                <a:gd name="csX17" fmla="*/ 28234 w 151525"/>
                <a:gd name="csY17" fmla="*/ 109767 h 136500"/>
                <a:gd name="csX18" fmla="*/ 16976 w 151525"/>
                <a:gd name="csY18" fmla="*/ 99221 h 136500"/>
                <a:gd name="csX19" fmla="*/ 241 w 151525"/>
                <a:gd name="csY19" fmla="*/ 116698 h 136500"/>
                <a:gd name="csX20" fmla="*/ 28842 w 151525"/>
                <a:gd name="csY20" fmla="*/ 136585 h 136500"/>
                <a:gd name="csX21" fmla="*/ 60790 w 151525"/>
                <a:gd name="csY21" fmla="*/ 113684 h 136500"/>
                <a:gd name="csX22" fmla="*/ 93651 w 151525"/>
                <a:gd name="csY22" fmla="*/ 136585 h 136500"/>
                <a:gd name="csX23" fmla="*/ 142334 w 151525"/>
                <a:gd name="csY23" fmla="*/ 90181 h 136500"/>
                <a:gd name="csX24" fmla="*/ 138683 w 151525"/>
                <a:gd name="csY24" fmla="*/ 87168 h 136500"/>
                <a:gd name="csX25" fmla="*/ 134728 w 151525"/>
                <a:gd name="csY25" fmla="*/ 90482 h 136500"/>
                <a:gd name="csX26" fmla="*/ 94260 w 151525"/>
                <a:gd name="csY26" fmla="*/ 129956 h 136500"/>
                <a:gd name="csX27" fmla="*/ 77525 w 151525"/>
                <a:gd name="csY27" fmla="*/ 110068 h 136500"/>
                <a:gd name="csX28" fmla="*/ 82698 w 151525"/>
                <a:gd name="csY28" fmla="*/ 83552 h 136500"/>
                <a:gd name="csX29" fmla="*/ 93043 w 151525"/>
                <a:gd name="csY29" fmla="*/ 42270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525" h="136500">
                  <a:moveTo>
                    <a:pt x="93043" y="42270"/>
                  </a:moveTo>
                  <a:cubicBezTo>
                    <a:pt x="94868" y="34436"/>
                    <a:pt x="101867" y="6714"/>
                    <a:pt x="123165" y="6714"/>
                  </a:cubicBezTo>
                  <a:cubicBezTo>
                    <a:pt x="124687" y="6714"/>
                    <a:pt x="131989" y="6714"/>
                    <a:pt x="138379" y="10631"/>
                  </a:cubicBezTo>
                  <a:cubicBezTo>
                    <a:pt x="129859" y="12138"/>
                    <a:pt x="123774" y="19671"/>
                    <a:pt x="123774" y="26903"/>
                  </a:cubicBezTo>
                  <a:cubicBezTo>
                    <a:pt x="123774" y="31724"/>
                    <a:pt x="127121" y="37449"/>
                    <a:pt x="135336" y="37449"/>
                  </a:cubicBezTo>
                  <a:cubicBezTo>
                    <a:pt x="142030" y="37449"/>
                    <a:pt x="151767" y="32025"/>
                    <a:pt x="151767" y="19972"/>
                  </a:cubicBezTo>
                  <a:cubicBezTo>
                    <a:pt x="151767" y="4303"/>
                    <a:pt x="133815" y="85"/>
                    <a:pt x="123470" y="85"/>
                  </a:cubicBezTo>
                  <a:cubicBezTo>
                    <a:pt x="105822" y="85"/>
                    <a:pt x="95173" y="16055"/>
                    <a:pt x="91521" y="22985"/>
                  </a:cubicBezTo>
                  <a:cubicBezTo>
                    <a:pt x="83915" y="3098"/>
                    <a:pt x="67484" y="85"/>
                    <a:pt x="58660" y="85"/>
                  </a:cubicBezTo>
                  <a:cubicBezTo>
                    <a:pt x="27016" y="85"/>
                    <a:pt x="9673" y="38956"/>
                    <a:pt x="9673" y="46489"/>
                  </a:cubicBezTo>
                  <a:cubicBezTo>
                    <a:pt x="9673" y="49502"/>
                    <a:pt x="12716" y="49502"/>
                    <a:pt x="13324" y="49502"/>
                  </a:cubicBezTo>
                  <a:cubicBezTo>
                    <a:pt x="15758" y="49502"/>
                    <a:pt x="16671" y="48899"/>
                    <a:pt x="17280" y="46187"/>
                  </a:cubicBezTo>
                  <a:cubicBezTo>
                    <a:pt x="27625" y="14247"/>
                    <a:pt x="47707" y="6714"/>
                    <a:pt x="58052" y="6714"/>
                  </a:cubicBezTo>
                  <a:cubicBezTo>
                    <a:pt x="63833" y="6714"/>
                    <a:pt x="74482" y="9426"/>
                    <a:pt x="74482" y="26903"/>
                  </a:cubicBezTo>
                  <a:cubicBezTo>
                    <a:pt x="74482" y="36244"/>
                    <a:pt x="69310" y="56433"/>
                    <a:pt x="58052" y="98618"/>
                  </a:cubicBezTo>
                  <a:cubicBezTo>
                    <a:pt x="53184" y="117300"/>
                    <a:pt x="42534" y="129956"/>
                    <a:pt x="29146" y="129956"/>
                  </a:cubicBezTo>
                  <a:cubicBezTo>
                    <a:pt x="27321" y="129956"/>
                    <a:pt x="20323" y="129956"/>
                    <a:pt x="13933" y="126039"/>
                  </a:cubicBezTo>
                  <a:cubicBezTo>
                    <a:pt x="21540" y="124532"/>
                    <a:pt x="28234" y="118204"/>
                    <a:pt x="28234" y="109767"/>
                  </a:cubicBezTo>
                  <a:cubicBezTo>
                    <a:pt x="28234" y="101631"/>
                    <a:pt x="21540" y="99221"/>
                    <a:pt x="16976" y="99221"/>
                  </a:cubicBezTo>
                  <a:cubicBezTo>
                    <a:pt x="7848" y="99221"/>
                    <a:pt x="241" y="107055"/>
                    <a:pt x="241" y="116698"/>
                  </a:cubicBezTo>
                  <a:cubicBezTo>
                    <a:pt x="241" y="130559"/>
                    <a:pt x="15454" y="136585"/>
                    <a:pt x="28842" y="136585"/>
                  </a:cubicBezTo>
                  <a:cubicBezTo>
                    <a:pt x="48924" y="136585"/>
                    <a:pt x="59877" y="115492"/>
                    <a:pt x="60790" y="113684"/>
                  </a:cubicBezTo>
                  <a:cubicBezTo>
                    <a:pt x="64441" y="124833"/>
                    <a:pt x="75395" y="136585"/>
                    <a:pt x="93651" y="136585"/>
                  </a:cubicBezTo>
                  <a:cubicBezTo>
                    <a:pt x="124991" y="136585"/>
                    <a:pt x="142334" y="97714"/>
                    <a:pt x="142334" y="90181"/>
                  </a:cubicBezTo>
                  <a:cubicBezTo>
                    <a:pt x="142334" y="87168"/>
                    <a:pt x="139596" y="87168"/>
                    <a:pt x="138683" y="87168"/>
                  </a:cubicBezTo>
                  <a:cubicBezTo>
                    <a:pt x="135945" y="87168"/>
                    <a:pt x="135336" y="88373"/>
                    <a:pt x="134728" y="90482"/>
                  </a:cubicBezTo>
                  <a:cubicBezTo>
                    <a:pt x="124687" y="122724"/>
                    <a:pt x="103996" y="129956"/>
                    <a:pt x="94260" y="129956"/>
                  </a:cubicBezTo>
                  <a:cubicBezTo>
                    <a:pt x="82393" y="129956"/>
                    <a:pt x="77525" y="120314"/>
                    <a:pt x="77525" y="110068"/>
                  </a:cubicBezTo>
                  <a:cubicBezTo>
                    <a:pt x="77525" y="103439"/>
                    <a:pt x="79351" y="96810"/>
                    <a:pt x="82698" y="83552"/>
                  </a:cubicBezTo>
                  <a:lnTo>
                    <a:pt x="93043" y="42270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F5B6B13A-2C05-4A6A-5AC1-C6ED5ECAB54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4666880" y="4130108"/>
              <a:ext cx="94140" cy="140056"/>
            </a:xfrm>
            <a:custGeom>
              <a:avLst/>
              <a:gdLst>
                <a:gd name="csX0" fmla="*/ 94387 w 94140"/>
                <a:gd name="csY0" fmla="*/ 101753 h 140056"/>
                <a:gd name="csX1" fmla="*/ 87146 w 94140"/>
                <a:gd name="csY1" fmla="*/ 101753 h 140056"/>
                <a:gd name="csX2" fmla="*/ 81608 w 94140"/>
                <a:gd name="csY2" fmla="*/ 120948 h 140056"/>
                <a:gd name="csX3" fmla="*/ 60522 w 94140"/>
                <a:gd name="csY3" fmla="*/ 122213 h 140056"/>
                <a:gd name="csX4" fmla="*/ 21332 w 94140"/>
                <a:gd name="csY4" fmla="*/ 122213 h 140056"/>
                <a:gd name="csX5" fmla="*/ 63930 w 94140"/>
                <a:gd name="csY5" fmla="*/ 86777 h 140056"/>
                <a:gd name="csX6" fmla="*/ 94387 w 94140"/>
                <a:gd name="csY6" fmla="*/ 41217 h 140056"/>
                <a:gd name="csX7" fmla="*/ 44548 w 94140"/>
                <a:gd name="csY7" fmla="*/ 86 h 140056"/>
                <a:gd name="csX8" fmla="*/ 247 w 94140"/>
                <a:gd name="csY8" fmla="*/ 37842 h 140056"/>
                <a:gd name="csX9" fmla="*/ 11535 w 94140"/>
                <a:gd name="csY9" fmla="*/ 49654 h 140056"/>
                <a:gd name="csX10" fmla="*/ 22823 w 94140"/>
                <a:gd name="csY10" fmla="*/ 38475 h 140056"/>
                <a:gd name="csX11" fmla="*/ 10257 w 94140"/>
                <a:gd name="csY11" fmla="*/ 27296 h 140056"/>
                <a:gd name="csX12" fmla="*/ 41353 w 94140"/>
                <a:gd name="csY12" fmla="*/ 7680 h 140056"/>
                <a:gd name="csX13" fmla="*/ 73727 w 94140"/>
                <a:gd name="csY13" fmla="*/ 41217 h 140056"/>
                <a:gd name="csX14" fmla="*/ 53707 w 94140"/>
                <a:gd name="csY14" fmla="*/ 81715 h 140056"/>
                <a:gd name="csX15" fmla="*/ 2376 w 94140"/>
                <a:gd name="csY15" fmla="*/ 131916 h 140056"/>
                <a:gd name="csX16" fmla="*/ 247 w 94140"/>
                <a:gd name="csY16" fmla="*/ 140142 h 140056"/>
                <a:gd name="csX17" fmla="*/ 87998 w 94140"/>
                <a:gd name="csY17" fmla="*/ 140142 h 140056"/>
                <a:gd name="csX18" fmla="*/ 94387 w 94140"/>
                <a:gd name="csY18" fmla="*/ 101753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4140" h="140056">
                  <a:moveTo>
                    <a:pt x="94387" y="101753"/>
                  </a:moveTo>
                  <a:lnTo>
                    <a:pt x="87146" y="101753"/>
                  </a:lnTo>
                  <a:cubicBezTo>
                    <a:pt x="86507" y="106394"/>
                    <a:pt x="84377" y="118839"/>
                    <a:pt x="81608" y="120948"/>
                  </a:cubicBezTo>
                  <a:cubicBezTo>
                    <a:pt x="79904" y="122213"/>
                    <a:pt x="63504" y="122213"/>
                    <a:pt x="60522" y="122213"/>
                  </a:cubicBezTo>
                  <a:lnTo>
                    <a:pt x="21332" y="122213"/>
                  </a:lnTo>
                  <a:cubicBezTo>
                    <a:pt x="43696" y="102597"/>
                    <a:pt x="51151" y="96691"/>
                    <a:pt x="63930" y="86777"/>
                  </a:cubicBezTo>
                  <a:cubicBezTo>
                    <a:pt x="79691" y="74333"/>
                    <a:pt x="94387" y="61255"/>
                    <a:pt x="94387" y="41217"/>
                  </a:cubicBezTo>
                  <a:cubicBezTo>
                    <a:pt x="94387" y="15695"/>
                    <a:pt x="71810" y="86"/>
                    <a:pt x="44548" y="86"/>
                  </a:cubicBezTo>
                  <a:cubicBezTo>
                    <a:pt x="18138" y="86"/>
                    <a:pt x="247" y="18437"/>
                    <a:pt x="247" y="37842"/>
                  </a:cubicBezTo>
                  <a:cubicBezTo>
                    <a:pt x="247" y="48600"/>
                    <a:pt x="9405" y="49654"/>
                    <a:pt x="11535" y="49654"/>
                  </a:cubicBezTo>
                  <a:cubicBezTo>
                    <a:pt x="16647" y="49654"/>
                    <a:pt x="22823" y="46068"/>
                    <a:pt x="22823" y="38475"/>
                  </a:cubicBezTo>
                  <a:cubicBezTo>
                    <a:pt x="22823" y="34678"/>
                    <a:pt x="21332" y="27296"/>
                    <a:pt x="10257" y="27296"/>
                  </a:cubicBezTo>
                  <a:cubicBezTo>
                    <a:pt x="16860" y="12320"/>
                    <a:pt x="31343" y="7680"/>
                    <a:pt x="41353" y="7680"/>
                  </a:cubicBezTo>
                  <a:cubicBezTo>
                    <a:pt x="62652" y="7680"/>
                    <a:pt x="73727" y="24132"/>
                    <a:pt x="73727" y="41217"/>
                  </a:cubicBezTo>
                  <a:cubicBezTo>
                    <a:pt x="73727" y="59568"/>
                    <a:pt x="60522" y="74122"/>
                    <a:pt x="53707" y="81715"/>
                  </a:cubicBezTo>
                  <a:lnTo>
                    <a:pt x="2376" y="131916"/>
                  </a:lnTo>
                  <a:cubicBezTo>
                    <a:pt x="247" y="133814"/>
                    <a:pt x="247" y="134236"/>
                    <a:pt x="247" y="140142"/>
                  </a:cubicBezTo>
                  <a:lnTo>
                    <a:pt x="87998" y="140142"/>
                  </a:lnTo>
                  <a:lnTo>
                    <a:pt x="94387" y="10175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6D69AF9-6C5F-3F5C-3027-D46A308CA6D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4816127" y="4193025"/>
              <a:ext cx="35599" cy="90096"/>
            </a:xfrm>
            <a:custGeom>
              <a:avLst/>
              <a:gdLst>
                <a:gd name="csX0" fmla="*/ 35850 w 35599"/>
                <a:gd name="csY0" fmla="*/ 31724 h 90096"/>
                <a:gd name="csX1" fmla="*/ 16377 w 35599"/>
                <a:gd name="csY1" fmla="*/ 85 h 90096"/>
                <a:gd name="csX2" fmla="*/ 251 w 35599"/>
                <a:gd name="csY2" fmla="*/ 16055 h 90096"/>
                <a:gd name="csX3" fmla="*/ 16377 w 35599"/>
                <a:gd name="csY3" fmla="*/ 32025 h 90096"/>
                <a:gd name="csX4" fmla="*/ 27027 w 35599"/>
                <a:gd name="csY4" fmla="*/ 28108 h 90096"/>
                <a:gd name="csX5" fmla="*/ 28548 w 35599"/>
                <a:gd name="csY5" fmla="*/ 27204 h 90096"/>
                <a:gd name="csX6" fmla="*/ 29157 w 35599"/>
                <a:gd name="csY6" fmla="*/ 31724 h 90096"/>
                <a:gd name="csX7" fmla="*/ 8466 w 35599"/>
                <a:gd name="csY7" fmla="*/ 82045 h 90096"/>
                <a:gd name="csX8" fmla="*/ 5119 w 35599"/>
                <a:gd name="csY8" fmla="*/ 86866 h 90096"/>
                <a:gd name="csX9" fmla="*/ 8162 w 35599"/>
                <a:gd name="csY9" fmla="*/ 90181 h 90096"/>
                <a:gd name="csX10" fmla="*/ 35850 w 35599"/>
                <a:gd name="csY10" fmla="*/ 31724 h 9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99" h="90096">
                  <a:moveTo>
                    <a:pt x="35850" y="31724"/>
                  </a:moveTo>
                  <a:cubicBezTo>
                    <a:pt x="35850" y="11836"/>
                    <a:pt x="28244" y="85"/>
                    <a:pt x="16377" y="85"/>
                  </a:cubicBezTo>
                  <a:cubicBezTo>
                    <a:pt x="6336" y="85"/>
                    <a:pt x="251" y="7618"/>
                    <a:pt x="251" y="16055"/>
                  </a:cubicBezTo>
                  <a:cubicBezTo>
                    <a:pt x="251" y="24191"/>
                    <a:pt x="6336" y="32025"/>
                    <a:pt x="16377" y="32025"/>
                  </a:cubicBezTo>
                  <a:cubicBezTo>
                    <a:pt x="20028" y="32025"/>
                    <a:pt x="23984" y="30820"/>
                    <a:pt x="27027" y="28108"/>
                  </a:cubicBezTo>
                  <a:cubicBezTo>
                    <a:pt x="27939" y="27505"/>
                    <a:pt x="28244" y="27204"/>
                    <a:pt x="28548" y="27204"/>
                  </a:cubicBezTo>
                  <a:cubicBezTo>
                    <a:pt x="28852" y="27204"/>
                    <a:pt x="29157" y="27505"/>
                    <a:pt x="29157" y="31724"/>
                  </a:cubicBezTo>
                  <a:cubicBezTo>
                    <a:pt x="29157" y="54022"/>
                    <a:pt x="18507" y="72101"/>
                    <a:pt x="8466" y="82045"/>
                  </a:cubicBezTo>
                  <a:cubicBezTo>
                    <a:pt x="5119" y="85360"/>
                    <a:pt x="5119" y="85962"/>
                    <a:pt x="5119" y="86866"/>
                  </a:cubicBezTo>
                  <a:cubicBezTo>
                    <a:pt x="5119" y="88976"/>
                    <a:pt x="6641" y="90181"/>
                    <a:pt x="8162" y="90181"/>
                  </a:cubicBezTo>
                  <a:cubicBezTo>
                    <a:pt x="11509" y="90181"/>
                    <a:pt x="35850" y="66979"/>
                    <a:pt x="35850" y="31724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89E5EC9D-70DB-AE0F-D194-2F331FA89803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4951357" y="4193025"/>
              <a:ext cx="32252" cy="31940"/>
            </a:xfrm>
            <a:custGeom>
              <a:avLst/>
              <a:gdLst>
                <a:gd name="csX0" fmla="*/ 32508 w 32252"/>
                <a:gd name="csY0" fmla="*/ 16055 h 31940"/>
                <a:gd name="csX1" fmla="*/ 16382 w 32252"/>
                <a:gd name="csY1" fmla="*/ 85 h 31940"/>
                <a:gd name="csX2" fmla="*/ 255 w 32252"/>
                <a:gd name="csY2" fmla="*/ 16055 h 31940"/>
                <a:gd name="csX3" fmla="*/ 16382 w 32252"/>
                <a:gd name="csY3" fmla="*/ 32025 h 31940"/>
                <a:gd name="csX4" fmla="*/ 32508 w 32252"/>
                <a:gd name="csY4" fmla="*/ 16055 h 31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52" h="31940">
                  <a:moveTo>
                    <a:pt x="32508" y="16055"/>
                  </a:moveTo>
                  <a:cubicBezTo>
                    <a:pt x="32508" y="7317"/>
                    <a:pt x="25205" y="85"/>
                    <a:pt x="16382" y="85"/>
                  </a:cubicBezTo>
                  <a:cubicBezTo>
                    <a:pt x="7558" y="85"/>
                    <a:pt x="255" y="7317"/>
                    <a:pt x="255" y="16055"/>
                  </a:cubicBezTo>
                  <a:cubicBezTo>
                    <a:pt x="255" y="24793"/>
                    <a:pt x="7558" y="32025"/>
                    <a:pt x="16382" y="32025"/>
                  </a:cubicBezTo>
                  <a:cubicBezTo>
                    <a:pt x="25205" y="32025"/>
                    <a:pt x="32508" y="24793"/>
                    <a:pt x="32508" y="16055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80991158-66D9-36DC-69FB-FE02C7FE02E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5086586" y="4193025"/>
              <a:ext cx="32252" cy="31940"/>
            </a:xfrm>
            <a:custGeom>
              <a:avLst/>
              <a:gdLst>
                <a:gd name="csX0" fmla="*/ 32512 w 32252"/>
                <a:gd name="csY0" fmla="*/ 16055 h 31940"/>
                <a:gd name="csX1" fmla="*/ 16386 w 32252"/>
                <a:gd name="csY1" fmla="*/ 85 h 31940"/>
                <a:gd name="csX2" fmla="*/ 260 w 32252"/>
                <a:gd name="csY2" fmla="*/ 16055 h 31940"/>
                <a:gd name="csX3" fmla="*/ 16386 w 32252"/>
                <a:gd name="csY3" fmla="*/ 32025 h 31940"/>
                <a:gd name="csX4" fmla="*/ 32512 w 32252"/>
                <a:gd name="csY4" fmla="*/ 16055 h 31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52" h="31940">
                  <a:moveTo>
                    <a:pt x="32512" y="16055"/>
                  </a:moveTo>
                  <a:cubicBezTo>
                    <a:pt x="32512" y="7317"/>
                    <a:pt x="25210" y="85"/>
                    <a:pt x="16386" y="85"/>
                  </a:cubicBezTo>
                  <a:cubicBezTo>
                    <a:pt x="7562" y="85"/>
                    <a:pt x="260" y="7317"/>
                    <a:pt x="260" y="16055"/>
                  </a:cubicBezTo>
                  <a:cubicBezTo>
                    <a:pt x="260" y="24793"/>
                    <a:pt x="7562" y="32025"/>
                    <a:pt x="16386" y="32025"/>
                  </a:cubicBezTo>
                  <a:cubicBezTo>
                    <a:pt x="25210" y="32025"/>
                    <a:pt x="32512" y="24793"/>
                    <a:pt x="32512" y="16055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4DC305A5-46EF-924F-855C-B8208D8A7F5F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5221816" y="4193025"/>
              <a:ext cx="32252" cy="31940"/>
            </a:xfrm>
            <a:custGeom>
              <a:avLst/>
              <a:gdLst>
                <a:gd name="csX0" fmla="*/ 32517 w 32252"/>
                <a:gd name="csY0" fmla="*/ 16055 h 31940"/>
                <a:gd name="csX1" fmla="*/ 16391 w 32252"/>
                <a:gd name="csY1" fmla="*/ 85 h 31940"/>
                <a:gd name="csX2" fmla="*/ 264 w 32252"/>
                <a:gd name="csY2" fmla="*/ 16055 h 31940"/>
                <a:gd name="csX3" fmla="*/ 16391 w 32252"/>
                <a:gd name="csY3" fmla="*/ 32025 h 31940"/>
                <a:gd name="csX4" fmla="*/ 32517 w 32252"/>
                <a:gd name="csY4" fmla="*/ 16055 h 31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52" h="31940">
                  <a:moveTo>
                    <a:pt x="32517" y="16055"/>
                  </a:moveTo>
                  <a:cubicBezTo>
                    <a:pt x="32517" y="7317"/>
                    <a:pt x="25214" y="85"/>
                    <a:pt x="16391" y="85"/>
                  </a:cubicBezTo>
                  <a:cubicBezTo>
                    <a:pt x="7567" y="85"/>
                    <a:pt x="264" y="7317"/>
                    <a:pt x="264" y="16055"/>
                  </a:cubicBezTo>
                  <a:cubicBezTo>
                    <a:pt x="264" y="24793"/>
                    <a:pt x="7567" y="32025"/>
                    <a:pt x="16391" y="32025"/>
                  </a:cubicBezTo>
                  <a:cubicBezTo>
                    <a:pt x="25214" y="32025"/>
                    <a:pt x="32517" y="24793"/>
                    <a:pt x="32517" y="16055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F62BD0C8-0994-BE2C-EECA-431355D171A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5357046" y="4193025"/>
              <a:ext cx="35599" cy="90096"/>
            </a:xfrm>
            <a:custGeom>
              <a:avLst/>
              <a:gdLst>
                <a:gd name="csX0" fmla="*/ 35868 w 35599"/>
                <a:gd name="csY0" fmla="*/ 31724 h 90096"/>
                <a:gd name="csX1" fmla="*/ 16395 w 35599"/>
                <a:gd name="csY1" fmla="*/ 85 h 90096"/>
                <a:gd name="csX2" fmla="*/ 269 w 35599"/>
                <a:gd name="csY2" fmla="*/ 16055 h 90096"/>
                <a:gd name="csX3" fmla="*/ 16395 w 35599"/>
                <a:gd name="csY3" fmla="*/ 32025 h 90096"/>
                <a:gd name="csX4" fmla="*/ 27044 w 35599"/>
                <a:gd name="csY4" fmla="*/ 28108 h 90096"/>
                <a:gd name="csX5" fmla="*/ 28566 w 35599"/>
                <a:gd name="csY5" fmla="*/ 27204 h 90096"/>
                <a:gd name="csX6" fmla="*/ 29174 w 35599"/>
                <a:gd name="csY6" fmla="*/ 31724 h 90096"/>
                <a:gd name="csX7" fmla="*/ 8484 w 35599"/>
                <a:gd name="csY7" fmla="*/ 82045 h 90096"/>
                <a:gd name="csX8" fmla="*/ 5137 w 35599"/>
                <a:gd name="csY8" fmla="*/ 86866 h 90096"/>
                <a:gd name="csX9" fmla="*/ 8180 w 35599"/>
                <a:gd name="csY9" fmla="*/ 90181 h 90096"/>
                <a:gd name="csX10" fmla="*/ 35868 w 35599"/>
                <a:gd name="csY10" fmla="*/ 31724 h 9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99" h="90096">
                  <a:moveTo>
                    <a:pt x="35868" y="31724"/>
                  </a:moveTo>
                  <a:cubicBezTo>
                    <a:pt x="35868" y="11836"/>
                    <a:pt x="28261" y="85"/>
                    <a:pt x="16395" y="85"/>
                  </a:cubicBezTo>
                  <a:cubicBezTo>
                    <a:pt x="6354" y="85"/>
                    <a:pt x="269" y="7618"/>
                    <a:pt x="269" y="16055"/>
                  </a:cubicBezTo>
                  <a:cubicBezTo>
                    <a:pt x="269" y="24191"/>
                    <a:pt x="6354" y="32025"/>
                    <a:pt x="16395" y="32025"/>
                  </a:cubicBezTo>
                  <a:cubicBezTo>
                    <a:pt x="20046" y="32025"/>
                    <a:pt x="24002" y="30820"/>
                    <a:pt x="27044" y="28108"/>
                  </a:cubicBezTo>
                  <a:cubicBezTo>
                    <a:pt x="27957" y="27505"/>
                    <a:pt x="28261" y="27204"/>
                    <a:pt x="28566" y="27204"/>
                  </a:cubicBezTo>
                  <a:cubicBezTo>
                    <a:pt x="28870" y="27204"/>
                    <a:pt x="29174" y="27505"/>
                    <a:pt x="29174" y="31724"/>
                  </a:cubicBezTo>
                  <a:cubicBezTo>
                    <a:pt x="29174" y="54022"/>
                    <a:pt x="18525" y="72101"/>
                    <a:pt x="8484" y="82045"/>
                  </a:cubicBezTo>
                  <a:cubicBezTo>
                    <a:pt x="5137" y="85360"/>
                    <a:pt x="5137" y="85962"/>
                    <a:pt x="5137" y="86866"/>
                  </a:cubicBezTo>
                  <a:cubicBezTo>
                    <a:pt x="5137" y="88976"/>
                    <a:pt x="6658" y="90181"/>
                    <a:pt x="8180" y="90181"/>
                  </a:cubicBezTo>
                  <a:cubicBezTo>
                    <a:pt x="11527" y="90181"/>
                    <a:pt x="35868" y="66979"/>
                    <a:pt x="35868" y="31724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83DA83F8-200D-8CA6-DC1E-B5873503E921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5474932" y="4091780"/>
              <a:ext cx="151525" cy="136500"/>
            </a:xfrm>
            <a:custGeom>
              <a:avLst/>
              <a:gdLst>
                <a:gd name="csX0" fmla="*/ 93075 w 151525"/>
                <a:gd name="csY0" fmla="*/ 42270 h 136500"/>
                <a:gd name="csX1" fmla="*/ 123198 w 151525"/>
                <a:gd name="csY1" fmla="*/ 6714 h 136500"/>
                <a:gd name="csX2" fmla="*/ 138411 w 151525"/>
                <a:gd name="csY2" fmla="*/ 10631 h 136500"/>
                <a:gd name="csX3" fmla="*/ 123806 w 151525"/>
                <a:gd name="csY3" fmla="*/ 26903 h 136500"/>
                <a:gd name="csX4" fmla="*/ 135368 w 151525"/>
                <a:gd name="csY4" fmla="*/ 37449 h 136500"/>
                <a:gd name="csX5" fmla="*/ 151799 w 151525"/>
                <a:gd name="csY5" fmla="*/ 19972 h 136500"/>
                <a:gd name="csX6" fmla="*/ 123502 w 151525"/>
                <a:gd name="csY6" fmla="*/ 85 h 136500"/>
                <a:gd name="csX7" fmla="*/ 91554 w 151525"/>
                <a:gd name="csY7" fmla="*/ 22985 h 136500"/>
                <a:gd name="csX8" fmla="*/ 58693 w 151525"/>
                <a:gd name="csY8" fmla="*/ 85 h 136500"/>
                <a:gd name="csX9" fmla="*/ 9705 w 151525"/>
                <a:gd name="csY9" fmla="*/ 46489 h 136500"/>
                <a:gd name="csX10" fmla="*/ 13357 w 151525"/>
                <a:gd name="csY10" fmla="*/ 49502 h 136500"/>
                <a:gd name="csX11" fmla="*/ 17312 w 151525"/>
                <a:gd name="csY11" fmla="*/ 46187 h 136500"/>
                <a:gd name="csX12" fmla="*/ 58084 w 151525"/>
                <a:gd name="csY12" fmla="*/ 6714 h 136500"/>
                <a:gd name="csX13" fmla="*/ 74515 w 151525"/>
                <a:gd name="csY13" fmla="*/ 26903 h 136500"/>
                <a:gd name="csX14" fmla="*/ 58084 w 151525"/>
                <a:gd name="csY14" fmla="*/ 98618 h 136500"/>
                <a:gd name="csX15" fmla="*/ 29179 w 151525"/>
                <a:gd name="csY15" fmla="*/ 129956 h 136500"/>
                <a:gd name="csX16" fmla="*/ 13965 w 151525"/>
                <a:gd name="csY16" fmla="*/ 126039 h 136500"/>
                <a:gd name="csX17" fmla="*/ 28266 w 151525"/>
                <a:gd name="csY17" fmla="*/ 109767 h 136500"/>
                <a:gd name="csX18" fmla="*/ 17008 w 151525"/>
                <a:gd name="csY18" fmla="*/ 99221 h 136500"/>
                <a:gd name="csX19" fmla="*/ 273 w 151525"/>
                <a:gd name="csY19" fmla="*/ 116698 h 136500"/>
                <a:gd name="csX20" fmla="*/ 28874 w 151525"/>
                <a:gd name="csY20" fmla="*/ 136585 h 136500"/>
                <a:gd name="csX21" fmla="*/ 60823 w 151525"/>
                <a:gd name="csY21" fmla="*/ 113684 h 136500"/>
                <a:gd name="csX22" fmla="*/ 93684 w 151525"/>
                <a:gd name="csY22" fmla="*/ 136585 h 136500"/>
                <a:gd name="csX23" fmla="*/ 142367 w 151525"/>
                <a:gd name="csY23" fmla="*/ 90181 h 136500"/>
                <a:gd name="csX24" fmla="*/ 138715 w 151525"/>
                <a:gd name="csY24" fmla="*/ 87168 h 136500"/>
                <a:gd name="csX25" fmla="*/ 134760 w 151525"/>
                <a:gd name="csY25" fmla="*/ 90482 h 136500"/>
                <a:gd name="csX26" fmla="*/ 94292 w 151525"/>
                <a:gd name="csY26" fmla="*/ 129956 h 136500"/>
                <a:gd name="csX27" fmla="*/ 77557 w 151525"/>
                <a:gd name="csY27" fmla="*/ 110068 h 136500"/>
                <a:gd name="csX28" fmla="*/ 82730 w 151525"/>
                <a:gd name="csY28" fmla="*/ 83552 h 136500"/>
                <a:gd name="csX29" fmla="*/ 93075 w 151525"/>
                <a:gd name="csY29" fmla="*/ 42270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525" h="136500">
                  <a:moveTo>
                    <a:pt x="93075" y="42270"/>
                  </a:moveTo>
                  <a:cubicBezTo>
                    <a:pt x="94901" y="34436"/>
                    <a:pt x="101899" y="6714"/>
                    <a:pt x="123198" y="6714"/>
                  </a:cubicBezTo>
                  <a:cubicBezTo>
                    <a:pt x="124719" y="6714"/>
                    <a:pt x="132021" y="6714"/>
                    <a:pt x="138411" y="10631"/>
                  </a:cubicBezTo>
                  <a:cubicBezTo>
                    <a:pt x="129892" y="12138"/>
                    <a:pt x="123806" y="19671"/>
                    <a:pt x="123806" y="26903"/>
                  </a:cubicBezTo>
                  <a:cubicBezTo>
                    <a:pt x="123806" y="31724"/>
                    <a:pt x="127153" y="37449"/>
                    <a:pt x="135368" y="37449"/>
                  </a:cubicBezTo>
                  <a:cubicBezTo>
                    <a:pt x="142062" y="37449"/>
                    <a:pt x="151799" y="32025"/>
                    <a:pt x="151799" y="19972"/>
                  </a:cubicBezTo>
                  <a:cubicBezTo>
                    <a:pt x="151799" y="4303"/>
                    <a:pt x="133847" y="85"/>
                    <a:pt x="123502" y="85"/>
                  </a:cubicBezTo>
                  <a:cubicBezTo>
                    <a:pt x="105854" y="85"/>
                    <a:pt x="95205" y="16055"/>
                    <a:pt x="91554" y="22985"/>
                  </a:cubicBezTo>
                  <a:cubicBezTo>
                    <a:pt x="83947" y="3098"/>
                    <a:pt x="67516" y="85"/>
                    <a:pt x="58693" y="85"/>
                  </a:cubicBezTo>
                  <a:cubicBezTo>
                    <a:pt x="27049" y="85"/>
                    <a:pt x="9705" y="38956"/>
                    <a:pt x="9705" y="46489"/>
                  </a:cubicBezTo>
                  <a:cubicBezTo>
                    <a:pt x="9705" y="49502"/>
                    <a:pt x="12748" y="49502"/>
                    <a:pt x="13357" y="49502"/>
                  </a:cubicBezTo>
                  <a:cubicBezTo>
                    <a:pt x="15791" y="49502"/>
                    <a:pt x="16704" y="48899"/>
                    <a:pt x="17312" y="46187"/>
                  </a:cubicBezTo>
                  <a:cubicBezTo>
                    <a:pt x="27657" y="14247"/>
                    <a:pt x="47739" y="6714"/>
                    <a:pt x="58084" y="6714"/>
                  </a:cubicBezTo>
                  <a:cubicBezTo>
                    <a:pt x="63865" y="6714"/>
                    <a:pt x="74515" y="9426"/>
                    <a:pt x="74515" y="26903"/>
                  </a:cubicBezTo>
                  <a:cubicBezTo>
                    <a:pt x="74515" y="36244"/>
                    <a:pt x="69342" y="56433"/>
                    <a:pt x="58084" y="98618"/>
                  </a:cubicBezTo>
                  <a:cubicBezTo>
                    <a:pt x="53216" y="117300"/>
                    <a:pt x="42566" y="129956"/>
                    <a:pt x="29179" y="129956"/>
                  </a:cubicBezTo>
                  <a:cubicBezTo>
                    <a:pt x="27353" y="129956"/>
                    <a:pt x="20355" y="129956"/>
                    <a:pt x="13965" y="126039"/>
                  </a:cubicBezTo>
                  <a:cubicBezTo>
                    <a:pt x="21572" y="124532"/>
                    <a:pt x="28266" y="118204"/>
                    <a:pt x="28266" y="109767"/>
                  </a:cubicBezTo>
                  <a:cubicBezTo>
                    <a:pt x="28266" y="101631"/>
                    <a:pt x="21572" y="99221"/>
                    <a:pt x="17008" y="99221"/>
                  </a:cubicBezTo>
                  <a:cubicBezTo>
                    <a:pt x="7880" y="99221"/>
                    <a:pt x="273" y="107055"/>
                    <a:pt x="273" y="116698"/>
                  </a:cubicBezTo>
                  <a:cubicBezTo>
                    <a:pt x="273" y="130559"/>
                    <a:pt x="15487" y="136585"/>
                    <a:pt x="28874" y="136585"/>
                  </a:cubicBezTo>
                  <a:cubicBezTo>
                    <a:pt x="48956" y="136585"/>
                    <a:pt x="59910" y="115492"/>
                    <a:pt x="60823" y="113684"/>
                  </a:cubicBezTo>
                  <a:cubicBezTo>
                    <a:pt x="64474" y="124833"/>
                    <a:pt x="75427" y="136585"/>
                    <a:pt x="93684" y="136585"/>
                  </a:cubicBezTo>
                  <a:cubicBezTo>
                    <a:pt x="125023" y="136585"/>
                    <a:pt x="142367" y="97714"/>
                    <a:pt x="142367" y="90181"/>
                  </a:cubicBezTo>
                  <a:cubicBezTo>
                    <a:pt x="142367" y="87168"/>
                    <a:pt x="139628" y="87168"/>
                    <a:pt x="138715" y="87168"/>
                  </a:cubicBezTo>
                  <a:cubicBezTo>
                    <a:pt x="135977" y="87168"/>
                    <a:pt x="135368" y="88373"/>
                    <a:pt x="134760" y="90482"/>
                  </a:cubicBezTo>
                  <a:cubicBezTo>
                    <a:pt x="124719" y="122724"/>
                    <a:pt x="104029" y="129956"/>
                    <a:pt x="94292" y="129956"/>
                  </a:cubicBezTo>
                  <a:cubicBezTo>
                    <a:pt x="82426" y="129956"/>
                    <a:pt x="77557" y="120314"/>
                    <a:pt x="77557" y="110068"/>
                  </a:cubicBezTo>
                  <a:cubicBezTo>
                    <a:pt x="77557" y="103439"/>
                    <a:pt x="79383" y="96810"/>
                    <a:pt x="82730" y="83552"/>
                  </a:cubicBezTo>
                  <a:lnTo>
                    <a:pt x="93075" y="42270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3B924BB8-6D53-8E41-B502-257B61EE6E8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5650017" y="4130319"/>
              <a:ext cx="64535" cy="141954"/>
            </a:xfrm>
            <a:custGeom>
              <a:avLst/>
              <a:gdLst>
                <a:gd name="csX0" fmla="*/ 59276 w 64535"/>
                <a:gd name="csY0" fmla="*/ 8101 h 141954"/>
                <a:gd name="csX1" fmla="*/ 50757 w 64535"/>
                <a:gd name="csY1" fmla="*/ 86 h 141954"/>
                <a:gd name="csX2" fmla="*/ 38830 w 64535"/>
                <a:gd name="csY2" fmla="*/ 11687 h 141954"/>
                <a:gd name="csX3" fmla="*/ 47349 w 64535"/>
                <a:gd name="csY3" fmla="*/ 19702 h 141954"/>
                <a:gd name="csX4" fmla="*/ 59276 w 64535"/>
                <a:gd name="csY4" fmla="*/ 8101 h 141954"/>
                <a:gd name="csX5" fmla="*/ 15827 w 64535"/>
                <a:gd name="csY5" fmla="*/ 115253 h 141954"/>
                <a:gd name="csX6" fmla="*/ 13910 w 64535"/>
                <a:gd name="csY6" fmla="*/ 124112 h 141954"/>
                <a:gd name="csX7" fmla="*/ 34144 w 64535"/>
                <a:gd name="csY7" fmla="*/ 142041 h 141954"/>
                <a:gd name="csX8" fmla="*/ 64814 w 64535"/>
                <a:gd name="csY8" fmla="*/ 109769 h 141954"/>
                <a:gd name="csX9" fmla="*/ 61406 w 64535"/>
                <a:gd name="csY9" fmla="*/ 107027 h 141954"/>
                <a:gd name="csX10" fmla="*/ 57360 w 64535"/>
                <a:gd name="csY10" fmla="*/ 110612 h 141954"/>
                <a:gd name="csX11" fmla="*/ 34783 w 64535"/>
                <a:gd name="csY11" fmla="*/ 136135 h 141954"/>
                <a:gd name="csX12" fmla="*/ 29458 w 64535"/>
                <a:gd name="csY12" fmla="*/ 128752 h 141954"/>
                <a:gd name="csX13" fmla="*/ 32866 w 64535"/>
                <a:gd name="csY13" fmla="*/ 115253 h 141954"/>
                <a:gd name="csX14" fmla="*/ 39682 w 64535"/>
                <a:gd name="csY14" fmla="*/ 98379 h 141954"/>
                <a:gd name="csX15" fmla="*/ 50118 w 64535"/>
                <a:gd name="csY15" fmla="*/ 71591 h 141954"/>
                <a:gd name="csX16" fmla="*/ 51396 w 64535"/>
                <a:gd name="csY16" fmla="*/ 64841 h 141954"/>
                <a:gd name="csX17" fmla="*/ 31162 w 64535"/>
                <a:gd name="csY17" fmla="*/ 46912 h 141954"/>
                <a:gd name="csX18" fmla="*/ 279 w 64535"/>
                <a:gd name="csY18" fmla="*/ 79184 h 141954"/>
                <a:gd name="csX19" fmla="*/ 3900 w 64535"/>
                <a:gd name="csY19" fmla="*/ 81926 h 141954"/>
                <a:gd name="csX20" fmla="*/ 7733 w 64535"/>
                <a:gd name="csY20" fmla="*/ 78551 h 141954"/>
                <a:gd name="csX21" fmla="*/ 30523 w 64535"/>
                <a:gd name="csY21" fmla="*/ 52818 h 141954"/>
                <a:gd name="csX22" fmla="*/ 35848 w 64535"/>
                <a:gd name="csY22" fmla="*/ 60201 h 141954"/>
                <a:gd name="csX23" fmla="*/ 29245 w 64535"/>
                <a:gd name="csY23" fmla="*/ 81293 h 141954"/>
                <a:gd name="csX24" fmla="*/ 15827 w 64535"/>
                <a:gd name="csY24" fmla="*/ 115253 h 141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35" h="141954">
                  <a:moveTo>
                    <a:pt x="59276" y="8101"/>
                  </a:moveTo>
                  <a:cubicBezTo>
                    <a:pt x="59276" y="4727"/>
                    <a:pt x="56721" y="86"/>
                    <a:pt x="50757" y="86"/>
                  </a:cubicBezTo>
                  <a:cubicBezTo>
                    <a:pt x="45006" y="86"/>
                    <a:pt x="38830" y="5570"/>
                    <a:pt x="38830" y="11687"/>
                  </a:cubicBezTo>
                  <a:cubicBezTo>
                    <a:pt x="38830" y="15273"/>
                    <a:pt x="41598" y="19702"/>
                    <a:pt x="47349" y="19702"/>
                  </a:cubicBezTo>
                  <a:cubicBezTo>
                    <a:pt x="53526" y="19702"/>
                    <a:pt x="59276" y="13796"/>
                    <a:pt x="59276" y="8101"/>
                  </a:cubicBezTo>
                  <a:close/>
                  <a:moveTo>
                    <a:pt x="15827" y="115253"/>
                  </a:moveTo>
                  <a:cubicBezTo>
                    <a:pt x="14975" y="117995"/>
                    <a:pt x="13910" y="120526"/>
                    <a:pt x="13910" y="124112"/>
                  </a:cubicBezTo>
                  <a:cubicBezTo>
                    <a:pt x="13910" y="134025"/>
                    <a:pt x="22430" y="142041"/>
                    <a:pt x="34144" y="142041"/>
                  </a:cubicBezTo>
                  <a:cubicBezTo>
                    <a:pt x="55443" y="142041"/>
                    <a:pt x="64814" y="112933"/>
                    <a:pt x="64814" y="109769"/>
                  </a:cubicBezTo>
                  <a:cubicBezTo>
                    <a:pt x="64814" y="107027"/>
                    <a:pt x="62045" y="107027"/>
                    <a:pt x="61406" y="107027"/>
                  </a:cubicBezTo>
                  <a:cubicBezTo>
                    <a:pt x="58425" y="107027"/>
                    <a:pt x="58212" y="108292"/>
                    <a:pt x="57360" y="110612"/>
                  </a:cubicBezTo>
                  <a:cubicBezTo>
                    <a:pt x="52461" y="127487"/>
                    <a:pt x="43089" y="136135"/>
                    <a:pt x="34783" y="136135"/>
                  </a:cubicBezTo>
                  <a:cubicBezTo>
                    <a:pt x="30523" y="136135"/>
                    <a:pt x="29458" y="133393"/>
                    <a:pt x="29458" y="128752"/>
                  </a:cubicBezTo>
                  <a:cubicBezTo>
                    <a:pt x="29458" y="123901"/>
                    <a:pt x="30949" y="119893"/>
                    <a:pt x="32866" y="115253"/>
                  </a:cubicBezTo>
                  <a:cubicBezTo>
                    <a:pt x="34996" y="109558"/>
                    <a:pt x="37339" y="103863"/>
                    <a:pt x="39682" y="98379"/>
                  </a:cubicBezTo>
                  <a:cubicBezTo>
                    <a:pt x="41598" y="93316"/>
                    <a:pt x="49266" y="74122"/>
                    <a:pt x="50118" y="71591"/>
                  </a:cubicBezTo>
                  <a:cubicBezTo>
                    <a:pt x="50757" y="69481"/>
                    <a:pt x="51396" y="66950"/>
                    <a:pt x="51396" y="64841"/>
                  </a:cubicBezTo>
                  <a:cubicBezTo>
                    <a:pt x="51396" y="54927"/>
                    <a:pt x="42876" y="46912"/>
                    <a:pt x="31162" y="46912"/>
                  </a:cubicBezTo>
                  <a:cubicBezTo>
                    <a:pt x="10076" y="46912"/>
                    <a:pt x="279" y="75598"/>
                    <a:pt x="279" y="79184"/>
                  </a:cubicBezTo>
                  <a:cubicBezTo>
                    <a:pt x="279" y="81926"/>
                    <a:pt x="3261" y="81926"/>
                    <a:pt x="3900" y="81926"/>
                  </a:cubicBezTo>
                  <a:cubicBezTo>
                    <a:pt x="6881" y="81926"/>
                    <a:pt x="7094" y="80872"/>
                    <a:pt x="7733" y="78551"/>
                  </a:cubicBezTo>
                  <a:cubicBezTo>
                    <a:pt x="13271" y="60412"/>
                    <a:pt x="22643" y="52818"/>
                    <a:pt x="30523" y="52818"/>
                  </a:cubicBezTo>
                  <a:cubicBezTo>
                    <a:pt x="33931" y="52818"/>
                    <a:pt x="35848" y="54506"/>
                    <a:pt x="35848" y="60201"/>
                  </a:cubicBezTo>
                  <a:cubicBezTo>
                    <a:pt x="35848" y="65052"/>
                    <a:pt x="34570" y="68216"/>
                    <a:pt x="29245" y="81293"/>
                  </a:cubicBezTo>
                  <a:lnTo>
                    <a:pt x="15827" y="11525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A1867CBB-F1C2-37D2-E0D3-88BD4ADA45E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5749095" y="4212159"/>
              <a:ext cx="143979" cy="10335"/>
            </a:xfrm>
            <a:custGeom>
              <a:avLst/>
              <a:gdLst>
                <a:gd name="csX0" fmla="*/ 135742 w 143979"/>
                <a:gd name="csY0" fmla="*/ 10422 h 10335"/>
                <a:gd name="csX1" fmla="*/ 144262 w 143979"/>
                <a:gd name="csY1" fmla="*/ 5359 h 10335"/>
                <a:gd name="csX2" fmla="*/ 135742 w 143979"/>
                <a:gd name="csY2" fmla="*/ 86 h 10335"/>
                <a:gd name="csX3" fmla="*/ 8801 w 143979"/>
                <a:gd name="csY3" fmla="*/ 86 h 10335"/>
                <a:gd name="csX4" fmla="*/ 282 w 143979"/>
                <a:gd name="csY4" fmla="*/ 5148 h 10335"/>
                <a:gd name="csX5" fmla="*/ 8801 w 143979"/>
                <a:gd name="csY5" fmla="*/ 10422 h 10335"/>
                <a:gd name="csX6" fmla="*/ 135742 w 143979"/>
                <a:gd name="csY6" fmla="*/ 10422 h 10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979" h="10335">
                  <a:moveTo>
                    <a:pt x="135742" y="10422"/>
                  </a:moveTo>
                  <a:cubicBezTo>
                    <a:pt x="139150" y="10422"/>
                    <a:pt x="144262" y="10422"/>
                    <a:pt x="144262" y="5359"/>
                  </a:cubicBezTo>
                  <a:cubicBezTo>
                    <a:pt x="144262" y="86"/>
                    <a:pt x="139363" y="86"/>
                    <a:pt x="135742" y="86"/>
                  </a:cubicBezTo>
                  <a:lnTo>
                    <a:pt x="8801" y="86"/>
                  </a:lnTo>
                  <a:cubicBezTo>
                    <a:pt x="5393" y="86"/>
                    <a:pt x="282" y="86"/>
                    <a:pt x="282" y="5148"/>
                  </a:cubicBezTo>
                  <a:cubicBezTo>
                    <a:pt x="282" y="10422"/>
                    <a:pt x="5180" y="10422"/>
                    <a:pt x="8801" y="10422"/>
                  </a:cubicBezTo>
                  <a:lnTo>
                    <a:pt x="135742" y="1042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0A5F8A3D-50E3-40B0-4DD4-4F4C812CD70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5939477" y="4130108"/>
              <a:ext cx="77527" cy="140056"/>
            </a:xfrm>
            <a:custGeom>
              <a:avLst/>
              <a:gdLst>
                <a:gd name="csX0" fmla="*/ 48423 w 77527"/>
                <a:gd name="csY0" fmla="*/ 5992 h 140056"/>
                <a:gd name="csX1" fmla="*/ 42034 w 77527"/>
                <a:gd name="csY1" fmla="*/ 86 h 140056"/>
                <a:gd name="csX2" fmla="*/ 288 w 77527"/>
                <a:gd name="csY2" fmla="*/ 13586 h 140056"/>
                <a:gd name="csX3" fmla="*/ 288 w 77527"/>
                <a:gd name="csY3" fmla="*/ 21179 h 140056"/>
                <a:gd name="csX4" fmla="*/ 31171 w 77527"/>
                <a:gd name="csY4" fmla="*/ 15273 h 140056"/>
                <a:gd name="csX5" fmla="*/ 31171 w 77527"/>
                <a:gd name="csY5" fmla="*/ 122846 h 140056"/>
                <a:gd name="csX6" fmla="*/ 9872 w 77527"/>
                <a:gd name="csY6" fmla="*/ 132549 h 140056"/>
                <a:gd name="csX7" fmla="*/ 1779 w 77527"/>
                <a:gd name="csY7" fmla="*/ 132549 h 140056"/>
                <a:gd name="csX8" fmla="*/ 1779 w 77527"/>
                <a:gd name="csY8" fmla="*/ 140142 h 140056"/>
                <a:gd name="csX9" fmla="*/ 39691 w 77527"/>
                <a:gd name="csY9" fmla="*/ 139299 h 140056"/>
                <a:gd name="csX10" fmla="*/ 77816 w 77527"/>
                <a:gd name="csY10" fmla="*/ 140142 h 140056"/>
                <a:gd name="csX11" fmla="*/ 77816 w 77527"/>
                <a:gd name="csY11" fmla="*/ 132549 h 140056"/>
                <a:gd name="csX12" fmla="*/ 69722 w 77527"/>
                <a:gd name="csY12" fmla="*/ 132549 h 140056"/>
                <a:gd name="csX13" fmla="*/ 48423 w 77527"/>
                <a:gd name="csY13" fmla="*/ 122846 h 140056"/>
                <a:gd name="csX14" fmla="*/ 48423 w 77527"/>
                <a:gd name="csY14" fmla="*/ 5992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27" h="140056">
                  <a:moveTo>
                    <a:pt x="48423" y="5992"/>
                  </a:moveTo>
                  <a:cubicBezTo>
                    <a:pt x="48423" y="297"/>
                    <a:pt x="47997" y="86"/>
                    <a:pt x="42034" y="86"/>
                  </a:cubicBezTo>
                  <a:cubicBezTo>
                    <a:pt x="28402" y="13375"/>
                    <a:pt x="9020" y="13586"/>
                    <a:pt x="288" y="13586"/>
                  </a:cubicBezTo>
                  <a:lnTo>
                    <a:pt x="288" y="21179"/>
                  </a:lnTo>
                  <a:cubicBezTo>
                    <a:pt x="5400" y="21179"/>
                    <a:pt x="19457" y="21179"/>
                    <a:pt x="31171" y="15273"/>
                  </a:cubicBezTo>
                  <a:lnTo>
                    <a:pt x="31171" y="122846"/>
                  </a:lnTo>
                  <a:cubicBezTo>
                    <a:pt x="31171" y="129807"/>
                    <a:pt x="31171" y="132549"/>
                    <a:pt x="9872" y="132549"/>
                  </a:cubicBezTo>
                  <a:lnTo>
                    <a:pt x="1779" y="132549"/>
                  </a:lnTo>
                  <a:lnTo>
                    <a:pt x="1779" y="140142"/>
                  </a:lnTo>
                  <a:cubicBezTo>
                    <a:pt x="5613" y="139931"/>
                    <a:pt x="31810" y="139299"/>
                    <a:pt x="39691" y="139299"/>
                  </a:cubicBezTo>
                  <a:cubicBezTo>
                    <a:pt x="46293" y="139299"/>
                    <a:pt x="73130" y="139931"/>
                    <a:pt x="77816" y="140142"/>
                  </a:cubicBezTo>
                  <a:lnTo>
                    <a:pt x="77816" y="132549"/>
                  </a:lnTo>
                  <a:lnTo>
                    <a:pt x="69722" y="132549"/>
                  </a:lnTo>
                  <a:cubicBezTo>
                    <a:pt x="48423" y="132549"/>
                    <a:pt x="48423" y="129807"/>
                    <a:pt x="48423" y="122846"/>
                  </a:cubicBezTo>
                  <a:lnTo>
                    <a:pt x="48423" y="599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9539BB1A-E249-03B0-9F50-152BDA0412D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6070103" y="3998971"/>
              <a:ext cx="70590" cy="301325"/>
            </a:xfrm>
            <a:custGeom>
              <a:avLst/>
              <a:gdLst>
                <a:gd name="csX0" fmla="*/ 70883 w 70590"/>
                <a:gd name="csY0" fmla="*/ 150747 h 301325"/>
                <a:gd name="csX1" fmla="*/ 50801 w 70590"/>
                <a:gd name="csY1" fmla="*/ 56734 h 301325"/>
                <a:gd name="csX2" fmla="*/ 3335 w 70590"/>
                <a:gd name="csY2" fmla="*/ 85 h 301325"/>
                <a:gd name="csX3" fmla="*/ 292 w 70590"/>
                <a:gd name="csY3" fmla="*/ 3098 h 301325"/>
                <a:gd name="csX4" fmla="*/ 6073 w 70590"/>
                <a:gd name="csY4" fmla="*/ 10028 h 301325"/>
                <a:gd name="csX5" fmla="*/ 53235 w 70590"/>
                <a:gd name="csY5" fmla="*/ 150747 h 301325"/>
                <a:gd name="csX6" fmla="*/ 4248 w 70590"/>
                <a:gd name="csY6" fmla="*/ 293274 h 301325"/>
                <a:gd name="csX7" fmla="*/ 292 w 70590"/>
                <a:gd name="csY7" fmla="*/ 298397 h 301325"/>
                <a:gd name="csX8" fmla="*/ 3335 w 70590"/>
                <a:gd name="csY8" fmla="*/ 301410 h 301325"/>
                <a:gd name="csX9" fmla="*/ 51714 w 70590"/>
                <a:gd name="csY9" fmla="*/ 242652 h 301325"/>
                <a:gd name="csX10" fmla="*/ 70883 w 70590"/>
                <a:gd name="csY10" fmla="*/ 150747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90" h="301325">
                  <a:moveTo>
                    <a:pt x="70883" y="150747"/>
                  </a:moveTo>
                  <a:cubicBezTo>
                    <a:pt x="70883" y="127244"/>
                    <a:pt x="67536" y="90784"/>
                    <a:pt x="50801" y="56734"/>
                  </a:cubicBezTo>
                  <a:cubicBezTo>
                    <a:pt x="32545" y="19671"/>
                    <a:pt x="6378" y="85"/>
                    <a:pt x="3335" y="85"/>
                  </a:cubicBezTo>
                  <a:cubicBezTo>
                    <a:pt x="1509" y="85"/>
                    <a:pt x="292" y="1290"/>
                    <a:pt x="292" y="3098"/>
                  </a:cubicBezTo>
                  <a:cubicBezTo>
                    <a:pt x="292" y="4002"/>
                    <a:pt x="292" y="4605"/>
                    <a:pt x="6073" y="10028"/>
                  </a:cubicBezTo>
                  <a:cubicBezTo>
                    <a:pt x="35892" y="39860"/>
                    <a:pt x="53235" y="87770"/>
                    <a:pt x="53235" y="150747"/>
                  </a:cubicBezTo>
                  <a:cubicBezTo>
                    <a:pt x="53235" y="202274"/>
                    <a:pt x="41977" y="255307"/>
                    <a:pt x="4248" y="293274"/>
                  </a:cubicBezTo>
                  <a:cubicBezTo>
                    <a:pt x="292" y="296890"/>
                    <a:pt x="292" y="297493"/>
                    <a:pt x="292" y="298397"/>
                  </a:cubicBezTo>
                  <a:cubicBezTo>
                    <a:pt x="292" y="300205"/>
                    <a:pt x="1509" y="301410"/>
                    <a:pt x="3335" y="301410"/>
                  </a:cubicBezTo>
                  <a:cubicBezTo>
                    <a:pt x="6378" y="301410"/>
                    <a:pt x="33762" y="280920"/>
                    <a:pt x="51714" y="242652"/>
                  </a:cubicBezTo>
                  <a:cubicBezTo>
                    <a:pt x="67231" y="209506"/>
                    <a:pt x="70883" y="176059"/>
                    <a:pt x="70883" y="150747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DF9A0A1D-31E2-07EF-D160-1F5CC81ACC06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365548" y="4961110"/>
              <a:ext cx="202338" cy="70510"/>
            </a:xfrm>
            <a:custGeom>
              <a:avLst/>
              <a:gdLst>
                <a:gd name="csX0" fmla="*/ 192165 w 202338"/>
                <a:gd name="csY0" fmla="*/ 12166 h 70510"/>
                <a:gd name="csX1" fmla="*/ 202510 w 202338"/>
                <a:gd name="csY1" fmla="*/ 6139 h 70510"/>
                <a:gd name="csX2" fmla="*/ 192469 w 202338"/>
                <a:gd name="csY2" fmla="*/ 113 h 70510"/>
                <a:gd name="csX3" fmla="*/ 10212 w 202338"/>
                <a:gd name="csY3" fmla="*/ 113 h 70510"/>
                <a:gd name="csX4" fmla="*/ 171 w 202338"/>
                <a:gd name="csY4" fmla="*/ 6139 h 70510"/>
                <a:gd name="csX5" fmla="*/ 10516 w 202338"/>
                <a:gd name="csY5" fmla="*/ 12166 h 70510"/>
                <a:gd name="csX6" fmla="*/ 192165 w 202338"/>
                <a:gd name="csY6" fmla="*/ 12166 h 70510"/>
                <a:gd name="csX7" fmla="*/ 192469 w 202338"/>
                <a:gd name="csY7" fmla="*/ 70623 h 70510"/>
                <a:gd name="csX8" fmla="*/ 202510 w 202338"/>
                <a:gd name="csY8" fmla="*/ 64596 h 70510"/>
                <a:gd name="csX9" fmla="*/ 192165 w 202338"/>
                <a:gd name="csY9" fmla="*/ 58570 h 70510"/>
                <a:gd name="csX10" fmla="*/ 10516 w 202338"/>
                <a:gd name="csY10" fmla="*/ 58570 h 70510"/>
                <a:gd name="csX11" fmla="*/ 171 w 202338"/>
                <a:gd name="csY11" fmla="*/ 64596 h 70510"/>
                <a:gd name="csX12" fmla="*/ 10212 w 202338"/>
                <a:gd name="csY12" fmla="*/ 70623 h 70510"/>
                <a:gd name="csX13" fmla="*/ 192469 w 202338"/>
                <a:gd name="csY13" fmla="*/ 70623 h 7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338" h="70510">
                  <a:moveTo>
                    <a:pt x="192165" y="12166"/>
                  </a:moveTo>
                  <a:cubicBezTo>
                    <a:pt x="196729" y="12166"/>
                    <a:pt x="202510" y="12166"/>
                    <a:pt x="202510" y="6139"/>
                  </a:cubicBezTo>
                  <a:cubicBezTo>
                    <a:pt x="202510" y="113"/>
                    <a:pt x="196729" y="113"/>
                    <a:pt x="192469" y="113"/>
                  </a:cubicBezTo>
                  <a:lnTo>
                    <a:pt x="10212" y="113"/>
                  </a:lnTo>
                  <a:cubicBezTo>
                    <a:pt x="5952" y="113"/>
                    <a:pt x="171" y="113"/>
                    <a:pt x="171" y="6139"/>
                  </a:cubicBezTo>
                  <a:cubicBezTo>
                    <a:pt x="171" y="12166"/>
                    <a:pt x="5952" y="12166"/>
                    <a:pt x="10516" y="12166"/>
                  </a:cubicBezTo>
                  <a:lnTo>
                    <a:pt x="192165" y="12166"/>
                  </a:lnTo>
                  <a:close/>
                  <a:moveTo>
                    <a:pt x="192469" y="70623"/>
                  </a:moveTo>
                  <a:cubicBezTo>
                    <a:pt x="196729" y="70623"/>
                    <a:pt x="202510" y="70623"/>
                    <a:pt x="202510" y="64596"/>
                  </a:cubicBezTo>
                  <a:cubicBezTo>
                    <a:pt x="202510" y="58570"/>
                    <a:pt x="196729" y="58570"/>
                    <a:pt x="192165" y="58570"/>
                  </a:cubicBezTo>
                  <a:lnTo>
                    <a:pt x="10516" y="58570"/>
                  </a:lnTo>
                  <a:cubicBezTo>
                    <a:pt x="5952" y="58570"/>
                    <a:pt x="171" y="58570"/>
                    <a:pt x="171" y="64596"/>
                  </a:cubicBezTo>
                  <a:cubicBezTo>
                    <a:pt x="171" y="70623"/>
                    <a:pt x="5952" y="70623"/>
                    <a:pt x="10212" y="70623"/>
                  </a:cubicBezTo>
                  <a:lnTo>
                    <a:pt x="192469" y="7062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CF29DC2F-0807-8113-27A7-A6B58A4CE36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2599464" y="4922540"/>
              <a:ext cx="117751" cy="151868"/>
            </a:xfrm>
            <a:custGeom>
              <a:avLst/>
              <a:gdLst>
                <a:gd name="csX0" fmla="*/ 58903 w 117751"/>
                <a:gd name="csY0" fmla="*/ 151981 h 151868"/>
                <a:gd name="csX1" fmla="*/ 101805 w 117751"/>
                <a:gd name="csY1" fmla="*/ 140530 h 151868"/>
                <a:gd name="csX2" fmla="*/ 117931 w 117751"/>
                <a:gd name="csY2" fmla="*/ 108590 h 151868"/>
                <a:gd name="csX3" fmla="*/ 107890 w 117751"/>
                <a:gd name="csY3" fmla="*/ 83881 h 151868"/>
                <a:gd name="csX4" fmla="*/ 78376 w 117751"/>
                <a:gd name="csY4" fmla="*/ 70321 h 151868"/>
                <a:gd name="csX5" fmla="*/ 50687 w 117751"/>
                <a:gd name="csY5" fmla="*/ 64596 h 151868"/>
                <a:gd name="csX6" fmla="*/ 28172 w 117751"/>
                <a:gd name="csY6" fmla="*/ 42901 h 151868"/>
                <a:gd name="csX7" fmla="*/ 36995 w 117751"/>
                <a:gd name="csY7" fmla="*/ 25424 h 151868"/>
                <a:gd name="csX8" fmla="*/ 62858 w 117751"/>
                <a:gd name="csY8" fmla="*/ 18795 h 151868"/>
                <a:gd name="csX9" fmla="*/ 81419 w 117751"/>
                <a:gd name="csY9" fmla="*/ 21808 h 151868"/>
                <a:gd name="csX10" fmla="*/ 99979 w 117751"/>
                <a:gd name="csY10" fmla="*/ 30547 h 151868"/>
                <a:gd name="csX11" fmla="*/ 109716 w 117751"/>
                <a:gd name="csY11" fmla="*/ 31451 h 151868"/>
                <a:gd name="csX12" fmla="*/ 114584 w 117751"/>
                <a:gd name="csY12" fmla="*/ 23315 h 151868"/>
                <a:gd name="csX13" fmla="*/ 110020 w 117751"/>
                <a:gd name="csY13" fmla="*/ 14576 h 151868"/>
                <a:gd name="csX14" fmla="*/ 88112 w 117751"/>
                <a:gd name="csY14" fmla="*/ 3729 h 151868"/>
                <a:gd name="csX15" fmla="*/ 62858 w 117751"/>
                <a:gd name="csY15" fmla="*/ 113 h 151868"/>
                <a:gd name="csX16" fmla="*/ 20869 w 117751"/>
                <a:gd name="csY16" fmla="*/ 12166 h 151868"/>
                <a:gd name="csX17" fmla="*/ 5047 w 117751"/>
                <a:gd name="csY17" fmla="*/ 44106 h 151868"/>
                <a:gd name="csX18" fmla="*/ 42776 w 117751"/>
                <a:gd name="csY18" fmla="*/ 82676 h 151868"/>
                <a:gd name="csX19" fmla="*/ 70465 w 117751"/>
                <a:gd name="csY19" fmla="*/ 88702 h 151868"/>
                <a:gd name="csX20" fmla="*/ 88721 w 117751"/>
                <a:gd name="csY20" fmla="*/ 96537 h 151868"/>
                <a:gd name="csX21" fmla="*/ 94502 w 117751"/>
                <a:gd name="csY21" fmla="*/ 109795 h 151868"/>
                <a:gd name="csX22" fmla="*/ 85678 w 117751"/>
                <a:gd name="csY22" fmla="*/ 126971 h 151868"/>
                <a:gd name="csX23" fmla="*/ 59511 w 117751"/>
                <a:gd name="csY23" fmla="*/ 133299 h 151868"/>
                <a:gd name="csX24" fmla="*/ 37300 w 117751"/>
                <a:gd name="csY24" fmla="*/ 130587 h 151868"/>
                <a:gd name="csX25" fmla="*/ 14479 w 117751"/>
                <a:gd name="csY25" fmla="*/ 120342 h 151868"/>
                <a:gd name="csX26" fmla="*/ 4439 w 117751"/>
                <a:gd name="csY26" fmla="*/ 120342 h 151868"/>
                <a:gd name="csX27" fmla="*/ 179 w 117751"/>
                <a:gd name="csY27" fmla="*/ 128779 h 151868"/>
                <a:gd name="csX28" fmla="*/ 5656 w 117751"/>
                <a:gd name="csY28" fmla="*/ 137216 h 151868"/>
                <a:gd name="csX29" fmla="*/ 31214 w 117751"/>
                <a:gd name="csY29" fmla="*/ 148666 h 151868"/>
                <a:gd name="csX30" fmla="*/ 58903 w 117751"/>
                <a:gd name="csY30" fmla="*/ 151981 h 1518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7751" h="151868">
                  <a:moveTo>
                    <a:pt x="58903" y="151981"/>
                  </a:moveTo>
                  <a:cubicBezTo>
                    <a:pt x="76550" y="151981"/>
                    <a:pt x="90851" y="148365"/>
                    <a:pt x="101805" y="140530"/>
                  </a:cubicBezTo>
                  <a:cubicBezTo>
                    <a:pt x="112454" y="132696"/>
                    <a:pt x="117931" y="122149"/>
                    <a:pt x="117931" y="108590"/>
                  </a:cubicBezTo>
                  <a:cubicBezTo>
                    <a:pt x="117931" y="98345"/>
                    <a:pt x="114584" y="89908"/>
                    <a:pt x="107890" y="83881"/>
                  </a:cubicBezTo>
                  <a:cubicBezTo>
                    <a:pt x="101196" y="77855"/>
                    <a:pt x="91155" y="73335"/>
                    <a:pt x="78376" y="70321"/>
                  </a:cubicBezTo>
                  <a:lnTo>
                    <a:pt x="50687" y="64596"/>
                  </a:lnTo>
                  <a:cubicBezTo>
                    <a:pt x="35474" y="61583"/>
                    <a:pt x="28172" y="54351"/>
                    <a:pt x="28172" y="42901"/>
                  </a:cubicBezTo>
                  <a:cubicBezTo>
                    <a:pt x="28172" y="35669"/>
                    <a:pt x="30910" y="29944"/>
                    <a:pt x="36995" y="25424"/>
                  </a:cubicBezTo>
                  <a:cubicBezTo>
                    <a:pt x="42776" y="21205"/>
                    <a:pt x="51296" y="18795"/>
                    <a:pt x="62858" y="18795"/>
                  </a:cubicBezTo>
                  <a:cubicBezTo>
                    <a:pt x="68944" y="18795"/>
                    <a:pt x="75029" y="20000"/>
                    <a:pt x="81419" y="21808"/>
                  </a:cubicBezTo>
                  <a:cubicBezTo>
                    <a:pt x="87504" y="23616"/>
                    <a:pt x="93894" y="26629"/>
                    <a:pt x="99979" y="30547"/>
                  </a:cubicBezTo>
                  <a:cubicBezTo>
                    <a:pt x="103630" y="32957"/>
                    <a:pt x="106977" y="33258"/>
                    <a:pt x="109716" y="31451"/>
                  </a:cubicBezTo>
                  <a:cubicBezTo>
                    <a:pt x="112454" y="29643"/>
                    <a:pt x="113975" y="26931"/>
                    <a:pt x="114584" y="23315"/>
                  </a:cubicBezTo>
                  <a:cubicBezTo>
                    <a:pt x="114888" y="20000"/>
                    <a:pt x="113367" y="16987"/>
                    <a:pt x="110020" y="14576"/>
                  </a:cubicBezTo>
                  <a:cubicBezTo>
                    <a:pt x="103326" y="9755"/>
                    <a:pt x="96023" y="6139"/>
                    <a:pt x="88112" y="3729"/>
                  </a:cubicBezTo>
                  <a:cubicBezTo>
                    <a:pt x="79897" y="1318"/>
                    <a:pt x="71378" y="113"/>
                    <a:pt x="62858" y="113"/>
                  </a:cubicBezTo>
                  <a:cubicBezTo>
                    <a:pt x="45515" y="113"/>
                    <a:pt x="31518" y="4331"/>
                    <a:pt x="20869" y="12166"/>
                  </a:cubicBezTo>
                  <a:cubicBezTo>
                    <a:pt x="10220" y="20301"/>
                    <a:pt x="5047" y="30848"/>
                    <a:pt x="5047" y="44106"/>
                  </a:cubicBezTo>
                  <a:cubicBezTo>
                    <a:pt x="5047" y="64596"/>
                    <a:pt x="17522" y="77252"/>
                    <a:pt x="42776" y="82676"/>
                  </a:cubicBezTo>
                  <a:lnTo>
                    <a:pt x="70465" y="88702"/>
                  </a:lnTo>
                  <a:cubicBezTo>
                    <a:pt x="78680" y="90510"/>
                    <a:pt x="84765" y="93222"/>
                    <a:pt x="88721" y="96537"/>
                  </a:cubicBezTo>
                  <a:cubicBezTo>
                    <a:pt x="92372" y="99851"/>
                    <a:pt x="94502" y="104371"/>
                    <a:pt x="94502" y="109795"/>
                  </a:cubicBezTo>
                  <a:cubicBezTo>
                    <a:pt x="94502" y="117027"/>
                    <a:pt x="91459" y="122752"/>
                    <a:pt x="85678" y="126971"/>
                  </a:cubicBezTo>
                  <a:cubicBezTo>
                    <a:pt x="79593" y="131189"/>
                    <a:pt x="71073" y="133299"/>
                    <a:pt x="59511" y="133299"/>
                  </a:cubicBezTo>
                  <a:cubicBezTo>
                    <a:pt x="52209" y="133299"/>
                    <a:pt x="44602" y="132395"/>
                    <a:pt x="37300" y="130587"/>
                  </a:cubicBezTo>
                  <a:cubicBezTo>
                    <a:pt x="29997" y="128779"/>
                    <a:pt x="22390" y="125163"/>
                    <a:pt x="14479" y="120342"/>
                  </a:cubicBezTo>
                  <a:cubicBezTo>
                    <a:pt x="10220" y="118534"/>
                    <a:pt x="6873" y="118534"/>
                    <a:pt x="4439" y="120342"/>
                  </a:cubicBezTo>
                  <a:cubicBezTo>
                    <a:pt x="1700" y="122451"/>
                    <a:pt x="179" y="125163"/>
                    <a:pt x="179" y="128779"/>
                  </a:cubicBezTo>
                  <a:cubicBezTo>
                    <a:pt x="179" y="132395"/>
                    <a:pt x="2004" y="135106"/>
                    <a:pt x="5656" y="137216"/>
                  </a:cubicBezTo>
                  <a:cubicBezTo>
                    <a:pt x="13567" y="142640"/>
                    <a:pt x="22086" y="146256"/>
                    <a:pt x="31214" y="148666"/>
                  </a:cubicBezTo>
                  <a:cubicBezTo>
                    <a:pt x="40342" y="151077"/>
                    <a:pt x="49775" y="151981"/>
                    <a:pt x="58903" y="151981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4998115B-BD84-A858-82BE-0B2D0456062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2745513" y="4922540"/>
              <a:ext cx="141180" cy="151868"/>
            </a:xfrm>
            <a:custGeom>
              <a:avLst/>
              <a:gdLst>
                <a:gd name="csX0" fmla="*/ 70774 w 141180"/>
                <a:gd name="csY0" fmla="*/ 151981 h 151868"/>
                <a:gd name="csX1" fmla="*/ 107895 w 141180"/>
                <a:gd name="csY1" fmla="*/ 142640 h 151868"/>
                <a:gd name="csX2" fmla="*/ 132540 w 141180"/>
                <a:gd name="csY2" fmla="*/ 116424 h 151868"/>
                <a:gd name="csX3" fmla="*/ 141364 w 141180"/>
                <a:gd name="csY3" fmla="*/ 76047 h 151868"/>
                <a:gd name="csX4" fmla="*/ 132540 w 141180"/>
                <a:gd name="csY4" fmla="*/ 35970 h 151868"/>
                <a:gd name="csX5" fmla="*/ 107895 w 141180"/>
                <a:gd name="csY5" fmla="*/ 9454 h 151868"/>
                <a:gd name="csX6" fmla="*/ 70774 w 141180"/>
                <a:gd name="csY6" fmla="*/ 113 h 151868"/>
                <a:gd name="csX7" fmla="*/ 33349 w 141180"/>
                <a:gd name="csY7" fmla="*/ 9454 h 151868"/>
                <a:gd name="csX8" fmla="*/ 8703 w 141180"/>
                <a:gd name="csY8" fmla="*/ 35970 h 151868"/>
                <a:gd name="csX9" fmla="*/ 184 w 141180"/>
                <a:gd name="csY9" fmla="*/ 76047 h 151868"/>
                <a:gd name="csX10" fmla="*/ 8703 w 141180"/>
                <a:gd name="csY10" fmla="*/ 116424 h 151868"/>
                <a:gd name="csX11" fmla="*/ 33349 w 141180"/>
                <a:gd name="csY11" fmla="*/ 142640 h 151868"/>
                <a:gd name="csX12" fmla="*/ 70774 w 141180"/>
                <a:gd name="csY12" fmla="*/ 151981 h 151868"/>
                <a:gd name="csX13" fmla="*/ 70774 w 141180"/>
                <a:gd name="csY13" fmla="*/ 132395 h 151868"/>
                <a:gd name="csX14" fmla="*/ 37304 w 141180"/>
                <a:gd name="csY14" fmla="*/ 117931 h 151868"/>
                <a:gd name="csX15" fmla="*/ 25134 w 141180"/>
                <a:gd name="csY15" fmla="*/ 76047 h 151868"/>
                <a:gd name="csX16" fmla="*/ 37304 w 141180"/>
                <a:gd name="csY16" fmla="*/ 34162 h 151868"/>
                <a:gd name="csX17" fmla="*/ 70774 w 141180"/>
                <a:gd name="csY17" fmla="*/ 19699 h 151868"/>
                <a:gd name="csX18" fmla="*/ 103939 w 141180"/>
                <a:gd name="csY18" fmla="*/ 34162 h 151868"/>
                <a:gd name="csX19" fmla="*/ 116414 w 141180"/>
                <a:gd name="csY19" fmla="*/ 76047 h 151868"/>
                <a:gd name="csX20" fmla="*/ 103939 w 141180"/>
                <a:gd name="csY20" fmla="*/ 117931 h 151868"/>
                <a:gd name="csX21" fmla="*/ 70774 w 141180"/>
                <a:gd name="csY21" fmla="*/ 132395 h 1518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1180" h="151868">
                  <a:moveTo>
                    <a:pt x="70774" y="151981"/>
                  </a:moveTo>
                  <a:cubicBezTo>
                    <a:pt x="84770" y="151981"/>
                    <a:pt x="97245" y="148967"/>
                    <a:pt x="107895" y="142640"/>
                  </a:cubicBezTo>
                  <a:cubicBezTo>
                    <a:pt x="118544" y="136613"/>
                    <a:pt x="126759" y="127875"/>
                    <a:pt x="132540" y="116424"/>
                  </a:cubicBezTo>
                  <a:cubicBezTo>
                    <a:pt x="138322" y="104974"/>
                    <a:pt x="141364" y="91716"/>
                    <a:pt x="141364" y="76047"/>
                  </a:cubicBezTo>
                  <a:cubicBezTo>
                    <a:pt x="141364" y="60679"/>
                    <a:pt x="138322" y="47421"/>
                    <a:pt x="132540" y="35970"/>
                  </a:cubicBezTo>
                  <a:cubicBezTo>
                    <a:pt x="126759" y="24520"/>
                    <a:pt x="118544" y="15782"/>
                    <a:pt x="107895" y="9454"/>
                  </a:cubicBezTo>
                  <a:cubicBezTo>
                    <a:pt x="97245" y="3427"/>
                    <a:pt x="84770" y="113"/>
                    <a:pt x="70774" y="113"/>
                  </a:cubicBezTo>
                  <a:cubicBezTo>
                    <a:pt x="56169" y="113"/>
                    <a:pt x="43694" y="3427"/>
                    <a:pt x="33349" y="9454"/>
                  </a:cubicBezTo>
                  <a:cubicBezTo>
                    <a:pt x="22699" y="15782"/>
                    <a:pt x="14484" y="24520"/>
                    <a:pt x="8703" y="35970"/>
                  </a:cubicBezTo>
                  <a:cubicBezTo>
                    <a:pt x="2922" y="47421"/>
                    <a:pt x="184" y="60679"/>
                    <a:pt x="184" y="76047"/>
                  </a:cubicBezTo>
                  <a:cubicBezTo>
                    <a:pt x="184" y="91716"/>
                    <a:pt x="2922" y="104974"/>
                    <a:pt x="8703" y="116424"/>
                  </a:cubicBezTo>
                  <a:cubicBezTo>
                    <a:pt x="14484" y="127875"/>
                    <a:pt x="22699" y="136613"/>
                    <a:pt x="33349" y="142640"/>
                  </a:cubicBezTo>
                  <a:cubicBezTo>
                    <a:pt x="43694" y="148967"/>
                    <a:pt x="56169" y="151981"/>
                    <a:pt x="70774" y="151981"/>
                  </a:cubicBezTo>
                  <a:close/>
                  <a:moveTo>
                    <a:pt x="70774" y="132395"/>
                  </a:moveTo>
                  <a:cubicBezTo>
                    <a:pt x="56778" y="132395"/>
                    <a:pt x="45520" y="127573"/>
                    <a:pt x="37304" y="117931"/>
                  </a:cubicBezTo>
                  <a:cubicBezTo>
                    <a:pt x="29089" y="108288"/>
                    <a:pt x="25134" y="94126"/>
                    <a:pt x="25134" y="76047"/>
                  </a:cubicBezTo>
                  <a:cubicBezTo>
                    <a:pt x="25134" y="57967"/>
                    <a:pt x="29089" y="43805"/>
                    <a:pt x="37304" y="34162"/>
                  </a:cubicBezTo>
                  <a:cubicBezTo>
                    <a:pt x="45520" y="24520"/>
                    <a:pt x="56778" y="19699"/>
                    <a:pt x="70774" y="19699"/>
                  </a:cubicBezTo>
                  <a:cubicBezTo>
                    <a:pt x="84466" y="19699"/>
                    <a:pt x="95420" y="24520"/>
                    <a:pt x="103939" y="34162"/>
                  </a:cubicBezTo>
                  <a:cubicBezTo>
                    <a:pt x="112154" y="43805"/>
                    <a:pt x="116414" y="57967"/>
                    <a:pt x="116414" y="76047"/>
                  </a:cubicBezTo>
                  <a:cubicBezTo>
                    <a:pt x="116414" y="94126"/>
                    <a:pt x="112154" y="108289"/>
                    <a:pt x="103939" y="117931"/>
                  </a:cubicBezTo>
                  <a:cubicBezTo>
                    <a:pt x="95420" y="127573"/>
                    <a:pt x="84466" y="132395"/>
                    <a:pt x="70774" y="132395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A1434DB2-0D8E-B352-A34D-7B30425E9BB8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2900081" y="4858056"/>
              <a:ext cx="104972" cy="215748"/>
            </a:xfrm>
            <a:custGeom>
              <a:avLst/>
              <a:gdLst>
                <a:gd name="csX0" fmla="*/ 42482 w 104972"/>
                <a:gd name="csY0" fmla="*/ 215862 h 215748"/>
                <a:gd name="csX1" fmla="*/ 54957 w 104972"/>
                <a:gd name="csY1" fmla="*/ 203206 h 215748"/>
                <a:gd name="csX2" fmla="*/ 54957 w 104972"/>
                <a:gd name="csY2" fmla="*/ 86292 h 215748"/>
                <a:gd name="csX3" fmla="*/ 87818 w 104972"/>
                <a:gd name="csY3" fmla="*/ 86292 h 215748"/>
                <a:gd name="csX4" fmla="*/ 98468 w 104972"/>
                <a:gd name="csY4" fmla="*/ 76649 h 215748"/>
                <a:gd name="csX5" fmla="*/ 87818 w 104972"/>
                <a:gd name="csY5" fmla="*/ 67308 h 215748"/>
                <a:gd name="csX6" fmla="*/ 54957 w 104972"/>
                <a:gd name="csY6" fmla="*/ 67308 h 215748"/>
                <a:gd name="csX7" fmla="*/ 54957 w 104972"/>
                <a:gd name="csY7" fmla="*/ 59172 h 215748"/>
                <a:gd name="csX8" fmla="*/ 63173 w 104972"/>
                <a:gd name="csY8" fmla="*/ 30848 h 215748"/>
                <a:gd name="csX9" fmla="*/ 90253 w 104972"/>
                <a:gd name="csY9" fmla="*/ 19699 h 215748"/>
                <a:gd name="csX10" fmla="*/ 97251 w 104972"/>
                <a:gd name="csY10" fmla="*/ 19096 h 215748"/>
                <a:gd name="csX11" fmla="*/ 103336 w 104972"/>
                <a:gd name="csY11" fmla="*/ 15782 h 215748"/>
                <a:gd name="csX12" fmla="*/ 105162 w 104972"/>
                <a:gd name="csY12" fmla="*/ 9152 h 215748"/>
                <a:gd name="csX13" fmla="*/ 102728 w 104972"/>
                <a:gd name="csY13" fmla="*/ 2523 h 215748"/>
                <a:gd name="csX14" fmla="*/ 94817 w 104972"/>
                <a:gd name="csY14" fmla="*/ 113 h 215748"/>
                <a:gd name="csX15" fmla="*/ 85993 w 104972"/>
                <a:gd name="csY15" fmla="*/ 1017 h 215748"/>
                <a:gd name="csX16" fmla="*/ 30312 w 104972"/>
                <a:gd name="csY16" fmla="*/ 62186 h 215748"/>
                <a:gd name="csX17" fmla="*/ 30312 w 104972"/>
                <a:gd name="csY17" fmla="*/ 67308 h 215748"/>
                <a:gd name="csX18" fmla="*/ 10838 w 104972"/>
                <a:gd name="csY18" fmla="*/ 67308 h 215748"/>
                <a:gd name="csX19" fmla="*/ 189 w 104972"/>
                <a:gd name="csY19" fmla="*/ 76649 h 215748"/>
                <a:gd name="csX20" fmla="*/ 10838 w 104972"/>
                <a:gd name="csY20" fmla="*/ 86292 h 215748"/>
                <a:gd name="csX21" fmla="*/ 30312 w 104972"/>
                <a:gd name="csY21" fmla="*/ 86292 h 215748"/>
                <a:gd name="csX22" fmla="*/ 30312 w 104972"/>
                <a:gd name="csY22" fmla="*/ 203206 h 215748"/>
                <a:gd name="csX23" fmla="*/ 42482 w 104972"/>
                <a:gd name="csY23" fmla="*/ 215862 h 215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04972" h="215748">
                  <a:moveTo>
                    <a:pt x="42482" y="215862"/>
                  </a:moveTo>
                  <a:cubicBezTo>
                    <a:pt x="50698" y="215862"/>
                    <a:pt x="54957" y="211643"/>
                    <a:pt x="54957" y="203206"/>
                  </a:cubicBezTo>
                  <a:lnTo>
                    <a:pt x="54957" y="86292"/>
                  </a:lnTo>
                  <a:lnTo>
                    <a:pt x="87818" y="86292"/>
                  </a:lnTo>
                  <a:cubicBezTo>
                    <a:pt x="94817" y="86292"/>
                    <a:pt x="98468" y="83278"/>
                    <a:pt x="98468" y="76649"/>
                  </a:cubicBezTo>
                  <a:cubicBezTo>
                    <a:pt x="98468" y="70623"/>
                    <a:pt x="94817" y="67308"/>
                    <a:pt x="87818" y="67308"/>
                  </a:cubicBezTo>
                  <a:lnTo>
                    <a:pt x="54957" y="67308"/>
                  </a:lnTo>
                  <a:lnTo>
                    <a:pt x="54957" y="59172"/>
                  </a:lnTo>
                  <a:cubicBezTo>
                    <a:pt x="54957" y="46818"/>
                    <a:pt x="57696" y="37477"/>
                    <a:pt x="63173" y="30848"/>
                  </a:cubicBezTo>
                  <a:cubicBezTo>
                    <a:pt x="68650" y="24520"/>
                    <a:pt x="77778" y="20904"/>
                    <a:pt x="90253" y="19699"/>
                  </a:cubicBezTo>
                  <a:lnTo>
                    <a:pt x="97251" y="19096"/>
                  </a:lnTo>
                  <a:cubicBezTo>
                    <a:pt x="99685" y="19096"/>
                    <a:pt x="101815" y="17891"/>
                    <a:pt x="103336" y="15782"/>
                  </a:cubicBezTo>
                  <a:cubicBezTo>
                    <a:pt x="104553" y="13974"/>
                    <a:pt x="105162" y="11563"/>
                    <a:pt x="105162" y="9152"/>
                  </a:cubicBezTo>
                  <a:cubicBezTo>
                    <a:pt x="105162" y="6742"/>
                    <a:pt x="104249" y="4331"/>
                    <a:pt x="102728" y="2523"/>
                  </a:cubicBezTo>
                  <a:cubicBezTo>
                    <a:pt x="100902" y="715"/>
                    <a:pt x="98468" y="113"/>
                    <a:pt x="94817" y="113"/>
                  </a:cubicBezTo>
                  <a:lnTo>
                    <a:pt x="85993" y="1017"/>
                  </a:lnTo>
                  <a:cubicBezTo>
                    <a:pt x="48872" y="4331"/>
                    <a:pt x="30312" y="24821"/>
                    <a:pt x="30312" y="62186"/>
                  </a:cubicBezTo>
                  <a:lnTo>
                    <a:pt x="30312" y="67308"/>
                  </a:lnTo>
                  <a:lnTo>
                    <a:pt x="10838" y="67308"/>
                  </a:lnTo>
                  <a:cubicBezTo>
                    <a:pt x="3536" y="67308"/>
                    <a:pt x="189" y="70623"/>
                    <a:pt x="189" y="76649"/>
                  </a:cubicBezTo>
                  <a:cubicBezTo>
                    <a:pt x="189" y="83278"/>
                    <a:pt x="3536" y="86292"/>
                    <a:pt x="10838" y="86292"/>
                  </a:cubicBezTo>
                  <a:lnTo>
                    <a:pt x="30312" y="86292"/>
                  </a:lnTo>
                  <a:lnTo>
                    <a:pt x="30312" y="203206"/>
                  </a:lnTo>
                  <a:cubicBezTo>
                    <a:pt x="30312" y="211643"/>
                    <a:pt x="34267" y="215862"/>
                    <a:pt x="42482" y="215862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726721F2-518D-94A4-CDF1-E11A737330F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2992274" y="4878245"/>
              <a:ext cx="109840" cy="196162"/>
            </a:xfrm>
            <a:custGeom>
              <a:avLst/>
              <a:gdLst>
                <a:gd name="csX0" fmla="*/ 83562 w 109840"/>
                <a:gd name="csY0" fmla="*/ 196276 h 196162"/>
                <a:gd name="csX1" fmla="*/ 94211 w 109840"/>
                <a:gd name="csY1" fmla="*/ 195372 h 196162"/>
                <a:gd name="csX2" fmla="*/ 103948 w 109840"/>
                <a:gd name="csY2" fmla="*/ 192961 h 196162"/>
                <a:gd name="csX3" fmla="*/ 108512 w 109840"/>
                <a:gd name="csY3" fmla="*/ 188742 h 196162"/>
                <a:gd name="csX4" fmla="*/ 110033 w 109840"/>
                <a:gd name="csY4" fmla="*/ 182113 h 196162"/>
                <a:gd name="csX5" fmla="*/ 108208 w 109840"/>
                <a:gd name="csY5" fmla="*/ 174881 h 196162"/>
                <a:gd name="csX6" fmla="*/ 103643 w 109840"/>
                <a:gd name="csY6" fmla="*/ 173073 h 196162"/>
                <a:gd name="csX7" fmla="*/ 96645 w 109840"/>
                <a:gd name="csY7" fmla="*/ 174279 h 196162"/>
                <a:gd name="csX8" fmla="*/ 86909 w 109840"/>
                <a:gd name="csY8" fmla="*/ 175484 h 196162"/>
                <a:gd name="csX9" fmla="*/ 63176 w 109840"/>
                <a:gd name="csY9" fmla="*/ 166746 h 196162"/>
                <a:gd name="csX10" fmla="*/ 55873 w 109840"/>
                <a:gd name="csY10" fmla="*/ 140530 h 196162"/>
                <a:gd name="csX11" fmla="*/ 55873 w 109840"/>
                <a:gd name="csY11" fmla="*/ 66103 h 196162"/>
                <a:gd name="csX12" fmla="*/ 94211 w 109840"/>
                <a:gd name="csY12" fmla="*/ 66103 h 196162"/>
                <a:gd name="csX13" fmla="*/ 104861 w 109840"/>
                <a:gd name="csY13" fmla="*/ 56461 h 196162"/>
                <a:gd name="csX14" fmla="*/ 94211 w 109840"/>
                <a:gd name="csY14" fmla="*/ 47119 h 196162"/>
                <a:gd name="csX15" fmla="*/ 55873 w 109840"/>
                <a:gd name="csY15" fmla="*/ 47119 h 196162"/>
                <a:gd name="csX16" fmla="*/ 55873 w 109840"/>
                <a:gd name="csY16" fmla="*/ 12467 h 196162"/>
                <a:gd name="csX17" fmla="*/ 43703 w 109840"/>
                <a:gd name="csY17" fmla="*/ 113 h 196162"/>
                <a:gd name="csX18" fmla="*/ 31228 w 109840"/>
                <a:gd name="csY18" fmla="*/ 12467 h 196162"/>
                <a:gd name="csX19" fmla="*/ 31228 w 109840"/>
                <a:gd name="csY19" fmla="*/ 47119 h 196162"/>
                <a:gd name="csX20" fmla="*/ 10842 w 109840"/>
                <a:gd name="csY20" fmla="*/ 47119 h 196162"/>
                <a:gd name="csX21" fmla="*/ 192 w 109840"/>
                <a:gd name="csY21" fmla="*/ 56461 h 196162"/>
                <a:gd name="csX22" fmla="*/ 10842 w 109840"/>
                <a:gd name="csY22" fmla="*/ 66103 h 196162"/>
                <a:gd name="csX23" fmla="*/ 31228 w 109840"/>
                <a:gd name="csY23" fmla="*/ 66103 h 196162"/>
                <a:gd name="csX24" fmla="*/ 31228 w 109840"/>
                <a:gd name="csY24" fmla="*/ 142941 h 196162"/>
                <a:gd name="csX25" fmla="*/ 44311 w 109840"/>
                <a:gd name="csY25" fmla="*/ 182716 h 196162"/>
                <a:gd name="csX26" fmla="*/ 83562 w 109840"/>
                <a:gd name="csY26" fmla="*/ 196276 h 196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9840" h="196162">
                  <a:moveTo>
                    <a:pt x="83562" y="196276"/>
                  </a:moveTo>
                  <a:cubicBezTo>
                    <a:pt x="86604" y="196276"/>
                    <a:pt x="90256" y="195974"/>
                    <a:pt x="94211" y="195372"/>
                  </a:cubicBezTo>
                  <a:cubicBezTo>
                    <a:pt x="98167" y="194769"/>
                    <a:pt x="101514" y="193865"/>
                    <a:pt x="103948" y="192961"/>
                  </a:cubicBezTo>
                  <a:cubicBezTo>
                    <a:pt x="106078" y="192358"/>
                    <a:pt x="107599" y="190852"/>
                    <a:pt x="108512" y="188742"/>
                  </a:cubicBezTo>
                  <a:cubicBezTo>
                    <a:pt x="109425" y="186934"/>
                    <a:pt x="110033" y="184524"/>
                    <a:pt x="110033" y="182113"/>
                  </a:cubicBezTo>
                  <a:cubicBezTo>
                    <a:pt x="110033" y="178799"/>
                    <a:pt x="109425" y="176388"/>
                    <a:pt x="108208" y="174881"/>
                  </a:cubicBezTo>
                  <a:cubicBezTo>
                    <a:pt x="106990" y="173676"/>
                    <a:pt x="105469" y="173073"/>
                    <a:pt x="103643" y="173073"/>
                  </a:cubicBezTo>
                  <a:cubicBezTo>
                    <a:pt x="101514" y="173073"/>
                    <a:pt x="99079" y="173676"/>
                    <a:pt x="96645" y="174279"/>
                  </a:cubicBezTo>
                  <a:cubicBezTo>
                    <a:pt x="93907" y="175183"/>
                    <a:pt x="90560" y="175484"/>
                    <a:pt x="86909" y="175484"/>
                  </a:cubicBezTo>
                  <a:cubicBezTo>
                    <a:pt x="75955" y="175484"/>
                    <a:pt x="68044" y="172772"/>
                    <a:pt x="63176" y="166746"/>
                  </a:cubicBezTo>
                  <a:cubicBezTo>
                    <a:pt x="58307" y="160719"/>
                    <a:pt x="55873" y="151981"/>
                    <a:pt x="55873" y="140530"/>
                  </a:cubicBezTo>
                  <a:lnTo>
                    <a:pt x="55873" y="66103"/>
                  </a:lnTo>
                  <a:lnTo>
                    <a:pt x="94211" y="66103"/>
                  </a:lnTo>
                  <a:cubicBezTo>
                    <a:pt x="101209" y="66103"/>
                    <a:pt x="104861" y="63090"/>
                    <a:pt x="104861" y="56461"/>
                  </a:cubicBezTo>
                  <a:cubicBezTo>
                    <a:pt x="104861" y="50434"/>
                    <a:pt x="101209" y="47119"/>
                    <a:pt x="94211" y="47119"/>
                  </a:cubicBezTo>
                  <a:lnTo>
                    <a:pt x="55873" y="47119"/>
                  </a:lnTo>
                  <a:lnTo>
                    <a:pt x="55873" y="12467"/>
                  </a:lnTo>
                  <a:cubicBezTo>
                    <a:pt x="55873" y="4331"/>
                    <a:pt x="51614" y="113"/>
                    <a:pt x="43703" y="113"/>
                  </a:cubicBezTo>
                  <a:cubicBezTo>
                    <a:pt x="35183" y="113"/>
                    <a:pt x="31228" y="4331"/>
                    <a:pt x="31228" y="12467"/>
                  </a:cubicBezTo>
                  <a:lnTo>
                    <a:pt x="31228" y="47119"/>
                  </a:lnTo>
                  <a:lnTo>
                    <a:pt x="10842" y="47119"/>
                  </a:lnTo>
                  <a:cubicBezTo>
                    <a:pt x="3539" y="47119"/>
                    <a:pt x="192" y="50434"/>
                    <a:pt x="192" y="56461"/>
                  </a:cubicBezTo>
                  <a:cubicBezTo>
                    <a:pt x="192" y="63090"/>
                    <a:pt x="3539" y="66103"/>
                    <a:pt x="10842" y="66103"/>
                  </a:cubicBezTo>
                  <a:lnTo>
                    <a:pt x="31228" y="66103"/>
                  </a:lnTo>
                  <a:lnTo>
                    <a:pt x="31228" y="142941"/>
                  </a:lnTo>
                  <a:cubicBezTo>
                    <a:pt x="31228" y="160418"/>
                    <a:pt x="35487" y="173676"/>
                    <a:pt x="44311" y="182716"/>
                  </a:cubicBezTo>
                  <a:cubicBezTo>
                    <a:pt x="52831" y="191756"/>
                    <a:pt x="65914" y="196276"/>
                    <a:pt x="83562" y="196276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3571748-E8D7-54BF-6F67-BAF12216089E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3123414" y="4922540"/>
              <a:ext cx="213900" cy="151265"/>
            </a:xfrm>
            <a:custGeom>
              <a:avLst/>
              <a:gdLst>
                <a:gd name="csX0" fmla="*/ 12366 w 213900"/>
                <a:gd name="csY0" fmla="*/ 151378 h 151265"/>
                <a:gd name="csX1" fmla="*/ 24841 w 213900"/>
                <a:gd name="csY1" fmla="*/ 138722 h 151265"/>
                <a:gd name="csX2" fmla="*/ 24841 w 213900"/>
                <a:gd name="csY2" fmla="*/ 66404 h 151265"/>
                <a:gd name="csX3" fmla="*/ 35187 w 213900"/>
                <a:gd name="csY3" fmla="*/ 32656 h 151265"/>
                <a:gd name="csX4" fmla="*/ 64092 w 213900"/>
                <a:gd name="csY4" fmla="*/ 20000 h 151265"/>
                <a:gd name="csX5" fmla="*/ 87521 w 213900"/>
                <a:gd name="csY5" fmla="*/ 29643 h 151265"/>
                <a:gd name="csX6" fmla="*/ 94823 w 213900"/>
                <a:gd name="csY6" fmla="*/ 59172 h 151265"/>
                <a:gd name="csX7" fmla="*/ 94823 w 213900"/>
                <a:gd name="csY7" fmla="*/ 138722 h 151265"/>
                <a:gd name="csX8" fmla="*/ 106994 w 213900"/>
                <a:gd name="csY8" fmla="*/ 151378 h 151265"/>
                <a:gd name="csX9" fmla="*/ 119469 w 213900"/>
                <a:gd name="csY9" fmla="*/ 138722 h 151265"/>
                <a:gd name="csX10" fmla="*/ 119469 w 213900"/>
                <a:gd name="csY10" fmla="*/ 66404 h 151265"/>
                <a:gd name="csX11" fmla="*/ 130118 w 213900"/>
                <a:gd name="csY11" fmla="*/ 32656 h 151265"/>
                <a:gd name="csX12" fmla="*/ 158720 w 213900"/>
                <a:gd name="csY12" fmla="*/ 20000 h 151265"/>
                <a:gd name="csX13" fmla="*/ 182148 w 213900"/>
                <a:gd name="csY13" fmla="*/ 29643 h 151265"/>
                <a:gd name="csX14" fmla="*/ 189451 w 213900"/>
                <a:gd name="csY14" fmla="*/ 59172 h 151265"/>
                <a:gd name="csX15" fmla="*/ 189451 w 213900"/>
                <a:gd name="csY15" fmla="*/ 138722 h 151265"/>
                <a:gd name="csX16" fmla="*/ 201621 w 213900"/>
                <a:gd name="csY16" fmla="*/ 151378 h 151265"/>
                <a:gd name="csX17" fmla="*/ 214096 w 213900"/>
                <a:gd name="csY17" fmla="*/ 138722 h 151265"/>
                <a:gd name="csX18" fmla="*/ 214096 w 213900"/>
                <a:gd name="csY18" fmla="*/ 57967 h 151265"/>
                <a:gd name="csX19" fmla="*/ 164805 w 213900"/>
                <a:gd name="csY19" fmla="*/ 113 h 151265"/>
                <a:gd name="csX20" fmla="*/ 134682 w 213900"/>
                <a:gd name="csY20" fmla="*/ 8248 h 151265"/>
                <a:gd name="csX21" fmla="*/ 114905 w 213900"/>
                <a:gd name="csY21" fmla="*/ 29944 h 151265"/>
                <a:gd name="csX22" fmla="*/ 70482 w 213900"/>
                <a:gd name="csY22" fmla="*/ 113 h 151265"/>
                <a:gd name="csX23" fmla="*/ 42793 w 213900"/>
                <a:gd name="csY23" fmla="*/ 7345 h 151265"/>
                <a:gd name="csX24" fmla="*/ 24233 w 213900"/>
                <a:gd name="csY24" fmla="*/ 27533 h 151265"/>
                <a:gd name="csX25" fmla="*/ 24233 w 213900"/>
                <a:gd name="csY25" fmla="*/ 13070 h 151265"/>
                <a:gd name="csX26" fmla="*/ 12062 w 213900"/>
                <a:gd name="csY26" fmla="*/ 715 h 151265"/>
                <a:gd name="csX27" fmla="*/ 196 w 213900"/>
                <a:gd name="csY27" fmla="*/ 13070 h 151265"/>
                <a:gd name="csX28" fmla="*/ 196 w 213900"/>
                <a:gd name="csY28" fmla="*/ 138722 h 151265"/>
                <a:gd name="csX29" fmla="*/ 12366 w 213900"/>
                <a:gd name="csY29" fmla="*/ 151378 h 1512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3900" h="151265">
                  <a:moveTo>
                    <a:pt x="12366" y="151378"/>
                  </a:moveTo>
                  <a:cubicBezTo>
                    <a:pt x="20582" y="151378"/>
                    <a:pt x="24841" y="147160"/>
                    <a:pt x="24841" y="138722"/>
                  </a:cubicBezTo>
                  <a:lnTo>
                    <a:pt x="24841" y="66404"/>
                  </a:lnTo>
                  <a:cubicBezTo>
                    <a:pt x="24841" y="52543"/>
                    <a:pt x="28188" y="41093"/>
                    <a:pt x="35187" y="32656"/>
                  </a:cubicBezTo>
                  <a:cubicBezTo>
                    <a:pt x="42185" y="24219"/>
                    <a:pt x="51921" y="20000"/>
                    <a:pt x="64092" y="20000"/>
                  </a:cubicBezTo>
                  <a:cubicBezTo>
                    <a:pt x="75046" y="20000"/>
                    <a:pt x="82652" y="23315"/>
                    <a:pt x="87521" y="29643"/>
                  </a:cubicBezTo>
                  <a:cubicBezTo>
                    <a:pt x="92389" y="35970"/>
                    <a:pt x="94823" y="45914"/>
                    <a:pt x="94823" y="59172"/>
                  </a:cubicBezTo>
                  <a:lnTo>
                    <a:pt x="94823" y="138722"/>
                  </a:lnTo>
                  <a:cubicBezTo>
                    <a:pt x="94823" y="147160"/>
                    <a:pt x="98779" y="151378"/>
                    <a:pt x="106994" y="151378"/>
                  </a:cubicBezTo>
                  <a:cubicBezTo>
                    <a:pt x="115209" y="151378"/>
                    <a:pt x="119469" y="147160"/>
                    <a:pt x="119469" y="138722"/>
                  </a:cubicBezTo>
                  <a:lnTo>
                    <a:pt x="119469" y="66404"/>
                  </a:lnTo>
                  <a:cubicBezTo>
                    <a:pt x="119469" y="52543"/>
                    <a:pt x="122816" y="41093"/>
                    <a:pt x="130118" y="32656"/>
                  </a:cubicBezTo>
                  <a:cubicBezTo>
                    <a:pt x="137117" y="24219"/>
                    <a:pt x="146549" y="20000"/>
                    <a:pt x="158720" y="20000"/>
                  </a:cubicBezTo>
                  <a:cubicBezTo>
                    <a:pt x="169673" y="20000"/>
                    <a:pt x="177280" y="23315"/>
                    <a:pt x="182148" y="29643"/>
                  </a:cubicBezTo>
                  <a:cubicBezTo>
                    <a:pt x="187017" y="35970"/>
                    <a:pt x="189451" y="45914"/>
                    <a:pt x="189451" y="59172"/>
                  </a:cubicBezTo>
                  <a:lnTo>
                    <a:pt x="189451" y="138722"/>
                  </a:lnTo>
                  <a:cubicBezTo>
                    <a:pt x="189451" y="147160"/>
                    <a:pt x="193406" y="151378"/>
                    <a:pt x="201621" y="151378"/>
                  </a:cubicBezTo>
                  <a:cubicBezTo>
                    <a:pt x="209837" y="151378"/>
                    <a:pt x="214096" y="147160"/>
                    <a:pt x="214096" y="138722"/>
                  </a:cubicBezTo>
                  <a:lnTo>
                    <a:pt x="214096" y="57967"/>
                  </a:lnTo>
                  <a:cubicBezTo>
                    <a:pt x="214096" y="19398"/>
                    <a:pt x="197666" y="113"/>
                    <a:pt x="164805" y="113"/>
                  </a:cubicBezTo>
                  <a:cubicBezTo>
                    <a:pt x="153243" y="113"/>
                    <a:pt x="143202" y="2825"/>
                    <a:pt x="134682" y="8248"/>
                  </a:cubicBezTo>
                  <a:cubicBezTo>
                    <a:pt x="125859" y="13672"/>
                    <a:pt x="119165" y="20904"/>
                    <a:pt x="114905" y="29944"/>
                  </a:cubicBezTo>
                  <a:cubicBezTo>
                    <a:pt x="108211" y="10056"/>
                    <a:pt x="93606" y="113"/>
                    <a:pt x="70482" y="113"/>
                  </a:cubicBezTo>
                  <a:cubicBezTo>
                    <a:pt x="59832" y="113"/>
                    <a:pt x="50704" y="2523"/>
                    <a:pt x="42793" y="7345"/>
                  </a:cubicBezTo>
                  <a:cubicBezTo>
                    <a:pt x="34882" y="12166"/>
                    <a:pt x="28493" y="18795"/>
                    <a:pt x="24233" y="27533"/>
                  </a:cubicBezTo>
                  <a:lnTo>
                    <a:pt x="24233" y="13070"/>
                  </a:lnTo>
                  <a:cubicBezTo>
                    <a:pt x="24233" y="4934"/>
                    <a:pt x="19973" y="715"/>
                    <a:pt x="12062" y="715"/>
                  </a:cubicBezTo>
                  <a:cubicBezTo>
                    <a:pt x="4151" y="715"/>
                    <a:pt x="196" y="4934"/>
                    <a:pt x="196" y="13070"/>
                  </a:cubicBezTo>
                  <a:lnTo>
                    <a:pt x="196" y="138722"/>
                  </a:lnTo>
                  <a:cubicBezTo>
                    <a:pt x="196" y="147160"/>
                    <a:pt x="4151" y="151378"/>
                    <a:pt x="12366" y="151378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7256EFC3-9131-AB06-DE08-48B561090F9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3376566" y="4922540"/>
              <a:ext cx="122315" cy="151868"/>
            </a:xfrm>
            <a:custGeom>
              <a:avLst/>
              <a:gdLst>
                <a:gd name="csX0" fmla="*/ 53451 w 122315"/>
                <a:gd name="csY0" fmla="*/ 151981 h 151868"/>
                <a:gd name="csX1" fmla="*/ 81444 w 122315"/>
                <a:gd name="csY1" fmla="*/ 144448 h 151868"/>
                <a:gd name="csX2" fmla="*/ 99396 w 122315"/>
                <a:gd name="csY2" fmla="*/ 123957 h 151868"/>
                <a:gd name="csX3" fmla="*/ 99396 w 122315"/>
                <a:gd name="csY3" fmla="*/ 138722 h 151868"/>
                <a:gd name="csX4" fmla="*/ 111262 w 122315"/>
                <a:gd name="csY4" fmla="*/ 151378 h 151868"/>
                <a:gd name="csX5" fmla="*/ 122520 w 122315"/>
                <a:gd name="csY5" fmla="*/ 138722 h 151868"/>
                <a:gd name="csX6" fmla="*/ 122520 w 122315"/>
                <a:gd name="csY6" fmla="*/ 57063 h 151868"/>
                <a:gd name="csX7" fmla="*/ 108524 w 122315"/>
                <a:gd name="csY7" fmla="*/ 13974 h 151868"/>
                <a:gd name="csX8" fmla="*/ 66230 w 122315"/>
                <a:gd name="csY8" fmla="*/ 113 h 151868"/>
                <a:gd name="csX9" fmla="*/ 40976 w 122315"/>
                <a:gd name="csY9" fmla="*/ 3126 h 151868"/>
                <a:gd name="csX10" fmla="*/ 14809 w 122315"/>
                <a:gd name="csY10" fmla="*/ 12768 h 151868"/>
                <a:gd name="csX11" fmla="*/ 8724 w 122315"/>
                <a:gd name="csY11" fmla="*/ 19096 h 151868"/>
                <a:gd name="csX12" fmla="*/ 8724 w 122315"/>
                <a:gd name="csY12" fmla="*/ 26931 h 151868"/>
                <a:gd name="csX13" fmla="*/ 13592 w 122315"/>
                <a:gd name="csY13" fmla="*/ 32355 h 151868"/>
                <a:gd name="csX14" fmla="*/ 22416 w 122315"/>
                <a:gd name="csY14" fmla="*/ 31149 h 151868"/>
                <a:gd name="csX15" fmla="*/ 44627 w 122315"/>
                <a:gd name="csY15" fmla="*/ 22411 h 151868"/>
                <a:gd name="csX16" fmla="*/ 66230 w 122315"/>
                <a:gd name="csY16" fmla="*/ 19699 h 151868"/>
                <a:gd name="csX17" fmla="*/ 90876 w 122315"/>
                <a:gd name="csY17" fmla="*/ 28136 h 151868"/>
                <a:gd name="csX18" fmla="*/ 98787 w 122315"/>
                <a:gd name="csY18" fmla="*/ 54954 h 151868"/>
                <a:gd name="csX19" fmla="*/ 98787 w 122315"/>
                <a:gd name="csY19" fmla="*/ 64295 h 151868"/>
                <a:gd name="csX20" fmla="*/ 89051 w 122315"/>
                <a:gd name="csY20" fmla="*/ 64295 h 151868"/>
                <a:gd name="csX21" fmla="*/ 36108 w 122315"/>
                <a:gd name="csY21" fmla="*/ 68514 h 151868"/>
                <a:gd name="csX22" fmla="*/ 8419 w 122315"/>
                <a:gd name="csY22" fmla="*/ 81772 h 151868"/>
                <a:gd name="csX23" fmla="*/ 204 w 122315"/>
                <a:gd name="csY23" fmla="*/ 107083 h 151868"/>
                <a:gd name="csX24" fmla="*/ 7202 w 122315"/>
                <a:gd name="csY24" fmla="*/ 129984 h 151868"/>
                <a:gd name="csX25" fmla="*/ 26067 w 122315"/>
                <a:gd name="csY25" fmla="*/ 146256 h 151868"/>
                <a:gd name="csX26" fmla="*/ 53451 w 122315"/>
                <a:gd name="csY26" fmla="*/ 151981 h 151868"/>
                <a:gd name="csX27" fmla="*/ 57407 w 122315"/>
                <a:gd name="csY27" fmla="*/ 133600 h 151868"/>
                <a:gd name="csX28" fmla="*/ 33674 w 122315"/>
                <a:gd name="csY28" fmla="*/ 125765 h 151868"/>
                <a:gd name="csX29" fmla="*/ 25154 w 122315"/>
                <a:gd name="csY29" fmla="*/ 105577 h 151868"/>
                <a:gd name="csX30" fmla="*/ 30631 w 122315"/>
                <a:gd name="csY30" fmla="*/ 90510 h 151868"/>
                <a:gd name="csX31" fmla="*/ 50408 w 122315"/>
                <a:gd name="csY31" fmla="*/ 82676 h 151868"/>
                <a:gd name="csX32" fmla="*/ 89355 w 122315"/>
                <a:gd name="csY32" fmla="*/ 80265 h 151868"/>
                <a:gd name="csX33" fmla="*/ 98787 w 122315"/>
                <a:gd name="csY33" fmla="*/ 80265 h 151868"/>
                <a:gd name="csX34" fmla="*/ 98787 w 122315"/>
                <a:gd name="csY34" fmla="*/ 89305 h 151868"/>
                <a:gd name="csX35" fmla="*/ 87225 w 122315"/>
                <a:gd name="csY35" fmla="*/ 121245 h 151868"/>
                <a:gd name="csX36" fmla="*/ 57407 w 122315"/>
                <a:gd name="csY36" fmla="*/ 133600 h 1518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315" h="151868">
                  <a:moveTo>
                    <a:pt x="53451" y="151981"/>
                  </a:moveTo>
                  <a:cubicBezTo>
                    <a:pt x="64101" y="151981"/>
                    <a:pt x="73533" y="149570"/>
                    <a:pt x="81444" y="144448"/>
                  </a:cubicBezTo>
                  <a:cubicBezTo>
                    <a:pt x="89355" y="139626"/>
                    <a:pt x="95440" y="132696"/>
                    <a:pt x="99396" y="123957"/>
                  </a:cubicBezTo>
                  <a:lnTo>
                    <a:pt x="99396" y="138722"/>
                  </a:lnTo>
                  <a:cubicBezTo>
                    <a:pt x="99396" y="147160"/>
                    <a:pt x="103351" y="151378"/>
                    <a:pt x="111262" y="151378"/>
                  </a:cubicBezTo>
                  <a:cubicBezTo>
                    <a:pt x="118565" y="151378"/>
                    <a:pt x="122520" y="147160"/>
                    <a:pt x="122520" y="138722"/>
                  </a:cubicBezTo>
                  <a:lnTo>
                    <a:pt x="122520" y="57063"/>
                  </a:lnTo>
                  <a:cubicBezTo>
                    <a:pt x="122520" y="37778"/>
                    <a:pt x="117652" y="23315"/>
                    <a:pt x="108524" y="13974"/>
                  </a:cubicBezTo>
                  <a:cubicBezTo>
                    <a:pt x="99396" y="4934"/>
                    <a:pt x="85095" y="113"/>
                    <a:pt x="66230" y="113"/>
                  </a:cubicBezTo>
                  <a:cubicBezTo>
                    <a:pt x="58319" y="113"/>
                    <a:pt x="49800" y="1318"/>
                    <a:pt x="40976" y="3126"/>
                  </a:cubicBezTo>
                  <a:cubicBezTo>
                    <a:pt x="32152" y="5235"/>
                    <a:pt x="23329" y="8550"/>
                    <a:pt x="14809" y="12768"/>
                  </a:cubicBezTo>
                  <a:cubicBezTo>
                    <a:pt x="11766" y="14275"/>
                    <a:pt x="9636" y="16384"/>
                    <a:pt x="8724" y="19096"/>
                  </a:cubicBezTo>
                  <a:cubicBezTo>
                    <a:pt x="7811" y="21808"/>
                    <a:pt x="7811" y="24520"/>
                    <a:pt x="8724" y="26931"/>
                  </a:cubicBezTo>
                  <a:cubicBezTo>
                    <a:pt x="9636" y="29341"/>
                    <a:pt x="11158" y="31149"/>
                    <a:pt x="13592" y="32355"/>
                  </a:cubicBezTo>
                  <a:cubicBezTo>
                    <a:pt x="16026" y="33560"/>
                    <a:pt x="18765" y="32957"/>
                    <a:pt x="22416" y="31149"/>
                  </a:cubicBezTo>
                  <a:cubicBezTo>
                    <a:pt x="30022" y="27232"/>
                    <a:pt x="37325" y="24219"/>
                    <a:pt x="44627" y="22411"/>
                  </a:cubicBezTo>
                  <a:cubicBezTo>
                    <a:pt x="51930" y="20603"/>
                    <a:pt x="58928" y="19699"/>
                    <a:pt x="66230" y="19699"/>
                  </a:cubicBezTo>
                  <a:cubicBezTo>
                    <a:pt x="77488" y="19699"/>
                    <a:pt x="85704" y="22712"/>
                    <a:pt x="90876" y="28136"/>
                  </a:cubicBezTo>
                  <a:cubicBezTo>
                    <a:pt x="96049" y="33560"/>
                    <a:pt x="98787" y="42600"/>
                    <a:pt x="98787" y="54954"/>
                  </a:cubicBezTo>
                  <a:lnTo>
                    <a:pt x="98787" y="64295"/>
                  </a:lnTo>
                  <a:lnTo>
                    <a:pt x="89051" y="64295"/>
                  </a:lnTo>
                  <a:cubicBezTo>
                    <a:pt x="66535" y="64295"/>
                    <a:pt x="48887" y="65802"/>
                    <a:pt x="36108" y="68514"/>
                  </a:cubicBezTo>
                  <a:cubicBezTo>
                    <a:pt x="23329" y="71225"/>
                    <a:pt x="13896" y="75745"/>
                    <a:pt x="8419" y="81772"/>
                  </a:cubicBezTo>
                  <a:cubicBezTo>
                    <a:pt x="2943" y="88100"/>
                    <a:pt x="204" y="96537"/>
                    <a:pt x="204" y="107083"/>
                  </a:cubicBezTo>
                  <a:cubicBezTo>
                    <a:pt x="204" y="115520"/>
                    <a:pt x="2334" y="123355"/>
                    <a:pt x="7202" y="129984"/>
                  </a:cubicBezTo>
                  <a:cubicBezTo>
                    <a:pt x="11766" y="136914"/>
                    <a:pt x="18156" y="142338"/>
                    <a:pt x="26067" y="146256"/>
                  </a:cubicBezTo>
                  <a:cubicBezTo>
                    <a:pt x="33978" y="150173"/>
                    <a:pt x="43106" y="151981"/>
                    <a:pt x="53451" y="151981"/>
                  </a:cubicBezTo>
                  <a:close/>
                  <a:moveTo>
                    <a:pt x="57407" y="133600"/>
                  </a:moveTo>
                  <a:cubicBezTo>
                    <a:pt x="47366" y="133600"/>
                    <a:pt x="39455" y="131189"/>
                    <a:pt x="33674" y="125765"/>
                  </a:cubicBezTo>
                  <a:cubicBezTo>
                    <a:pt x="27893" y="120643"/>
                    <a:pt x="25154" y="114014"/>
                    <a:pt x="25154" y="105577"/>
                  </a:cubicBezTo>
                  <a:cubicBezTo>
                    <a:pt x="25154" y="99249"/>
                    <a:pt x="26980" y="94126"/>
                    <a:pt x="30631" y="90510"/>
                  </a:cubicBezTo>
                  <a:cubicBezTo>
                    <a:pt x="34282" y="86894"/>
                    <a:pt x="40976" y="84182"/>
                    <a:pt x="50408" y="82676"/>
                  </a:cubicBezTo>
                  <a:cubicBezTo>
                    <a:pt x="59841" y="81169"/>
                    <a:pt x="72924" y="80265"/>
                    <a:pt x="89355" y="80265"/>
                  </a:cubicBezTo>
                  <a:lnTo>
                    <a:pt x="98787" y="80265"/>
                  </a:lnTo>
                  <a:lnTo>
                    <a:pt x="98787" y="89305"/>
                  </a:lnTo>
                  <a:cubicBezTo>
                    <a:pt x="98787" y="102262"/>
                    <a:pt x="94832" y="112808"/>
                    <a:pt x="87225" y="121245"/>
                  </a:cubicBezTo>
                  <a:cubicBezTo>
                    <a:pt x="79314" y="129683"/>
                    <a:pt x="69577" y="133600"/>
                    <a:pt x="57407" y="133600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57A16B2C-E180-D385-7E67-58C24CB207D5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3534884" y="4923143"/>
              <a:ext cx="132950" cy="150361"/>
            </a:xfrm>
            <a:custGeom>
              <a:avLst/>
              <a:gdLst>
                <a:gd name="csX0" fmla="*/ 10456 w 132950"/>
                <a:gd name="csY0" fmla="*/ 150474 h 150361"/>
                <a:gd name="csX1" fmla="*/ 18367 w 132950"/>
                <a:gd name="csY1" fmla="*/ 148666 h 150361"/>
                <a:gd name="csX2" fmla="*/ 24148 w 132950"/>
                <a:gd name="csY2" fmla="*/ 143544 h 150361"/>
                <a:gd name="csX3" fmla="*/ 66441 w 132950"/>
                <a:gd name="csY3" fmla="*/ 90510 h 150361"/>
                <a:gd name="csX4" fmla="*/ 109039 w 132950"/>
                <a:gd name="csY4" fmla="*/ 143544 h 150361"/>
                <a:gd name="csX5" fmla="*/ 122731 w 132950"/>
                <a:gd name="csY5" fmla="*/ 150474 h 150361"/>
                <a:gd name="csX6" fmla="*/ 132163 w 132950"/>
                <a:gd name="csY6" fmla="*/ 145352 h 150361"/>
                <a:gd name="csX7" fmla="*/ 129729 w 132950"/>
                <a:gd name="csY7" fmla="*/ 132997 h 150361"/>
                <a:gd name="csX8" fmla="*/ 81046 w 132950"/>
                <a:gd name="csY8" fmla="*/ 73033 h 150361"/>
                <a:gd name="csX9" fmla="*/ 126078 w 132950"/>
                <a:gd name="csY9" fmla="*/ 17891 h 150361"/>
                <a:gd name="csX10" fmla="*/ 128816 w 132950"/>
                <a:gd name="csY10" fmla="*/ 5537 h 150361"/>
                <a:gd name="csX11" fmla="*/ 119688 w 132950"/>
                <a:gd name="csY11" fmla="*/ 113 h 150361"/>
                <a:gd name="csX12" fmla="*/ 112081 w 132950"/>
                <a:gd name="csY12" fmla="*/ 1921 h 150361"/>
                <a:gd name="csX13" fmla="*/ 106300 w 132950"/>
                <a:gd name="csY13" fmla="*/ 7043 h 150361"/>
                <a:gd name="csX14" fmla="*/ 66745 w 132950"/>
                <a:gd name="csY14" fmla="*/ 56159 h 150361"/>
                <a:gd name="csX15" fmla="*/ 27495 w 132950"/>
                <a:gd name="csY15" fmla="*/ 7043 h 150361"/>
                <a:gd name="csX16" fmla="*/ 21714 w 132950"/>
                <a:gd name="csY16" fmla="*/ 1921 h 150361"/>
                <a:gd name="csX17" fmla="*/ 13803 w 132950"/>
                <a:gd name="csY17" fmla="*/ 113 h 150361"/>
                <a:gd name="csX18" fmla="*/ 4675 w 132950"/>
                <a:gd name="csY18" fmla="*/ 5537 h 150361"/>
                <a:gd name="csX19" fmla="*/ 7413 w 132950"/>
                <a:gd name="csY19" fmla="*/ 17590 h 150361"/>
                <a:gd name="csX20" fmla="*/ 52445 w 132950"/>
                <a:gd name="csY20" fmla="*/ 73033 h 150361"/>
                <a:gd name="csX21" fmla="*/ 4066 w 132950"/>
                <a:gd name="csY21" fmla="*/ 132997 h 150361"/>
                <a:gd name="csX22" fmla="*/ 1328 w 132950"/>
                <a:gd name="csY22" fmla="*/ 145352 h 150361"/>
                <a:gd name="csX23" fmla="*/ 10456 w 132950"/>
                <a:gd name="csY23" fmla="*/ 150474 h 1503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2950" h="150361">
                  <a:moveTo>
                    <a:pt x="10456" y="150474"/>
                  </a:moveTo>
                  <a:cubicBezTo>
                    <a:pt x="13498" y="150474"/>
                    <a:pt x="16237" y="149871"/>
                    <a:pt x="18367" y="148666"/>
                  </a:cubicBezTo>
                  <a:cubicBezTo>
                    <a:pt x="20192" y="147461"/>
                    <a:pt x="22322" y="145954"/>
                    <a:pt x="24148" y="143544"/>
                  </a:cubicBezTo>
                  <a:lnTo>
                    <a:pt x="66441" y="90510"/>
                  </a:lnTo>
                  <a:lnTo>
                    <a:pt x="109039" y="143544"/>
                  </a:lnTo>
                  <a:cubicBezTo>
                    <a:pt x="112690" y="148365"/>
                    <a:pt x="117254" y="150474"/>
                    <a:pt x="122731" y="150474"/>
                  </a:cubicBezTo>
                  <a:cubicBezTo>
                    <a:pt x="126991" y="150474"/>
                    <a:pt x="130033" y="148967"/>
                    <a:pt x="132163" y="145352"/>
                  </a:cubicBezTo>
                  <a:cubicBezTo>
                    <a:pt x="133989" y="141736"/>
                    <a:pt x="133380" y="137818"/>
                    <a:pt x="129729" y="132997"/>
                  </a:cubicBezTo>
                  <a:lnTo>
                    <a:pt x="81046" y="73033"/>
                  </a:lnTo>
                  <a:lnTo>
                    <a:pt x="126078" y="17891"/>
                  </a:lnTo>
                  <a:cubicBezTo>
                    <a:pt x="129729" y="13070"/>
                    <a:pt x="130642" y="9152"/>
                    <a:pt x="128816" y="5537"/>
                  </a:cubicBezTo>
                  <a:cubicBezTo>
                    <a:pt x="126991" y="1921"/>
                    <a:pt x="123948" y="113"/>
                    <a:pt x="119688" y="113"/>
                  </a:cubicBezTo>
                  <a:cubicBezTo>
                    <a:pt x="116645" y="113"/>
                    <a:pt x="113907" y="715"/>
                    <a:pt x="112081" y="1921"/>
                  </a:cubicBezTo>
                  <a:cubicBezTo>
                    <a:pt x="109952" y="3126"/>
                    <a:pt x="108126" y="4633"/>
                    <a:pt x="106300" y="7043"/>
                  </a:cubicBezTo>
                  <a:lnTo>
                    <a:pt x="66745" y="56159"/>
                  </a:lnTo>
                  <a:lnTo>
                    <a:pt x="27495" y="7043"/>
                  </a:lnTo>
                  <a:cubicBezTo>
                    <a:pt x="25669" y="4633"/>
                    <a:pt x="23539" y="3126"/>
                    <a:pt x="21714" y="1921"/>
                  </a:cubicBezTo>
                  <a:cubicBezTo>
                    <a:pt x="19584" y="715"/>
                    <a:pt x="16845" y="113"/>
                    <a:pt x="13803" y="113"/>
                  </a:cubicBezTo>
                  <a:cubicBezTo>
                    <a:pt x="9543" y="113"/>
                    <a:pt x="6500" y="1921"/>
                    <a:pt x="4675" y="5537"/>
                  </a:cubicBezTo>
                  <a:cubicBezTo>
                    <a:pt x="2545" y="9152"/>
                    <a:pt x="3458" y="13070"/>
                    <a:pt x="7413" y="17590"/>
                  </a:cubicBezTo>
                  <a:lnTo>
                    <a:pt x="52445" y="73033"/>
                  </a:lnTo>
                  <a:lnTo>
                    <a:pt x="4066" y="132997"/>
                  </a:lnTo>
                  <a:cubicBezTo>
                    <a:pt x="111" y="137818"/>
                    <a:pt x="-802" y="141736"/>
                    <a:pt x="1328" y="145352"/>
                  </a:cubicBezTo>
                  <a:cubicBezTo>
                    <a:pt x="3153" y="148967"/>
                    <a:pt x="6196" y="150474"/>
                    <a:pt x="10456" y="150474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64C37F2B-7F91-7EF6-03DB-E5BBBEBFB1DA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3691148" y="5023664"/>
              <a:ext cx="103725" cy="95339"/>
            </a:xfrm>
            <a:custGeom>
              <a:avLst/>
              <a:gdLst>
                <a:gd name="csX0" fmla="*/ 103940 w 103725"/>
                <a:gd name="csY0" fmla="*/ 16777 h 95339"/>
                <a:gd name="csX1" fmla="*/ 93290 w 103725"/>
                <a:gd name="csY1" fmla="*/ 114 h 95339"/>
                <a:gd name="csX2" fmla="*/ 81789 w 103725"/>
                <a:gd name="csY2" fmla="*/ 11293 h 95339"/>
                <a:gd name="csX3" fmla="*/ 85410 w 103725"/>
                <a:gd name="csY3" fmla="*/ 17832 h 95339"/>
                <a:gd name="csX4" fmla="*/ 93290 w 103725"/>
                <a:gd name="csY4" fmla="*/ 34706 h 95339"/>
                <a:gd name="csX5" fmla="*/ 53888 w 103725"/>
                <a:gd name="csY5" fmla="*/ 89548 h 95339"/>
                <a:gd name="csX6" fmla="*/ 36636 w 103725"/>
                <a:gd name="csY6" fmla="*/ 70775 h 95339"/>
                <a:gd name="csX7" fmla="*/ 48350 w 103725"/>
                <a:gd name="csY7" fmla="*/ 29644 h 95339"/>
                <a:gd name="csX8" fmla="*/ 51332 w 103725"/>
                <a:gd name="csY8" fmla="*/ 18465 h 95339"/>
                <a:gd name="csX9" fmla="*/ 31098 w 103725"/>
                <a:gd name="csY9" fmla="*/ 325 h 95339"/>
                <a:gd name="csX10" fmla="*/ 215 w 103725"/>
                <a:gd name="csY10" fmla="*/ 32597 h 95339"/>
                <a:gd name="csX11" fmla="*/ 3835 w 103725"/>
                <a:gd name="csY11" fmla="*/ 35339 h 95339"/>
                <a:gd name="csX12" fmla="*/ 7669 w 103725"/>
                <a:gd name="csY12" fmla="*/ 31964 h 95339"/>
                <a:gd name="csX13" fmla="*/ 30459 w 103725"/>
                <a:gd name="csY13" fmla="*/ 6231 h 95339"/>
                <a:gd name="csX14" fmla="*/ 35784 w 103725"/>
                <a:gd name="csY14" fmla="*/ 13614 h 95339"/>
                <a:gd name="csX15" fmla="*/ 31950 w 103725"/>
                <a:gd name="csY15" fmla="*/ 27746 h 95339"/>
                <a:gd name="csX16" fmla="*/ 20449 w 103725"/>
                <a:gd name="csY16" fmla="*/ 67822 h 95339"/>
                <a:gd name="csX17" fmla="*/ 53249 w 103725"/>
                <a:gd name="csY17" fmla="*/ 95454 h 95339"/>
                <a:gd name="csX18" fmla="*/ 103940 w 103725"/>
                <a:gd name="csY18" fmla="*/ 16777 h 953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3725" h="95339">
                  <a:moveTo>
                    <a:pt x="103940" y="16777"/>
                  </a:moveTo>
                  <a:cubicBezTo>
                    <a:pt x="103940" y="325"/>
                    <a:pt x="93929" y="114"/>
                    <a:pt x="93290" y="114"/>
                  </a:cubicBezTo>
                  <a:cubicBezTo>
                    <a:pt x="87753" y="114"/>
                    <a:pt x="81789" y="5809"/>
                    <a:pt x="81789" y="11293"/>
                  </a:cubicBezTo>
                  <a:cubicBezTo>
                    <a:pt x="81789" y="14879"/>
                    <a:pt x="83919" y="16567"/>
                    <a:pt x="85410" y="17832"/>
                  </a:cubicBezTo>
                  <a:cubicBezTo>
                    <a:pt x="89031" y="20785"/>
                    <a:pt x="93290" y="26269"/>
                    <a:pt x="93290" y="34706"/>
                  </a:cubicBezTo>
                  <a:cubicBezTo>
                    <a:pt x="93290" y="44198"/>
                    <a:pt x="79233" y="89548"/>
                    <a:pt x="53888" y="89548"/>
                  </a:cubicBezTo>
                  <a:cubicBezTo>
                    <a:pt x="36636" y="89548"/>
                    <a:pt x="36636" y="74361"/>
                    <a:pt x="36636" y="70775"/>
                  </a:cubicBezTo>
                  <a:cubicBezTo>
                    <a:pt x="36636" y="61072"/>
                    <a:pt x="40469" y="49260"/>
                    <a:pt x="48350" y="29644"/>
                  </a:cubicBezTo>
                  <a:cubicBezTo>
                    <a:pt x="50054" y="25215"/>
                    <a:pt x="51332" y="22051"/>
                    <a:pt x="51332" y="18465"/>
                  </a:cubicBezTo>
                  <a:cubicBezTo>
                    <a:pt x="51332" y="7497"/>
                    <a:pt x="41960" y="325"/>
                    <a:pt x="31098" y="325"/>
                  </a:cubicBezTo>
                  <a:cubicBezTo>
                    <a:pt x="9799" y="325"/>
                    <a:pt x="215" y="29222"/>
                    <a:pt x="215" y="32597"/>
                  </a:cubicBezTo>
                  <a:cubicBezTo>
                    <a:pt x="215" y="35339"/>
                    <a:pt x="3197" y="35339"/>
                    <a:pt x="3835" y="35339"/>
                  </a:cubicBezTo>
                  <a:cubicBezTo>
                    <a:pt x="6817" y="35339"/>
                    <a:pt x="7030" y="34284"/>
                    <a:pt x="7669" y="31964"/>
                  </a:cubicBezTo>
                  <a:cubicBezTo>
                    <a:pt x="12781" y="14668"/>
                    <a:pt x="21939" y="6231"/>
                    <a:pt x="30459" y="6231"/>
                  </a:cubicBezTo>
                  <a:cubicBezTo>
                    <a:pt x="34080" y="6231"/>
                    <a:pt x="35784" y="8551"/>
                    <a:pt x="35784" y="13614"/>
                  </a:cubicBezTo>
                  <a:cubicBezTo>
                    <a:pt x="35784" y="18465"/>
                    <a:pt x="34080" y="22894"/>
                    <a:pt x="31950" y="27746"/>
                  </a:cubicBezTo>
                  <a:cubicBezTo>
                    <a:pt x="22791" y="51159"/>
                    <a:pt x="20449" y="60229"/>
                    <a:pt x="20449" y="67822"/>
                  </a:cubicBezTo>
                  <a:cubicBezTo>
                    <a:pt x="20449" y="88704"/>
                    <a:pt x="37062" y="95454"/>
                    <a:pt x="53249" y="95454"/>
                  </a:cubicBezTo>
                  <a:cubicBezTo>
                    <a:pt x="89031" y="95454"/>
                    <a:pt x="103940" y="34074"/>
                    <a:pt x="103940" y="16777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36D2424-F11F-D2E0-EE41-7E65FDDE3748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833004" y="4864987"/>
              <a:ext cx="346866" cy="209119"/>
            </a:xfrm>
            <a:custGeom>
              <a:avLst/>
              <a:gdLst>
                <a:gd name="csX0" fmla="*/ 318180 w 346866"/>
                <a:gd name="csY0" fmla="*/ 21507 h 209119"/>
                <a:gd name="csX1" fmla="*/ 329742 w 346866"/>
                <a:gd name="csY1" fmla="*/ 14878 h 209119"/>
                <a:gd name="csX2" fmla="*/ 347086 w 346866"/>
                <a:gd name="csY2" fmla="*/ 14275 h 209119"/>
                <a:gd name="csX3" fmla="*/ 347086 w 346866"/>
                <a:gd name="csY3" fmla="*/ 113 h 209119"/>
                <a:gd name="csX4" fmla="*/ 314529 w 346866"/>
                <a:gd name="csY4" fmla="*/ 1017 h 209119"/>
                <a:gd name="csX5" fmla="*/ 273148 w 346866"/>
                <a:gd name="csY5" fmla="*/ 113 h 209119"/>
                <a:gd name="csX6" fmla="*/ 273148 w 346866"/>
                <a:gd name="csY6" fmla="*/ 14275 h 209119"/>
                <a:gd name="csX7" fmla="*/ 304184 w 346866"/>
                <a:gd name="csY7" fmla="*/ 17590 h 209119"/>
                <a:gd name="csX8" fmla="*/ 251850 w 346866"/>
                <a:gd name="csY8" fmla="*/ 152282 h 209119"/>
                <a:gd name="csX9" fmla="*/ 197994 w 346866"/>
                <a:gd name="csY9" fmla="*/ 14275 h 209119"/>
                <a:gd name="csX10" fmla="*/ 227204 w 346866"/>
                <a:gd name="csY10" fmla="*/ 14275 h 209119"/>
                <a:gd name="csX11" fmla="*/ 227204 w 346866"/>
                <a:gd name="csY11" fmla="*/ 113 h 209119"/>
                <a:gd name="csX12" fmla="*/ 173957 w 346866"/>
                <a:gd name="csY12" fmla="*/ 1017 h 209119"/>
                <a:gd name="csX13" fmla="*/ 127404 w 346866"/>
                <a:gd name="csY13" fmla="*/ 113 h 209119"/>
                <a:gd name="csX14" fmla="*/ 127404 w 346866"/>
                <a:gd name="csY14" fmla="*/ 14275 h 209119"/>
                <a:gd name="csX15" fmla="*/ 153571 w 346866"/>
                <a:gd name="csY15" fmla="*/ 14275 h 209119"/>
                <a:gd name="csX16" fmla="*/ 166046 w 346866"/>
                <a:gd name="csY16" fmla="*/ 46215 h 209119"/>
                <a:gd name="csX17" fmla="*/ 124665 w 346866"/>
                <a:gd name="csY17" fmla="*/ 152282 h 209119"/>
                <a:gd name="csX18" fmla="*/ 70810 w 346866"/>
                <a:gd name="csY18" fmla="*/ 14275 h 209119"/>
                <a:gd name="csX19" fmla="*/ 100020 w 346866"/>
                <a:gd name="csY19" fmla="*/ 14275 h 209119"/>
                <a:gd name="csX20" fmla="*/ 100020 w 346866"/>
                <a:gd name="csY20" fmla="*/ 113 h 209119"/>
                <a:gd name="csX21" fmla="*/ 46773 w 346866"/>
                <a:gd name="csY21" fmla="*/ 1017 h 209119"/>
                <a:gd name="csX22" fmla="*/ 219 w 346866"/>
                <a:gd name="csY22" fmla="*/ 113 h 209119"/>
                <a:gd name="csX23" fmla="*/ 219 w 346866"/>
                <a:gd name="csY23" fmla="*/ 14275 h 209119"/>
                <a:gd name="csX24" fmla="*/ 26387 w 346866"/>
                <a:gd name="csY24" fmla="*/ 14275 h 209119"/>
                <a:gd name="csX25" fmla="*/ 99411 w 346866"/>
                <a:gd name="csY25" fmla="*/ 201398 h 209119"/>
                <a:gd name="csX26" fmla="*/ 110060 w 346866"/>
                <a:gd name="csY26" fmla="*/ 209233 h 209119"/>
                <a:gd name="csX27" fmla="*/ 120710 w 346866"/>
                <a:gd name="csY27" fmla="*/ 201398 h 209119"/>
                <a:gd name="csX28" fmla="*/ 173653 w 346866"/>
                <a:gd name="csY28" fmla="*/ 65802 h 209119"/>
                <a:gd name="csX29" fmla="*/ 226595 w 346866"/>
                <a:gd name="csY29" fmla="*/ 201398 h 209119"/>
                <a:gd name="csX30" fmla="*/ 237245 w 346866"/>
                <a:gd name="csY30" fmla="*/ 209233 h 209119"/>
                <a:gd name="csX31" fmla="*/ 247894 w 346866"/>
                <a:gd name="csY31" fmla="*/ 201398 h 209119"/>
                <a:gd name="csX32" fmla="*/ 318180 w 346866"/>
                <a:gd name="csY32" fmla="*/ 21507 h 209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346866" h="209119">
                  <a:moveTo>
                    <a:pt x="318180" y="21507"/>
                  </a:moveTo>
                  <a:cubicBezTo>
                    <a:pt x="320006" y="16384"/>
                    <a:pt x="320310" y="15782"/>
                    <a:pt x="329742" y="14878"/>
                  </a:cubicBezTo>
                  <a:cubicBezTo>
                    <a:pt x="335828" y="14275"/>
                    <a:pt x="342217" y="14275"/>
                    <a:pt x="347086" y="14275"/>
                  </a:cubicBezTo>
                  <a:lnTo>
                    <a:pt x="347086" y="113"/>
                  </a:lnTo>
                  <a:cubicBezTo>
                    <a:pt x="338870" y="414"/>
                    <a:pt x="328221" y="1017"/>
                    <a:pt x="314529" y="1017"/>
                  </a:cubicBezTo>
                  <a:cubicBezTo>
                    <a:pt x="302967" y="1017"/>
                    <a:pt x="284102" y="1017"/>
                    <a:pt x="273148" y="113"/>
                  </a:cubicBezTo>
                  <a:lnTo>
                    <a:pt x="273148" y="14275"/>
                  </a:lnTo>
                  <a:cubicBezTo>
                    <a:pt x="280755" y="14275"/>
                    <a:pt x="295360" y="14275"/>
                    <a:pt x="304184" y="17590"/>
                  </a:cubicBezTo>
                  <a:lnTo>
                    <a:pt x="251850" y="152282"/>
                  </a:lnTo>
                  <a:lnTo>
                    <a:pt x="197994" y="14275"/>
                  </a:lnTo>
                  <a:lnTo>
                    <a:pt x="227204" y="14275"/>
                  </a:lnTo>
                  <a:lnTo>
                    <a:pt x="227204" y="113"/>
                  </a:lnTo>
                  <a:cubicBezTo>
                    <a:pt x="215642" y="1017"/>
                    <a:pt x="187040" y="1017"/>
                    <a:pt x="173957" y="1017"/>
                  </a:cubicBezTo>
                  <a:cubicBezTo>
                    <a:pt x="162090" y="1017"/>
                    <a:pt x="138053" y="1017"/>
                    <a:pt x="127404" y="113"/>
                  </a:cubicBezTo>
                  <a:lnTo>
                    <a:pt x="127404" y="14275"/>
                  </a:lnTo>
                  <a:lnTo>
                    <a:pt x="153571" y="14275"/>
                  </a:lnTo>
                  <a:lnTo>
                    <a:pt x="166046" y="46215"/>
                  </a:lnTo>
                  <a:lnTo>
                    <a:pt x="124665" y="152282"/>
                  </a:lnTo>
                  <a:lnTo>
                    <a:pt x="70810" y="14275"/>
                  </a:lnTo>
                  <a:lnTo>
                    <a:pt x="100020" y="14275"/>
                  </a:lnTo>
                  <a:lnTo>
                    <a:pt x="100020" y="113"/>
                  </a:lnTo>
                  <a:cubicBezTo>
                    <a:pt x="88457" y="1017"/>
                    <a:pt x="59856" y="1017"/>
                    <a:pt x="46773" y="1017"/>
                  </a:cubicBezTo>
                  <a:cubicBezTo>
                    <a:pt x="34906" y="1017"/>
                    <a:pt x="10869" y="1017"/>
                    <a:pt x="219" y="113"/>
                  </a:cubicBezTo>
                  <a:lnTo>
                    <a:pt x="219" y="14275"/>
                  </a:lnTo>
                  <a:lnTo>
                    <a:pt x="26387" y="14275"/>
                  </a:lnTo>
                  <a:lnTo>
                    <a:pt x="99411" y="201398"/>
                  </a:lnTo>
                  <a:cubicBezTo>
                    <a:pt x="101237" y="206219"/>
                    <a:pt x="102454" y="209233"/>
                    <a:pt x="110060" y="209233"/>
                  </a:cubicBezTo>
                  <a:cubicBezTo>
                    <a:pt x="117667" y="209233"/>
                    <a:pt x="118884" y="206219"/>
                    <a:pt x="120710" y="201398"/>
                  </a:cubicBezTo>
                  <a:lnTo>
                    <a:pt x="173653" y="65802"/>
                  </a:lnTo>
                  <a:lnTo>
                    <a:pt x="226595" y="201398"/>
                  </a:lnTo>
                  <a:cubicBezTo>
                    <a:pt x="228421" y="206219"/>
                    <a:pt x="229638" y="209233"/>
                    <a:pt x="237245" y="209233"/>
                  </a:cubicBezTo>
                  <a:cubicBezTo>
                    <a:pt x="244851" y="209233"/>
                    <a:pt x="246068" y="206219"/>
                    <a:pt x="247894" y="201398"/>
                  </a:cubicBezTo>
                  <a:lnTo>
                    <a:pt x="318180" y="21507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82CA17EA-312E-A729-03F0-0EB7DCC41014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4331553" y="4454275"/>
              <a:ext cx="167652" cy="545097"/>
            </a:xfrm>
            <a:custGeom>
              <a:avLst/>
              <a:gdLst>
                <a:gd name="csX0" fmla="*/ 25487 w 167652"/>
                <a:gd name="csY0" fmla="*/ 545190 h 545097"/>
                <a:gd name="csX1" fmla="*/ 34007 w 167652"/>
                <a:gd name="csY1" fmla="*/ 540972 h 545097"/>
                <a:gd name="csX2" fmla="*/ 165755 w 167652"/>
                <a:gd name="csY2" fmla="*/ 7023 h 545097"/>
                <a:gd name="csX3" fmla="*/ 167885 w 167652"/>
                <a:gd name="csY3" fmla="*/ 3106 h 545097"/>
                <a:gd name="csX4" fmla="*/ 160887 w 167652"/>
                <a:gd name="csY4" fmla="*/ 93 h 545097"/>
                <a:gd name="csX5" fmla="*/ 154802 w 167652"/>
                <a:gd name="csY5" fmla="*/ 695 h 545097"/>
                <a:gd name="csX6" fmla="*/ 84211 w 167652"/>
                <a:gd name="csY6" fmla="*/ 106159 h 545097"/>
                <a:gd name="csX7" fmla="*/ 7536 w 167652"/>
                <a:gd name="csY7" fmla="*/ 386693 h 545097"/>
                <a:gd name="csX8" fmla="*/ 233 w 167652"/>
                <a:gd name="csY8" fmla="*/ 530124 h 545097"/>
                <a:gd name="csX9" fmla="*/ 233 w 167652"/>
                <a:gd name="csY9" fmla="*/ 541876 h 545097"/>
                <a:gd name="csX10" fmla="*/ 8753 w 167652"/>
                <a:gd name="csY10" fmla="*/ 545190 h 545097"/>
                <a:gd name="csX11" fmla="*/ 25487 w 167652"/>
                <a:gd name="csY11" fmla="*/ 545190 h 545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67652" h="545097">
                  <a:moveTo>
                    <a:pt x="25487" y="545190"/>
                  </a:moveTo>
                  <a:cubicBezTo>
                    <a:pt x="32181" y="545190"/>
                    <a:pt x="34007" y="545190"/>
                    <a:pt x="34007" y="540972"/>
                  </a:cubicBezTo>
                  <a:cubicBezTo>
                    <a:pt x="34615" y="329743"/>
                    <a:pt x="59261" y="154371"/>
                    <a:pt x="165755" y="7023"/>
                  </a:cubicBezTo>
                  <a:cubicBezTo>
                    <a:pt x="167885" y="4311"/>
                    <a:pt x="167885" y="3709"/>
                    <a:pt x="167885" y="3106"/>
                  </a:cubicBezTo>
                  <a:cubicBezTo>
                    <a:pt x="167885" y="93"/>
                    <a:pt x="165755" y="93"/>
                    <a:pt x="160887" y="93"/>
                  </a:cubicBezTo>
                  <a:cubicBezTo>
                    <a:pt x="156019" y="93"/>
                    <a:pt x="155410" y="93"/>
                    <a:pt x="154802" y="695"/>
                  </a:cubicBezTo>
                  <a:cubicBezTo>
                    <a:pt x="153584" y="1599"/>
                    <a:pt x="114942" y="45593"/>
                    <a:pt x="84211" y="106159"/>
                  </a:cubicBezTo>
                  <a:cubicBezTo>
                    <a:pt x="44048" y="185709"/>
                    <a:pt x="18793" y="277011"/>
                    <a:pt x="7536" y="386693"/>
                  </a:cubicBezTo>
                  <a:cubicBezTo>
                    <a:pt x="6623" y="396034"/>
                    <a:pt x="233" y="458710"/>
                    <a:pt x="233" y="530124"/>
                  </a:cubicBezTo>
                  <a:lnTo>
                    <a:pt x="233" y="541876"/>
                  </a:lnTo>
                  <a:cubicBezTo>
                    <a:pt x="537" y="545190"/>
                    <a:pt x="2363" y="545190"/>
                    <a:pt x="8753" y="545190"/>
                  </a:cubicBezTo>
                  <a:lnTo>
                    <a:pt x="25487" y="545190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207DE7B7-CA92-12BD-9074-48DF1479078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4331553" y="4993351"/>
              <a:ext cx="167652" cy="545097"/>
            </a:xfrm>
            <a:custGeom>
              <a:avLst/>
              <a:gdLst>
                <a:gd name="csX0" fmla="*/ 8753 w 167652"/>
                <a:gd name="csY0" fmla="*/ 111 h 545097"/>
                <a:gd name="csX1" fmla="*/ 233 w 167652"/>
                <a:gd name="csY1" fmla="*/ 3425 h 545097"/>
                <a:gd name="csX2" fmla="*/ 233 w 167652"/>
                <a:gd name="csY2" fmla="*/ 15177 h 545097"/>
                <a:gd name="csX3" fmla="*/ 42831 w 167652"/>
                <a:gd name="csY3" fmla="*/ 337595 h 545097"/>
                <a:gd name="csX4" fmla="*/ 148108 w 167652"/>
                <a:gd name="csY4" fmla="*/ 537073 h 545097"/>
                <a:gd name="csX5" fmla="*/ 155106 w 167652"/>
                <a:gd name="csY5" fmla="*/ 544606 h 545097"/>
                <a:gd name="csX6" fmla="*/ 160887 w 167652"/>
                <a:gd name="csY6" fmla="*/ 545208 h 545097"/>
                <a:gd name="csX7" fmla="*/ 167885 w 167652"/>
                <a:gd name="csY7" fmla="*/ 542195 h 545097"/>
                <a:gd name="csX8" fmla="*/ 166059 w 167652"/>
                <a:gd name="csY8" fmla="*/ 538278 h 545097"/>
                <a:gd name="csX9" fmla="*/ 34007 w 167652"/>
                <a:gd name="csY9" fmla="*/ 4329 h 545097"/>
                <a:gd name="csX10" fmla="*/ 25487 w 167652"/>
                <a:gd name="csY10" fmla="*/ 111 h 545097"/>
                <a:gd name="csX11" fmla="*/ 8753 w 167652"/>
                <a:gd name="csY11" fmla="*/ 111 h 545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67652" h="545097">
                  <a:moveTo>
                    <a:pt x="8753" y="111"/>
                  </a:moveTo>
                  <a:cubicBezTo>
                    <a:pt x="2363" y="111"/>
                    <a:pt x="537" y="111"/>
                    <a:pt x="233" y="3425"/>
                  </a:cubicBezTo>
                  <a:lnTo>
                    <a:pt x="233" y="15177"/>
                  </a:lnTo>
                  <a:cubicBezTo>
                    <a:pt x="233" y="199287"/>
                    <a:pt x="33398" y="307161"/>
                    <a:pt x="42831" y="337595"/>
                  </a:cubicBezTo>
                  <a:cubicBezTo>
                    <a:pt x="63521" y="404489"/>
                    <a:pt x="97295" y="474999"/>
                    <a:pt x="148108" y="537073"/>
                  </a:cubicBezTo>
                  <a:cubicBezTo>
                    <a:pt x="152672" y="542496"/>
                    <a:pt x="153889" y="544003"/>
                    <a:pt x="155106" y="544606"/>
                  </a:cubicBezTo>
                  <a:cubicBezTo>
                    <a:pt x="155714" y="544907"/>
                    <a:pt x="156019" y="545208"/>
                    <a:pt x="160887" y="545208"/>
                  </a:cubicBezTo>
                  <a:cubicBezTo>
                    <a:pt x="165755" y="545208"/>
                    <a:pt x="167885" y="545208"/>
                    <a:pt x="167885" y="542195"/>
                  </a:cubicBezTo>
                  <a:cubicBezTo>
                    <a:pt x="167885" y="541592"/>
                    <a:pt x="167885" y="540990"/>
                    <a:pt x="166059" y="538278"/>
                  </a:cubicBezTo>
                  <a:cubicBezTo>
                    <a:pt x="64738" y="399065"/>
                    <a:pt x="34311" y="231529"/>
                    <a:pt x="34007" y="4329"/>
                  </a:cubicBezTo>
                  <a:cubicBezTo>
                    <a:pt x="34007" y="111"/>
                    <a:pt x="32181" y="111"/>
                    <a:pt x="25487" y="111"/>
                  </a:cubicBezTo>
                  <a:lnTo>
                    <a:pt x="8753" y="111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6D9150EA-5E74-E5CF-9984-2FB5B37DC3A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4572839" y="4667164"/>
              <a:ext cx="100408" cy="200682"/>
            </a:xfrm>
            <a:custGeom>
              <a:avLst/>
              <a:gdLst>
                <a:gd name="csX0" fmla="*/ 62618 w 100408"/>
                <a:gd name="csY0" fmla="*/ 7940 h 200682"/>
                <a:gd name="csX1" fmla="*/ 55620 w 100408"/>
                <a:gd name="csY1" fmla="*/ 106 h 200682"/>
                <a:gd name="csX2" fmla="*/ 243 w 100408"/>
                <a:gd name="csY2" fmla="*/ 19391 h 200682"/>
                <a:gd name="csX3" fmla="*/ 243 w 100408"/>
                <a:gd name="csY3" fmla="*/ 28732 h 200682"/>
                <a:gd name="csX4" fmla="*/ 40102 w 100408"/>
                <a:gd name="csY4" fmla="*/ 20897 h 200682"/>
                <a:gd name="csX5" fmla="*/ 40102 w 100408"/>
                <a:gd name="csY5" fmla="*/ 176984 h 200682"/>
                <a:gd name="csX6" fmla="*/ 11805 w 100408"/>
                <a:gd name="csY6" fmla="*/ 191448 h 200682"/>
                <a:gd name="csX7" fmla="*/ 2069 w 100408"/>
                <a:gd name="csY7" fmla="*/ 191448 h 200682"/>
                <a:gd name="csX8" fmla="*/ 2069 w 100408"/>
                <a:gd name="csY8" fmla="*/ 200789 h 200682"/>
                <a:gd name="csX9" fmla="*/ 51360 w 100408"/>
                <a:gd name="csY9" fmla="*/ 199885 h 200682"/>
                <a:gd name="csX10" fmla="*/ 100652 w 100408"/>
                <a:gd name="csY10" fmla="*/ 200789 h 200682"/>
                <a:gd name="csX11" fmla="*/ 100652 w 100408"/>
                <a:gd name="csY11" fmla="*/ 191448 h 200682"/>
                <a:gd name="csX12" fmla="*/ 90915 w 100408"/>
                <a:gd name="csY12" fmla="*/ 191448 h 200682"/>
                <a:gd name="csX13" fmla="*/ 62618 w 100408"/>
                <a:gd name="csY13" fmla="*/ 176984 h 200682"/>
                <a:gd name="csX14" fmla="*/ 62618 w 100408"/>
                <a:gd name="csY14" fmla="*/ 7940 h 200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0408" h="200682">
                  <a:moveTo>
                    <a:pt x="62618" y="7940"/>
                  </a:moveTo>
                  <a:cubicBezTo>
                    <a:pt x="62618" y="709"/>
                    <a:pt x="62618" y="106"/>
                    <a:pt x="55620" y="106"/>
                  </a:cubicBezTo>
                  <a:cubicBezTo>
                    <a:pt x="36755" y="19391"/>
                    <a:pt x="9980" y="19391"/>
                    <a:pt x="243" y="19391"/>
                  </a:cubicBezTo>
                  <a:lnTo>
                    <a:pt x="243" y="28732"/>
                  </a:lnTo>
                  <a:cubicBezTo>
                    <a:pt x="6328" y="28732"/>
                    <a:pt x="24280" y="28732"/>
                    <a:pt x="40102" y="20897"/>
                  </a:cubicBezTo>
                  <a:lnTo>
                    <a:pt x="40102" y="176984"/>
                  </a:lnTo>
                  <a:cubicBezTo>
                    <a:pt x="40102" y="187832"/>
                    <a:pt x="39189" y="191448"/>
                    <a:pt x="11805" y="191448"/>
                  </a:cubicBezTo>
                  <a:lnTo>
                    <a:pt x="2069" y="191448"/>
                  </a:lnTo>
                  <a:lnTo>
                    <a:pt x="2069" y="200789"/>
                  </a:lnTo>
                  <a:cubicBezTo>
                    <a:pt x="12718" y="199885"/>
                    <a:pt x="39189" y="199885"/>
                    <a:pt x="51360" y="199885"/>
                  </a:cubicBezTo>
                  <a:cubicBezTo>
                    <a:pt x="63531" y="199885"/>
                    <a:pt x="90002" y="199885"/>
                    <a:pt x="100652" y="200789"/>
                  </a:cubicBezTo>
                  <a:lnTo>
                    <a:pt x="100652" y="191448"/>
                  </a:lnTo>
                  <a:lnTo>
                    <a:pt x="90915" y="191448"/>
                  </a:lnTo>
                  <a:cubicBezTo>
                    <a:pt x="63531" y="191448"/>
                    <a:pt x="62618" y="188133"/>
                    <a:pt x="62618" y="176984"/>
                  </a:cubicBezTo>
                  <a:lnTo>
                    <a:pt x="62618" y="7940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0" name="Rectangle 1109">
              <a:extLst>
                <a:ext uri="{FF2B5EF4-FFF2-40B4-BE49-F238E27FC236}">
                  <a16:creationId xmlns:a16="http://schemas.microsoft.com/office/drawing/2014/main" id="{E9661D9C-1214-2EA0-A902-E16115F00B81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4545759" y="4990338"/>
              <a:ext cx="152134" cy="12052"/>
            </a:xfrm>
            <a:prstGeom prst="rect">
              <a:avLst/>
            </a:pr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AA6106A1-8E8F-39E1-DD7E-0E089ECFE1E8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4578238" y="5079214"/>
              <a:ext cx="80326" cy="202490"/>
            </a:xfrm>
            <a:custGeom>
              <a:avLst/>
              <a:gdLst>
                <a:gd name="csX0" fmla="*/ 77832 w 80326"/>
                <a:gd name="csY0" fmla="*/ 10967 h 202490"/>
                <a:gd name="csX1" fmla="*/ 66574 w 80326"/>
                <a:gd name="csY1" fmla="*/ 120 h 202490"/>
                <a:gd name="csX2" fmla="*/ 50144 w 80326"/>
                <a:gd name="csY2" fmla="*/ 16090 h 202490"/>
                <a:gd name="csX3" fmla="*/ 61706 w 80326"/>
                <a:gd name="csY3" fmla="*/ 26937 h 202490"/>
                <a:gd name="csX4" fmla="*/ 77832 w 80326"/>
                <a:gd name="csY4" fmla="*/ 10967 h 202490"/>
                <a:gd name="csX5" fmla="*/ 54708 w 80326"/>
                <a:gd name="csY5" fmla="*/ 124266 h 202490"/>
                <a:gd name="csX6" fmla="*/ 61402 w 80326"/>
                <a:gd name="csY6" fmla="*/ 106789 h 202490"/>
                <a:gd name="csX7" fmla="*/ 65357 w 80326"/>
                <a:gd name="csY7" fmla="*/ 90818 h 202490"/>
                <a:gd name="csX8" fmla="*/ 40407 w 80326"/>
                <a:gd name="csY8" fmla="*/ 66110 h 202490"/>
                <a:gd name="csX9" fmla="*/ 244 w 80326"/>
                <a:gd name="csY9" fmla="*/ 112514 h 202490"/>
                <a:gd name="csX10" fmla="*/ 3895 w 80326"/>
                <a:gd name="csY10" fmla="*/ 115527 h 202490"/>
                <a:gd name="csX11" fmla="*/ 8763 w 80326"/>
                <a:gd name="csY11" fmla="*/ 110103 h 202490"/>
                <a:gd name="csX12" fmla="*/ 39494 w 80326"/>
                <a:gd name="csY12" fmla="*/ 72739 h 202490"/>
                <a:gd name="csX13" fmla="*/ 47101 w 80326"/>
                <a:gd name="csY13" fmla="*/ 82381 h 202490"/>
                <a:gd name="csX14" fmla="*/ 43754 w 80326"/>
                <a:gd name="csY14" fmla="*/ 98050 h 202490"/>
                <a:gd name="csX15" fmla="*/ 22760 w 80326"/>
                <a:gd name="csY15" fmla="*/ 153795 h 202490"/>
                <a:gd name="csX16" fmla="*/ 15761 w 80326"/>
                <a:gd name="csY16" fmla="*/ 177902 h 202490"/>
                <a:gd name="csX17" fmla="*/ 40711 w 80326"/>
                <a:gd name="csY17" fmla="*/ 202610 h 202490"/>
                <a:gd name="csX18" fmla="*/ 80571 w 80326"/>
                <a:gd name="csY18" fmla="*/ 156206 h 202490"/>
                <a:gd name="csX19" fmla="*/ 76919 w 80326"/>
                <a:gd name="csY19" fmla="*/ 153193 h 202490"/>
                <a:gd name="csX20" fmla="*/ 72355 w 80326"/>
                <a:gd name="csY20" fmla="*/ 158617 h 202490"/>
                <a:gd name="csX21" fmla="*/ 41320 w 80326"/>
                <a:gd name="csY21" fmla="*/ 195981 h 202490"/>
                <a:gd name="csX22" fmla="*/ 34018 w 80326"/>
                <a:gd name="csY22" fmla="*/ 186037 h 202490"/>
                <a:gd name="csX23" fmla="*/ 42841 w 80326"/>
                <a:gd name="csY23" fmla="*/ 155905 h 202490"/>
                <a:gd name="csX24" fmla="*/ 54708 w 80326"/>
                <a:gd name="csY24" fmla="*/ 124266 h 2024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80326" h="202490">
                  <a:moveTo>
                    <a:pt x="77832" y="10967"/>
                  </a:moveTo>
                  <a:cubicBezTo>
                    <a:pt x="77832" y="4941"/>
                    <a:pt x="73572" y="120"/>
                    <a:pt x="66574" y="120"/>
                  </a:cubicBezTo>
                  <a:cubicBezTo>
                    <a:pt x="58359" y="120"/>
                    <a:pt x="50144" y="7954"/>
                    <a:pt x="50144" y="16090"/>
                  </a:cubicBezTo>
                  <a:cubicBezTo>
                    <a:pt x="50144" y="21815"/>
                    <a:pt x="54404" y="26937"/>
                    <a:pt x="61706" y="26937"/>
                  </a:cubicBezTo>
                  <a:cubicBezTo>
                    <a:pt x="68704" y="26937"/>
                    <a:pt x="77832" y="20007"/>
                    <a:pt x="77832" y="10967"/>
                  </a:cubicBezTo>
                  <a:close/>
                  <a:moveTo>
                    <a:pt x="54708" y="124266"/>
                  </a:moveTo>
                  <a:cubicBezTo>
                    <a:pt x="58359" y="115527"/>
                    <a:pt x="58359" y="114925"/>
                    <a:pt x="61402" y="106789"/>
                  </a:cubicBezTo>
                  <a:cubicBezTo>
                    <a:pt x="63836" y="100762"/>
                    <a:pt x="65357" y="96544"/>
                    <a:pt x="65357" y="90818"/>
                  </a:cubicBezTo>
                  <a:cubicBezTo>
                    <a:pt x="65357" y="77259"/>
                    <a:pt x="55621" y="66110"/>
                    <a:pt x="40407" y="66110"/>
                  </a:cubicBezTo>
                  <a:cubicBezTo>
                    <a:pt x="11806" y="66110"/>
                    <a:pt x="244" y="109802"/>
                    <a:pt x="244" y="112514"/>
                  </a:cubicBezTo>
                  <a:cubicBezTo>
                    <a:pt x="244" y="115527"/>
                    <a:pt x="3286" y="115527"/>
                    <a:pt x="3895" y="115527"/>
                  </a:cubicBezTo>
                  <a:cubicBezTo>
                    <a:pt x="6938" y="115527"/>
                    <a:pt x="7242" y="114925"/>
                    <a:pt x="8763" y="110103"/>
                  </a:cubicBezTo>
                  <a:cubicBezTo>
                    <a:pt x="16979" y="81779"/>
                    <a:pt x="29149" y="72739"/>
                    <a:pt x="39494" y="72739"/>
                  </a:cubicBezTo>
                  <a:cubicBezTo>
                    <a:pt x="41929" y="72739"/>
                    <a:pt x="47101" y="72739"/>
                    <a:pt x="47101" y="82381"/>
                  </a:cubicBezTo>
                  <a:cubicBezTo>
                    <a:pt x="47101" y="88709"/>
                    <a:pt x="44971" y="95037"/>
                    <a:pt x="43754" y="98050"/>
                  </a:cubicBezTo>
                  <a:cubicBezTo>
                    <a:pt x="41320" y="105885"/>
                    <a:pt x="27628" y="140838"/>
                    <a:pt x="22760" y="153795"/>
                  </a:cubicBezTo>
                  <a:cubicBezTo>
                    <a:pt x="19717" y="161630"/>
                    <a:pt x="15761" y="171574"/>
                    <a:pt x="15761" y="177902"/>
                  </a:cubicBezTo>
                  <a:cubicBezTo>
                    <a:pt x="15761" y="192064"/>
                    <a:pt x="26107" y="202610"/>
                    <a:pt x="40711" y="202610"/>
                  </a:cubicBezTo>
                  <a:cubicBezTo>
                    <a:pt x="69313" y="202610"/>
                    <a:pt x="80571" y="158918"/>
                    <a:pt x="80571" y="156206"/>
                  </a:cubicBezTo>
                  <a:cubicBezTo>
                    <a:pt x="80571" y="153193"/>
                    <a:pt x="77832" y="153193"/>
                    <a:pt x="76919" y="153193"/>
                  </a:cubicBezTo>
                  <a:cubicBezTo>
                    <a:pt x="73877" y="153193"/>
                    <a:pt x="73877" y="154097"/>
                    <a:pt x="72355" y="158617"/>
                  </a:cubicBezTo>
                  <a:cubicBezTo>
                    <a:pt x="66879" y="177600"/>
                    <a:pt x="56838" y="195981"/>
                    <a:pt x="41320" y="195981"/>
                  </a:cubicBezTo>
                  <a:cubicBezTo>
                    <a:pt x="36147" y="195981"/>
                    <a:pt x="34018" y="192968"/>
                    <a:pt x="34018" y="186037"/>
                  </a:cubicBezTo>
                  <a:cubicBezTo>
                    <a:pt x="34018" y="178504"/>
                    <a:pt x="35843" y="174286"/>
                    <a:pt x="42841" y="155905"/>
                  </a:cubicBezTo>
                  <a:lnTo>
                    <a:pt x="54708" y="12426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875E49C7-6587-1DEB-62A8-3025AF2E6694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4816107" y="4555193"/>
              <a:ext cx="64535" cy="141954"/>
            </a:xfrm>
            <a:custGeom>
              <a:avLst/>
              <a:gdLst>
                <a:gd name="csX0" fmla="*/ 59249 w 64535"/>
                <a:gd name="csY0" fmla="*/ 8115 h 141954"/>
                <a:gd name="csX1" fmla="*/ 50730 w 64535"/>
                <a:gd name="csY1" fmla="*/ 100 h 141954"/>
                <a:gd name="csX2" fmla="*/ 38802 w 64535"/>
                <a:gd name="csY2" fmla="*/ 11701 h 141954"/>
                <a:gd name="csX3" fmla="*/ 47322 w 64535"/>
                <a:gd name="csY3" fmla="*/ 19717 h 141954"/>
                <a:gd name="csX4" fmla="*/ 59249 w 64535"/>
                <a:gd name="csY4" fmla="*/ 8115 h 141954"/>
                <a:gd name="csX5" fmla="*/ 15800 w 64535"/>
                <a:gd name="csY5" fmla="*/ 115267 h 141954"/>
                <a:gd name="csX6" fmla="*/ 13883 w 64535"/>
                <a:gd name="csY6" fmla="*/ 124126 h 141954"/>
                <a:gd name="csX7" fmla="*/ 34117 w 64535"/>
                <a:gd name="csY7" fmla="*/ 142055 h 141954"/>
                <a:gd name="csX8" fmla="*/ 64787 w 64535"/>
                <a:gd name="csY8" fmla="*/ 109783 h 141954"/>
                <a:gd name="csX9" fmla="*/ 61379 w 64535"/>
                <a:gd name="csY9" fmla="*/ 107041 h 141954"/>
                <a:gd name="csX10" fmla="*/ 57332 w 64535"/>
                <a:gd name="csY10" fmla="*/ 110626 h 141954"/>
                <a:gd name="csX11" fmla="*/ 34756 w 64535"/>
                <a:gd name="csY11" fmla="*/ 136149 h 141954"/>
                <a:gd name="csX12" fmla="*/ 29431 w 64535"/>
                <a:gd name="csY12" fmla="*/ 128766 h 141954"/>
                <a:gd name="csX13" fmla="*/ 32839 w 64535"/>
                <a:gd name="csY13" fmla="*/ 115267 h 141954"/>
                <a:gd name="csX14" fmla="*/ 39654 w 64535"/>
                <a:gd name="csY14" fmla="*/ 98393 h 141954"/>
                <a:gd name="csX15" fmla="*/ 50091 w 64535"/>
                <a:gd name="csY15" fmla="*/ 71605 h 141954"/>
                <a:gd name="csX16" fmla="*/ 51369 w 64535"/>
                <a:gd name="csY16" fmla="*/ 64855 h 141954"/>
                <a:gd name="csX17" fmla="*/ 31135 w 64535"/>
                <a:gd name="csY17" fmla="*/ 46926 h 141954"/>
                <a:gd name="csX18" fmla="*/ 252 w 64535"/>
                <a:gd name="csY18" fmla="*/ 79198 h 141954"/>
                <a:gd name="csX19" fmla="*/ 3872 w 64535"/>
                <a:gd name="csY19" fmla="*/ 81940 h 141954"/>
                <a:gd name="csX20" fmla="*/ 7706 w 64535"/>
                <a:gd name="csY20" fmla="*/ 78565 h 141954"/>
                <a:gd name="csX21" fmla="*/ 30496 w 64535"/>
                <a:gd name="csY21" fmla="*/ 52832 h 141954"/>
                <a:gd name="csX22" fmla="*/ 35820 w 64535"/>
                <a:gd name="csY22" fmla="*/ 60215 h 141954"/>
                <a:gd name="csX23" fmla="*/ 29218 w 64535"/>
                <a:gd name="csY23" fmla="*/ 81307 h 141954"/>
                <a:gd name="csX24" fmla="*/ 15800 w 64535"/>
                <a:gd name="csY24" fmla="*/ 115267 h 141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35" h="141954">
                  <a:moveTo>
                    <a:pt x="59249" y="8115"/>
                  </a:moveTo>
                  <a:cubicBezTo>
                    <a:pt x="59249" y="4741"/>
                    <a:pt x="56693" y="100"/>
                    <a:pt x="50730" y="100"/>
                  </a:cubicBezTo>
                  <a:cubicBezTo>
                    <a:pt x="44979" y="100"/>
                    <a:pt x="38802" y="5584"/>
                    <a:pt x="38802" y="11701"/>
                  </a:cubicBezTo>
                  <a:cubicBezTo>
                    <a:pt x="38802" y="15287"/>
                    <a:pt x="41571" y="19717"/>
                    <a:pt x="47322" y="19717"/>
                  </a:cubicBezTo>
                  <a:cubicBezTo>
                    <a:pt x="53499" y="19717"/>
                    <a:pt x="59249" y="13811"/>
                    <a:pt x="59249" y="8115"/>
                  </a:cubicBezTo>
                  <a:close/>
                  <a:moveTo>
                    <a:pt x="15800" y="115267"/>
                  </a:moveTo>
                  <a:cubicBezTo>
                    <a:pt x="14948" y="118009"/>
                    <a:pt x="13883" y="120540"/>
                    <a:pt x="13883" y="124126"/>
                  </a:cubicBezTo>
                  <a:cubicBezTo>
                    <a:pt x="13883" y="134039"/>
                    <a:pt x="22402" y="142055"/>
                    <a:pt x="34117" y="142055"/>
                  </a:cubicBezTo>
                  <a:cubicBezTo>
                    <a:pt x="55415" y="142055"/>
                    <a:pt x="64787" y="112947"/>
                    <a:pt x="64787" y="109783"/>
                  </a:cubicBezTo>
                  <a:cubicBezTo>
                    <a:pt x="64787" y="107041"/>
                    <a:pt x="62018" y="107041"/>
                    <a:pt x="61379" y="107041"/>
                  </a:cubicBezTo>
                  <a:cubicBezTo>
                    <a:pt x="58397" y="107041"/>
                    <a:pt x="58184" y="108306"/>
                    <a:pt x="57332" y="110626"/>
                  </a:cubicBezTo>
                  <a:cubicBezTo>
                    <a:pt x="52434" y="127501"/>
                    <a:pt x="43062" y="136149"/>
                    <a:pt x="34756" y="136149"/>
                  </a:cubicBezTo>
                  <a:cubicBezTo>
                    <a:pt x="30496" y="136149"/>
                    <a:pt x="29431" y="133407"/>
                    <a:pt x="29431" y="128766"/>
                  </a:cubicBezTo>
                  <a:cubicBezTo>
                    <a:pt x="29431" y="123915"/>
                    <a:pt x="30922" y="119907"/>
                    <a:pt x="32839" y="115267"/>
                  </a:cubicBezTo>
                  <a:cubicBezTo>
                    <a:pt x="34969" y="109572"/>
                    <a:pt x="37311" y="103877"/>
                    <a:pt x="39654" y="98393"/>
                  </a:cubicBezTo>
                  <a:cubicBezTo>
                    <a:pt x="41571" y="93330"/>
                    <a:pt x="49239" y="74136"/>
                    <a:pt x="50091" y="71605"/>
                  </a:cubicBezTo>
                  <a:cubicBezTo>
                    <a:pt x="50730" y="69495"/>
                    <a:pt x="51369" y="66964"/>
                    <a:pt x="51369" y="64855"/>
                  </a:cubicBezTo>
                  <a:cubicBezTo>
                    <a:pt x="51369" y="54941"/>
                    <a:pt x="42849" y="46926"/>
                    <a:pt x="31135" y="46926"/>
                  </a:cubicBezTo>
                  <a:cubicBezTo>
                    <a:pt x="10049" y="46926"/>
                    <a:pt x="252" y="75612"/>
                    <a:pt x="252" y="79198"/>
                  </a:cubicBezTo>
                  <a:cubicBezTo>
                    <a:pt x="252" y="81940"/>
                    <a:pt x="3233" y="81940"/>
                    <a:pt x="3872" y="81940"/>
                  </a:cubicBezTo>
                  <a:cubicBezTo>
                    <a:pt x="6854" y="81940"/>
                    <a:pt x="7067" y="80886"/>
                    <a:pt x="7706" y="78565"/>
                  </a:cubicBezTo>
                  <a:cubicBezTo>
                    <a:pt x="13244" y="60426"/>
                    <a:pt x="22615" y="52832"/>
                    <a:pt x="30496" y="52832"/>
                  </a:cubicBezTo>
                  <a:cubicBezTo>
                    <a:pt x="33904" y="52832"/>
                    <a:pt x="35820" y="54520"/>
                    <a:pt x="35820" y="60215"/>
                  </a:cubicBezTo>
                  <a:cubicBezTo>
                    <a:pt x="35820" y="65066"/>
                    <a:pt x="34543" y="68230"/>
                    <a:pt x="29218" y="81307"/>
                  </a:cubicBezTo>
                  <a:lnTo>
                    <a:pt x="15800" y="115267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642B73F3-4E39-16F8-082E-81AB9EEBDE90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4915185" y="4637033"/>
              <a:ext cx="143979" cy="10335"/>
            </a:xfrm>
            <a:custGeom>
              <a:avLst/>
              <a:gdLst>
                <a:gd name="csX0" fmla="*/ 135715 w 143979"/>
                <a:gd name="csY0" fmla="*/ 10436 h 10335"/>
                <a:gd name="csX1" fmla="*/ 144234 w 143979"/>
                <a:gd name="csY1" fmla="*/ 5373 h 10335"/>
                <a:gd name="csX2" fmla="*/ 135715 w 143979"/>
                <a:gd name="csY2" fmla="*/ 100 h 10335"/>
                <a:gd name="csX3" fmla="*/ 8774 w 143979"/>
                <a:gd name="csY3" fmla="*/ 100 h 10335"/>
                <a:gd name="csX4" fmla="*/ 254 w 143979"/>
                <a:gd name="csY4" fmla="*/ 5162 h 10335"/>
                <a:gd name="csX5" fmla="*/ 8774 w 143979"/>
                <a:gd name="csY5" fmla="*/ 10436 h 10335"/>
                <a:gd name="csX6" fmla="*/ 135715 w 143979"/>
                <a:gd name="csY6" fmla="*/ 10436 h 10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979" h="10335">
                  <a:moveTo>
                    <a:pt x="135715" y="10436"/>
                  </a:moveTo>
                  <a:cubicBezTo>
                    <a:pt x="139123" y="10436"/>
                    <a:pt x="144234" y="10436"/>
                    <a:pt x="144234" y="5373"/>
                  </a:cubicBezTo>
                  <a:cubicBezTo>
                    <a:pt x="144234" y="100"/>
                    <a:pt x="139335" y="100"/>
                    <a:pt x="135715" y="100"/>
                  </a:cubicBezTo>
                  <a:lnTo>
                    <a:pt x="8774" y="100"/>
                  </a:lnTo>
                  <a:cubicBezTo>
                    <a:pt x="5366" y="100"/>
                    <a:pt x="254" y="100"/>
                    <a:pt x="254" y="5162"/>
                  </a:cubicBezTo>
                  <a:cubicBezTo>
                    <a:pt x="254" y="10436"/>
                    <a:pt x="5153" y="10436"/>
                    <a:pt x="8774" y="10436"/>
                  </a:cubicBezTo>
                  <a:lnTo>
                    <a:pt x="135715" y="1043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0FB27AC6-58AD-CD24-6C00-433B16A5DF33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5105567" y="4554982"/>
              <a:ext cx="77527" cy="140056"/>
            </a:xfrm>
            <a:custGeom>
              <a:avLst/>
              <a:gdLst>
                <a:gd name="csX0" fmla="*/ 48396 w 77527"/>
                <a:gd name="csY0" fmla="*/ 6006 h 140056"/>
                <a:gd name="csX1" fmla="*/ 42006 w 77527"/>
                <a:gd name="csY1" fmla="*/ 100 h 140056"/>
                <a:gd name="csX2" fmla="*/ 261 w 77527"/>
                <a:gd name="csY2" fmla="*/ 13600 h 140056"/>
                <a:gd name="csX3" fmla="*/ 261 w 77527"/>
                <a:gd name="csY3" fmla="*/ 21193 h 140056"/>
                <a:gd name="csX4" fmla="*/ 31144 w 77527"/>
                <a:gd name="csY4" fmla="*/ 15287 h 140056"/>
                <a:gd name="csX5" fmla="*/ 31144 w 77527"/>
                <a:gd name="csY5" fmla="*/ 122860 h 140056"/>
                <a:gd name="csX6" fmla="*/ 9845 w 77527"/>
                <a:gd name="csY6" fmla="*/ 132563 h 140056"/>
                <a:gd name="csX7" fmla="*/ 1751 w 77527"/>
                <a:gd name="csY7" fmla="*/ 132563 h 140056"/>
                <a:gd name="csX8" fmla="*/ 1751 w 77527"/>
                <a:gd name="csY8" fmla="*/ 140156 h 140056"/>
                <a:gd name="csX9" fmla="*/ 39663 w 77527"/>
                <a:gd name="csY9" fmla="*/ 139313 h 140056"/>
                <a:gd name="csX10" fmla="*/ 77788 w 77527"/>
                <a:gd name="csY10" fmla="*/ 140156 h 140056"/>
                <a:gd name="csX11" fmla="*/ 77788 w 77527"/>
                <a:gd name="csY11" fmla="*/ 132563 h 140056"/>
                <a:gd name="csX12" fmla="*/ 69695 w 77527"/>
                <a:gd name="csY12" fmla="*/ 132563 h 140056"/>
                <a:gd name="csX13" fmla="*/ 48396 w 77527"/>
                <a:gd name="csY13" fmla="*/ 122860 h 140056"/>
                <a:gd name="csX14" fmla="*/ 48396 w 77527"/>
                <a:gd name="csY14" fmla="*/ 6006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27" h="140056">
                  <a:moveTo>
                    <a:pt x="48396" y="6006"/>
                  </a:moveTo>
                  <a:cubicBezTo>
                    <a:pt x="48396" y="311"/>
                    <a:pt x="47970" y="100"/>
                    <a:pt x="42006" y="100"/>
                  </a:cubicBezTo>
                  <a:cubicBezTo>
                    <a:pt x="28375" y="13389"/>
                    <a:pt x="8993" y="13600"/>
                    <a:pt x="261" y="13600"/>
                  </a:cubicBezTo>
                  <a:lnTo>
                    <a:pt x="261" y="21193"/>
                  </a:lnTo>
                  <a:cubicBezTo>
                    <a:pt x="5372" y="21193"/>
                    <a:pt x="19430" y="21193"/>
                    <a:pt x="31144" y="15287"/>
                  </a:cubicBezTo>
                  <a:lnTo>
                    <a:pt x="31144" y="122860"/>
                  </a:lnTo>
                  <a:cubicBezTo>
                    <a:pt x="31144" y="129821"/>
                    <a:pt x="31144" y="132563"/>
                    <a:pt x="9845" y="132563"/>
                  </a:cubicBezTo>
                  <a:lnTo>
                    <a:pt x="1751" y="132563"/>
                  </a:lnTo>
                  <a:lnTo>
                    <a:pt x="1751" y="140156"/>
                  </a:lnTo>
                  <a:cubicBezTo>
                    <a:pt x="5585" y="139945"/>
                    <a:pt x="31783" y="139313"/>
                    <a:pt x="39663" y="139313"/>
                  </a:cubicBezTo>
                  <a:cubicBezTo>
                    <a:pt x="46266" y="139313"/>
                    <a:pt x="73102" y="139945"/>
                    <a:pt x="77788" y="140156"/>
                  </a:cubicBezTo>
                  <a:lnTo>
                    <a:pt x="77788" y="132563"/>
                  </a:lnTo>
                  <a:lnTo>
                    <a:pt x="69695" y="132563"/>
                  </a:lnTo>
                  <a:cubicBezTo>
                    <a:pt x="48396" y="132563"/>
                    <a:pt x="48396" y="129821"/>
                    <a:pt x="48396" y="122860"/>
                  </a:cubicBezTo>
                  <a:lnTo>
                    <a:pt x="48396" y="600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25CA5C3D-F37D-3A38-DD36-AA1AC0510A29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4802155" y="4785435"/>
              <a:ext cx="404981" cy="421855"/>
            </a:xfrm>
            <a:custGeom>
              <a:avLst/>
              <a:gdLst>
                <a:gd name="csX0" fmla="*/ 368416 w 404981"/>
                <a:gd name="csY0" fmla="*/ 421959 h 421855"/>
                <a:gd name="csX1" fmla="*/ 405232 w 404981"/>
                <a:gd name="csY1" fmla="*/ 325535 h 421855"/>
                <a:gd name="csX2" fmla="*/ 397626 w 404981"/>
                <a:gd name="csY2" fmla="*/ 325535 h 421855"/>
                <a:gd name="csX3" fmla="*/ 318516 w 404981"/>
                <a:gd name="csY3" fmla="*/ 386402 h 421855"/>
                <a:gd name="csX4" fmla="*/ 223888 w 404981"/>
                <a:gd name="csY4" fmla="*/ 395743 h 421855"/>
                <a:gd name="csX5" fmla="*/ 40414 w 404981"/>
                <a:gd name="csY5" fmla="*/ 395743 h 421855"/>
                <a:gd name="csX6" fmla="*/ 195287 w 404981"/>
                <a:gd name="csY6" fmla="*/ 215852 h 421855"/>
                <a:gd name="csX7" fmla="*/ 198025 w 404981"/>
                <a:gd name="csY7" fmla="*/ 211031 h 421855"/>
                <a:gd name="csX8" fmla="*/ 195896 w 404981"/>
                <a:gd name="csY8" fmla="*/ 206511 h 421855"/>
                <a:gd name="csX9" fmla="*/ 54106 w 404981"/>
                <a:gd name="csY9" fmla="*/ 14567 h 421855"/>
                <a:gd name="csX10" fmla="*/ 220846 w 404981"/>
                <a:gd name="csY10" fmla="*/ 14567 h 421855"/>
                <a:gd name="csX11" fmla="*/ 292044 w 404981"/>
                <a:gd name="csY11" fmla="*/ 19388 h 421855"/>
                <a:gd name="csX12" fmla="*/ 358984 w 404981"/>
                <a:gd name="csY12" fmla="*/ 41987 h 421855"/>
                <a:gd name="csX13" fmla="*/ 397626 w 404981"/>
                <a:gd name="csY13" fmla="*/ 84776 h 421855"/>
                <a:gd name="csX14" fmla="*/ 405232 w 404981"/>
                <a:gd name="csY14" fmla="*/ 84776 h 421855"/>
                <a:gd name="csX15" fmla="*/ 368416 w 404981"/>
                <a:gd name="csY15" fmla="*/ 103 h 421855"/>
                <a:gd name="csX16" fmla="*/ 8770 w 404981"/>
                <a:gd name="csY16" fmla="*/ 103 h 421855"/>
                <a:gd name="csX17" fmla="*/ 555 w 404981"/>
                <a:gd name="csY17" fmla="*/ 2212 h 421855"/>
                <a:gd name="csX18" fmla="*/ 251 w 404981"/>
                <a:gd name="csY18" fmla="*/ 12156 h 421855"/>
                <a:gd name="csX19" fmla="*/ 161209 w 404981"/>
                <a:gd name="csY19" fmla="*/ 230316 h 421855"/>
                <a:gd name="csX20" fmla="*/ 3598 w 404981"/>
                <a:gd name="csY20" fmla="*/ 413220 h 421855"/>
                <a:gd name="csX21" fmla="*/ 555 w 404981"/>
                <a:gd name="csY21" fmla="*/ 418644 h 421855"/>
                <a:gd name="csX22" fmla="*/ 8770 w 404981"/>
                <a:gd name="csY22" fmla="*/ 421959 h 421855"/>
                <a:gd name="csX23" fmla="*/ 368416 w 404981"/>
                <a:gd name="csY23" fmla="*/ 421959 h 421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981" h="421855">
                  <a:moveTo>
                    <a:pt x="368416" y="421959"/>
                  </a:moveTo>
                  <a:lnTo>
                    <a:pt x="405232" y="325535"/>
                  </a:lnTo>
                  <a:lnTo>
                    <a:pt x="397626" y="325535"/>
                  </a:lnTo>
                  <a:cubicBezTo>
                    <a:pt x="385759" y="356873"/>
                    <a:pt x="353507" y="377363"/>
                    <a:pt x="318516" y="386402"/>
                  </a:cubicBezTo>
                  <a:cubicBezTo>
                    <a:pt x="312126" y="387909"/>
                    <a:pt x="282308" y="395743"/>
                    <a:pt x="223888" y="395743"/>
                  </a:cubicBezTo>
                  <a:lnTo>
                    <a:pt x="40414" y="395743"/>
                  </a:lnTo>
                  <a:lnTo>
                    <a:pt x="195287" y="215852"/>
                  </a:lnTo>
                  <a:cubicBezTo>
                    <a:pt x="197417" y="213442"/>
                    <a:pt x="198025" y="212538"/>
                    <a:pt x="198025" y="211031"/>
                  </a:cubicBezTo>
                  <a:cubicBezTo>
                    <a:pt x="198025" y="210428"/>
                    <a:pt x="198025" y="209524"/>
                    <a:pt x="195896" y="206511"/>
                  </a:cubicBezTo>
                  <a:lnTo>
                    <a:pt x="54106" y="14567"/>
                  </a:lnTo>
                  <a:lnTo>
                    <a:pt x="220846" y="14567"/>
                  </a:lnTo>
                  <a:cubicBezTo>
                    <a:pt x="261618" y="14567"/>
                    <a:pt x="289306" y="18785"/>
                    <a:pt x="292044" y="19388"/>
                  </a:cubicBezTo>
                  <a:cubicBezTo>
                    <a:pt x="308475" y="21799"/>
                    <a:pt x="334946" y="26921"/>
                    <a:pt x="358984" y="41987"/>
                  </a:cubicBezTo>
                  <a:cubicBezTo>
                    <a:pt x="366590" y="46809"/>
                    <a:pt x="387280" y="60368"/>
                    <a:pt x="397626" y="84776"/>
                  </a:cubicBezTo>
                  <a:lnTo>
                    <a:pt x="405232" y="84776"/>
                  </a:lnTo>
                  <a:lnTo>
                    <a:pt x="368416" y="103"/>
                  </a:lnTo>
                  <a:lnTo>
                    <a:pt x="8770" y="103"/>
                  </a:lnTo>
                  <a:cubicBezTo>
                    <a:pt x="1772" y="103"/>
                    <a:pt x="1468" y="405"/>
                    <a:pt x="555" y="2212"/>
                  </a:cubicBezTo>
                  <a:cubicBezTo>
                    <a:pt x="251" y="3116"/>
                    <a:pt x="251" y="8842"/>
                    <a:pt x="251" y="12156"/>
                  </a:cubicBezTo>
                  <a:lnTo>
                    <a:pt x="161209" y="230316"/>
                  </a:lnTo>
                  <a:lnTo>
                    <a:pt x="3598" y="413220"/>
                  </a:lnTo>
                  <a:cubicBezTo>
                    <a:pt x="555" y="416836"/>
                    <a:pt x="555" y="418343"/>
                    <a:pt x="555" y="418644"/>
                  </a:cubicBezTo>
                  <a:cubicBezTo>
                    <a:pt x="555" y="421959"/>
                    <a:pt x="3293" y="421959"/>
                    <a:pt x="8770" y="421959"/>
                  </a:cubicBezTo>
                  <a:lnTo>
                    <a:pt x="368416" y="42195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C72D0A43-9F40-61B7-8137-D682C351E66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4794333" y="5287374"/>
              <a:ext cx="93501" cy="182874"/>
            </a:xfrm>
            <a:custGeom>
              <a:avLst/>
              <a:gdLst>
                <a:gd name="csX0" fmla="*/ 93753 w 93501"/>
                <a:gd name="csY0" fmla="*/ 8140 h 182874"/>
                <a:gd name="csX1" fmla="*/ 85233 w 93501"/>
                <a:gd name="csY1" fmla="*/ 124 h 182874"/>
                <a:gd name="csX2" fmla="*/ 73306 w 93501"/>
                <a:gd name="csY2" fmla="*/ 11725 h 182874"/>
                <a:gd name="csX3" fmla="*/ 81826 w 93501"/>
                <a:gd name="csY3" fmla="*/ 19741 h 182874"/>
                <a:gd name="csX4" fmla="*/ 93753 w 93501"/>
                <a:gd name="csY4" fmla="*/ 8140 h 182874"/>
                <a:gd name="csX5" fmla="*/ 48599 w 93501"/>
                <a:gd name="csY5" fmla="*/ 150305 h 182874"/>
                <a:gd name="csX6" fmla="*/ 21124 w 93501"/>
                <a:gd name="csY6" fmla="*/ 177093 h 182874"/>
                <a:gd name="csX7" fmla="*/ 13456 w 93501"/>
                <a:gd name="csY7" fmla="*/ 175827 h 182874"/>
                <a:gd name="csX8" fmla="*/ 20698 w 93501"/>
                <a:gd name="csY8" fmla="*/ 165070 h 182874"/>
                <a:gd name="csX9" fmla="*/ 12391 w 93501"/>
                <a:gd name="csY9" fmla="*/ 157266 h 182874"/>
                <a:gd name="csX10" fmla="*/ 251 w 93501"/>
                <a:gd name="csY10" fmla="*/ 169710 h 182874"/>
                <a:gd name="csX11" fmla="*/ 21337 w 93501"/>
                <a:gd name="csY11" fmla="*/ 182999 h 182874"/>
                <a:gd name="csX12" fmla="*/ 65638 w 93501"/>
                <a:gd name="csY12" fmla="*/ 149672 h 182874"/>
                <a:gd name="csX13" fmla="*/ 84807 w 93501"/>
                <a:gd name="csY13" fmla="*/ 74160 h 182874"/>
                <a:gd name="csX14" fmla="*/ 85872 w 93501"/>
                <a:gd name="csY14" fmla="*/ 66778 h 182874"/>
                <a:gd name="csX15" fmla="*/ 63083 w 93501"/>
                <a:gd name="csY15" fmla="*/ 46950 h 182874"/>
                <a:gd name="csX16" fmla="*/ 25810 w 93501"/>
                <a:gd name="csY16" fmla="*/ 79222 h 182874"/>
                <a:gd name="csX17" fmla="*/ 29430 w 93501"/>
                <a:gd name="csY17" fmla="*/ 81964 h 182874"/>
                <a:gd name="csX18" fmla="*/ 33690 w 93501"/>
                <a:gd name="csY18" fmla="*/ 78168 h 182874"/>
                <a:gd name="csX19" fmla="*/ 62444 w 93501"/>
                <a:gd name="csY19" fmla="*/ 52856 h 182874"/>
                <a:gd name="csX20" fmla="*/ 69685 w 93501"/>
                <a:gd name="csY20" fmla="*/ 63192 h 182874"/>
                <a:gd name="csX21" fmla="*/ 69046 w 93501"/>
                <a:gd name="csY21" fmla="*/ 69520 h 182874"/>
                <a:gd name="csX22" fmla="*/ 48599 w 93501"/>
                <a:gd name="csY22" fmla="*/ 150305 h 1828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501" h="182874">
                  <a:moveTo>
                    <a:pt x="93753" y="8140"/>
                  </a:moveTo>
                  <a:cubicBezTo>
                    <a:pt x="93753" y="4554"/>
                    <a:pt x="90984" y="124"/>
                    <a:pt x="85233" y="124"/>
                  </a:cubicBezTo>
                  <a:cubicBezTo>
                    <a:pt x="79057" y="124"/>
                    <a:pt x="73306" y="6030"/>
                    <a:pt x="73306" y="11725"/>
                  </a:cubicBezTo>
                  <a:cubicBezTo>
                    <a:pt x="73306" y="15100"/>
                    <a:pt x="75862" y="19741"/>
                    <a:pt x="81826" y="19741"/>
                  </a:cubicBezTo>
                  <a:cubicBezTo>
                    <a:pt x="87576" y="19741"/>
                    <a:pt x="93753" y="14257"/>
                    <a:pt x="93753" y="8140"/>
                  </a:cubicBezTo>
                  <a:close/>
                  <a:moveTo>
                    <a:pt x="48599" y="150305"/>
                  </a:moveTo>
                  <a:cubicBezTo>
                    <a:pt x="44979" y="164859"/>
                    <a:pt x="33690" y="177093"/>
                    <a:pt x="21124" y="177093"/>
                  </a:cubicBezTo>
                  <a:cubicBezTo>
                    <a:pt x="18355" y="177093"/>
                    <a:pt x="15799" y="176671"/>
                    <a:pt x="13456" y="175827"/>
                  </a:cubicBezTo>
                  <a:cubicBezTo>
                    <a:pt x="18994" y="173296"/>
                    <a:pt x="20698" y="168234"/>
                    <a:pt x="20698" y="165070"/>
                  </a:cubicBezTo>
                  <a:cubicBezTo>
                    <a:pt x="20698" y="160008"/>
                    <a:pt x="16651" y="157266"/>
                    <a:pt x="12391" y="157266"/>
                  </a:cubicBezTo>
                  <a:cubicBezTo>
                    <a:pt x="5789" y="157266"/>
                    <a:pt x="251" y="162961"/>
                    <a:pt x="251" y="169710"/>
                  </a:cubicBezTo>
                  <a:cubicBezTo>
                    <a:pt x="251" y="177726"/>
                    <a:pt x="8558" y="182999"/>
                    <a:pt x="21337" y="182999"/>
                  </a:cubicBezTo>
                  <a:cubicBezTo>
                    <a:pt x="34116" y="182999"/>
                    <a:pt x="59036" y="175405"/>
                    <a:pt x="65638" y="149672"/>
                  </a:cubicBezTo>
                  <a:lnTo>
                    <a:pt x="84807" y="74160"/>
                  </a:lnTo>
                  <a:cubicBezTo>
                    <a:pt x="85446" y="71840"/>
                    <a:pt x="85872" y="69942"/>
                    <a:pt x="85872" y="66778"/>
                  </a:cubicBezTo>
                  <a:cubicBezTo>
                    <a:pt x="85872" y="55177"/>
                    <a:pt x="75862" y="46950"/>
                    <a:pt x="63083" y="46950"/>
                  </a:cubicBezTo>
                  <a:cubicBezTo>
                    <a:pt x="39441" y="46950"/>
                    <a:pt x="25810" y="76269"/>
                    <a:pt x="25810" y="79222"/>
                  </a:cubicBezTo>
                  <a:cubicBezTo>
                    <a:pt x="25810" y="81964"/>
                    <a:pt x="28792" y="81964"/>
                    <a:pt x="29430" y="81964"/>
                  </a:cubicBezTo>
                  <a:cubicBezTo>
                    <a:pt x="31986" y="81964"/>
                    <a:pt x="32199" y="81332"/>
                    <a:pt x="33690" y="78168"/>
                  </a:cubicBezTo>
                  <a:cubicBezTo>
                    <a:pt x="39015" y="65934"/>
                    <a:pt x="50090" y="52856"/>
                    <a:pt x="62444" y="52856"/>
                  </a:cubicBezTo>
                  <a:cubicBezTo>
                    <a:pt x="67768" y="52856"/>
                    <a:pt x="69685" y="56442"/>
                    <a:pt x="69685" y="63192"/>
                  </a:cubicBezTo>
                  <a:cubicBezTo>
                    <a:pt x="69685" y="65512"/>
                    <a:pt x="69259" y="68465"/>
                    <a:pt x="69046" y="69520"/>
                  </a:cubicBezTo>
                  <a:lnTo>
                    <a:pt x="48599" y="150305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85871547-C057-4E26-83F8-0D783EB4977E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4922234" y="5346012"/>
              <a:ext cx="156759" cy="56739"/>
            </a:xfrm>
            <a:custGeom>
              <a:avLst/>
              <a:gdLst>
                <a:gd name="csX0" fmla="*/ 148920 w 156759"/>
                <a:gd name="csY0" fmla="*/ 10460 h 56739"/>
                <a:gd name="csX1" fmla="*/ 157014 w 156759"/>
                <a:gd name="csY1" fmla="*/ 5187 h 56739"/>
                <a:gd name="csX2" fmla="*/ 149133 w 156759"/>
                <a:gd name="csY2" fmla="*/ 124 h 56739"/>
                <a:gd name="csX3" fmla="*/ 8135 w 156759"/>
                <a:gd name="csY3" fmla="*/ 124 h 56739"/>
                <a:gd name="csX4" fmla="*/ 255 w 156759"/>
                <a:gd name="csY4" fmla="*/ 5187 h 56739"/>
                <a:gd name="csX5" fmla="*/ 8348 w 156759"/>
                <a:gd name="csY5" fmla="*/ 10460 h 56739"/>
                <a:gd name="csX6" fmla="*/ 148920 w 156759"/>
                <a:gd name="csY6" fmla="*/ 10460 h 56739"/>
                <a:gd name="csX7" fmla="*/ 149133 w 156759"/>
                <a:gd name="csY7" fmla="*/ 56864 h 56739"/>
                <a:gd name="csX8" fmla="*/ 157014 w 156759"/>
                <a:gd name="csY8" fmla="*/ 51802 h 56739"/>
                <a:gd name="csX9" fmla="*/ 148920 w 156759"/>
                <a:gd name="csY9" fmla="*/ 46529 h 56739"/>
                <a:gd name="csX10" fmla="*/ 8348 w 156759"/>
                <a:gd name="csY10" fmla="*/ 46529 h 56739"/>
                <a:gd name="csX11" fmla="*/ 255 w 156759"/>
                <a:gd name="csY11" fmla="*/ 51802 h 56739"/>
                <a:gd name="csX12" fmla="*/ 8135 w 156759"/>
                <a:gd name="csY12" fmla="*/ 56864 h 56739"/>
                <a:gd name="csX13" fmla="*/ 149133 w 156759"/>
                <a:gd name="csY13" fmla="*/ 56864 h 567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759" h="56739">
                  <a:moveTo>
                    <a:pt x="148920" y="10460"/>
                  </a:moveTo>
                  <a:cubicBezTo>
                    <a:pt x="152115" y="10460"/>
                    <a:pt x="157014" y="10460"/>
                    <a:pt x="157014" y="5187"/>
                  </a:cubicBezTo>
                  <a:cubicBezTo>
                    <a:pt x="157014" y="124"/>
                    <a:pt x="151902" y="124"/>
                    <a:pt x="149133" y="124"/>
                  </a:cubicBezTo>
                  <a:lnTo>
                    <a:pt x="8135" y="124"/>
                  </a:lnTo>
                  <a:cubicBezTo>
                    <a:pt x="5367" y="124"/>
                    <a:pt x="255" y="124"/>
                    <a:pt x="255" y="5187"/>
                  </a:cubicBezTo>
                  <a:cubicBezTo>
                    <a:pt x="255" y="10460"/>
                    <a:pt x="5154" y="10460"/>
                    <a:pt x="8348" y="10460"/>
                  </a:cubicBezTo>
                  <a:lnTo>
                    <a:pt x="148920" y="10460"/>
                  </a:lnTo>
                  <a:close/>
                  <a:moveTo>
                    <a:pt x="149133" y="56864"/>
                  </a:moveTo>
                  <a:cubicBezTo>
                    <a:pt x="151902" y="56864"/>
                    <a:pt x="157014" y="56864"/>
                    <a:pt x="157014" y="51802"/>
                  </a:cubicBezTo>
                  <a:cubicBezTo>
                    <a:pt x="157014" y="46529"/>
                    <a:pt x="152115" y="46529"/>
                    <a:pt x="148920" y="46529"/>
                  </a:cubicBezTo>
                  <a:lnTo>
                    <a:pt x="8348" y="46529"/>
                  </a:lnTo>
                  <a:cubicBezTo>
                    <a:pt x="5154" y="46529"/>
                    <a:pt x="255" y="46529"/>
                    <a:pt x="255" y="51802"/>
                  </a:cubicBezTo>
                  <a:cubicBezTo>
                    <a:pt x="255" y="56864"/>
                    <a:pt x="5367" y="56864"/>
                    <a:pt x="8135" y="56864"/>
                  </a:cubicBezTo>
                  <a:lnTo>
                    <a:pt x="149133" y="56864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2A1EA0EA-853E-BFCF-23FC-FB7727F20A55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5117329" y="5287163"/>
              <a:ext cx="77527" cy="140056"/>
            </a:xfrm>
            <a:custGeom>
              <a:avLst/>
              <a:gdLst>
                <a:gd name="csX0" fmla="*/ 48396 w 77527"/>
                <a:gd name="csY0" fmla="*/ 6030 h 140056"/>
                <a:gd name="csX1" fmla="*/ 42007 w 77527"/>
                <a:gd name="csY1" fmla="*/ 124 h 140056"/>
                <a:gd name="csX2" fmla="*/ 261 w 77527"/>
                <a:gd name="csY2" fmla="*/ 13624 h 140056"/>
                <a:gd name="csX3" fmla="*/ 261 w 77527"/>
                <a:gd name="csY3" fmla="*/ 21217 h 140056"/>
                <a:gd name="csX4" fmla="*/ 31144 w 77527"/>
                <a:gd name="csY4" fmla="*/ 15311 h 140056"/>
                <a:gd name="csX5" fmla="*/ 31144 w 77527"/>
                <a:gd name="csY5" fmla="*/ 122884 h 140056"/>
                <a:gd name="csX6" fmla="*/ 9845 w 77527"/>
                <a:gd name="csY6" fmla="*/ 132587 h 140056"/>
                <a:gd name="csX7" fmla="*/ 1752 w 77527"/>
                <a:gd name="csY7" fmla="*/ 132587 h 140056"/>
                <a:gd name="csX8" fmla="*/ 1752 w 77527"/>
                <a:gd name="csY8" fmla="*/ 140180 h 140056"/>
                <a:gd name="csX9" fmla="*/ 39664 w 77527"/>
                <a:gd name="csY9" fmla="*/ 139337 h 140056"/>
                <a:gd name="csX10" fmla="*/ 77789 w 77527"/>
                <a:gd name="csY10" fmla="*/ 140180 h 140056"/>
                <a:gd name="csX11" fmla="*/ 77789 w 77527"/>
                <a:gd name="csY11" fmla="*/ 132587 h 140056"/>
                <a:gd name="csX12" fmla="*/ 69695 w 77527"/>
                <a:gd name="csY12" fmla="*/ 132587 h 140056"/>
                <a:gd name="csX13" fmla="*/ 48396 w 77527"/>
                <a:gd name="csY13" fmla="*/ 122884 h 140056"/>
                <a:gd name="csX14" fmla="*/ 48396 w 77527"/>
                <a:gd name="csY14" fmla="*/ 6030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27" h="140056">
                  <a:moveTo>
                    <a:pt x="48396" y="6030"/>
                  </a:moveTo>
                  <a:cubicBezTo>
                    <a:pt x="48396" y="335"/>
                    <a:pt x="47970" y="124"/>
                    <a:pt x="42007" y="124"/>
                  </a:cubicBezTo>
                  <a:cubicBezTo>
                    <a:pt x="28375" y="13413"/>
                    <a:pt x="8993" y="13624"/>
                    <a:pt x="261" y="13624"/>
                  </a:cubicBezTo>
                  <a:lnTo>
                    <a:pt x="261" y="21217"/>
                  </a:lnTo>
                  <a:cubicBezTo>
                    <a:pt x="5373" y="21217"/>
                    <a:pt x="19430" y="21217"/>
                    <a:pt x="31144" y="15311"/>
                  </a:cubicBezTo>
                  <a:lnTo>
                    <a:pt x="31144" y="122884"/>
                  </a:lnTo>
                  <a:cubicBezTo>
                    <a:pt x="31144" y="129845"/>
                    <a:pt x="31144" y="132587"/>
                    <a:pt x="9845" y="132587"/>
                  </a:cubicBezTo>
                  <a:lnTo>
                    <a:pt x="1752" y="132587"/>
                  </a:lnTo>
                  <a:lnTo>
                    <a:pt x="1752" y="140180"/>
                  </a:lnTo>
                  <a:cubicBezTo>
                    <a:pt x="5586" y="139970"/>
                    <a:pt x="31783" y="139337"/>
                    <a:pt x="39664" y="139337"/>
                  </a:cubicBezTo>
                  <a:cubicBezTo>
                    <a:pt x="46266" y="139337"/>
                    <a:pt x="73103" y="139970"/>
                    <a:pt x="77789" y="140180"/>
                  </a:cubicBezTo>
                  <a:lnTo>
                    <a:pt x="77789" y="132587"/>
                  </a:lnTo>
                  <a:lnTo>
                    <a:pt x="69695" y="132587"/>
                  </a:lnTo>
                  <a:cubicBezTo>
                    <a:pt x="48396" y="132587"/>
                    <a:pt x="48396" y="129845"/>
                    <a:pt x="48396" y="122884"/>
                  </a:cubicBezTo>
                  <a:lnTo>
                    <a:pt x="48396" y="6030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C77A7A93-C4C0-1F84-41F5-2486F14BDE18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5282933" y="4937908"/>
              <a:ext cx="237329" cy="134993"/>
            </a:xfrm>
            <a:custGeom>
              <a:avLst/>
              <a:gdLst>
                <a:gd name="csX0" fmla="*/ 216906 w 237329"/>
                <a:gd name="csY0" fmla="*/ 20603 h 134993"/>
                <a:gd name="csX1" fmla="*/ 237596 w 237329"/>
                <a:gd name="csY1" fmla="*/ 14275 h 134993"/>
                <a:gd name="csX2" fmla="*/ 237596 w 237329"/>
                <a:gd name="csY2" fmla="*/ 113 h 134993"/>
                <a:gd name="csX3" fmla="*/ 214168 w 237329"/>
                <a:gd name="csY3" fmla="*/ 1017 h 134993"/>
                <a:gd name="csX4" fmla="*/ 184958 w 237329"/>
                <a:gd name="csY4" fmla="*/ 113 h 134993"/>
                <a:gd name="csX5" fmla="*/ 184958 w 237329"/>
                <a:gd name="csY5" fmla="*/ 14275 h 134993"/>
                <a:gd name="csX6" fmla="*/ 202606 w 237329"/>
                <a:gd name="csY6" fmla="*/ 17891 h 134993"/>
                <a:gd name="csX7" fmla="*/ 201388 w 237329"/>
                <a:gd name="csY7" fmla="*/ 21507 h 134993"/>
                <a:gd name="csX8" fmla="*/ 169440 w 237329"/>
                <a:gd name="csY8" fmla="*/ 98646 h 134993"/>
                <a:gd name="csX9" fmla="*/ 134754 w 237329"/>
                <a:gd name="csY9" fmla="*/ 14275 h 134993"/>
                <a:gd name="csX10" fmla="*/ 151793 w 237329"/>
                <a:gd name="csY10" fmla="*/ 14275 h 134993"/>
                <a:gd name="csX11" fmla="*/ 151793 w 237329"/>
                <a:gd name="csY11" fmla="*/ 113 h 134993"/>
                <a:gd name="csX12" fmla="*/ 117106 w 237329"/>
                <a:gd name="csY12" fmla="*/ 1017 h 134993"/>
                <a:gd name="csX13" fmla="*/ 86679 w 237329"/>
                <a:gd name="csY13" fmla="*/ 113 h 134993"/>
                <a:gd name="csX14" fmla="*/ 86679 w 237329"/>
                <a:gd name="csY14" fmla="*/ 14275 h 134993"/>
                <a:gd name="csX15" fmla="*/ 104631 w 237329"/>
                <a:gd name="csY15" fmla="*/ 14275 h 134993"/>
                <a:gd name="csX16" fmla="*/ 111021 w 237329"/>
                <a:gd name="csY16" fmla="*/ 30245 h 134993"/>
                <a:gd name="csX17" fmla="*/ 109804 w 237329"/>
                <a:gd name="csY17" fmla="*/ 34162 h 134993"/>
                <a:gd name="csX18" fmla="*/ 85766 w 237329"/>
                <a:gd name="csY18" fmla="*/ 92017 h 134993"/>
                <a:gd name="csX19" fmla="*/ 53818 w 237329"/>
                <a:gd name="csY19" fmla="*/ 14275 h 134993"/>
                <a:gd name="csX20" fmla="*/ 70857 w 237329"/>
                <a:gd name="csY20" fmla="*/ 14275 h 134993"/>
                <a:gd name="csX21" fmla="*/ 70857 w 237329"/>
                <a:gd name="csY21" fmla="*/ 113 h 134993"/>
                <a:gd name="csX22" fmla="*/ 33432 w 237329"/>
                <a:gd name="csY22" fmla="*/ 1017 h 134993"/>
                <a:gd name="csX23" fmla="*/ 267 w 237329"/>
                <a:gd name="csY23" fmla="*/ 113 h 134993"/>
                <a:gd name="csX24" fmla="*/ 267 w 237329"/>
                <a:gd name="csY24" fmla="*/ 14275 h 134993"/>
                <a:gd name="csX25" fmla="*/ 18219 w 237329"/>
                <a:gd name="csY25" fmla="*/ 14275 h 134993"/>
                <a:gd name="csX26" fmla="*/ 64772 w 237329"/>
                <a:gd name="csY26" fmla="*/ 126971 h 134993"/>
                <a:gd name="csX27" fmla="*/ 75725 w 237329"/>
                <a:gd name="csY27" fmla="*/ 135106 h 134993"/>
                <a:gd name="csX28" fmla="*/ 86679 w 237329"/>
                <a:gd name="csY28" fmla="*/ 126971 h 134993"/>
                <a:gd name="csX29" fmla="*/ 118932 w 237329"/>
                <a:gd name="csY29" fmla="*/ 48927 h 134993"/>
                <a:gd name="csX30" fmla="*/ 151184 w 237329"/>
                <a:gd name="csY30" fmla="*/ 126971 h 134993"/>
                <a:gd name="csX31" fmla="*/ 162138 w 237329"/>
                <a:gd name="csY31" fmla="*/ 135106 h 134993"/>
                <a:gd name="csX32" fmla="*/ 173091 w 237329"/>
                <a:gd name="csY32" fmla="*/ 126971 h 134993"/>
                <a:gd name="csX33" fmla="*/ 216906 w 237329"/>
                <a:gd name="csY33" fmla="*/ 20603 h 1349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237329" h="134993">
                  <a:moveTo>
                    <a:pt x="216906" y="20603"/>
                  </a:moveTo>
                  <a:cubicBezTo>
                    <a:pt x="218427" y="16686"/>
                    <a:pt x="219645" y="14275"/>
                    <a:pt x="237596" y="14275"/>
                  </a:cubicBezTo>
                  <a:lnTo>
                    <a:pt x="237596" y="113"/>
                  </a:lnTo>
                  <a:cubicBezTo>
                    <a:pt x="230598" y="715"/>
                    <a:pt x="221470" y="1017"/>
                    <a:pt x="214168" y="1017"/>
                  </a:cubicBezTo>
                  <a:cubicBezTo>
                    <a:pt x="205952" y="1017"/>
                    <a:pt x="191652" y="414"/>
                    <a:pt x="184958" y="113"/>
                  </a:cubicBezTo>
                  <a:lnTo>
                    <a:pt x="184958" y="14275"/>
                  </a:lnTo>
                  <a:cubicBezTo>
                    <a:pt x="187696" y="14275"/>
                    <a:pt x="202606" y="14576"/>
                    <a:pt x="202606" y="17891"/>
                  </a:cubicBezTo>
                  <a:cubicBezTo>
                    <a:pt x="202606" y="18795"/>
                    <a:pt x="201693" y="20603"/>
                    <a:pt x="201388" y="21507"/>
                  </a:cubicBezTo>
                  <a:lnTo>
                    <a:pt x="169440" y="98646"/>
                  </a:lnTo>
                  <a:lnTo>
                    <a:pt x="134754" y="14275"/>
                  </a:lnTo>
                  <a:lnTo>
                    <a:pt x="151793" y="14275"/>
                  </a:lnTo>
                  <a:lnTo>
                    <a:pt x="151793" y="113"/>
                  </a:lnTo>
                  <a:cubicBezTo>
                    <a:pt x="142056" y="414"/>
                    <a:pt x="126234" y="1017"/>
                    <a:pt x="117106" y="1017"/>
                  </a:cubicBezTo>
                  <a:cubicBezTo>
                    <a:pt x="104327" y="1017"/>
                    <a:pt x="91547" y="414"/>
                    <a:pt x="86679" y="113"/>
                  </a:cubicBezTo>
                  <a:lnTo>
                    <a:pt x="86679" y="14275"/>
                  </a:lnTo>
                  <a:lnTo>
                    <a:pt x="104631" y="14275"/>
                  </a:lnTo>
                  <a:cubicBezTo>
                    <a:pt x="111021" y="29341"/>
                    <a:pt x="111021" y="29944"/>
                    <a:pt x="111021" y="30245"/>
                  </a:cubicBezTo>
                  <a:cubicBezTo>
                    <a:pt x="111021" y="31450"/>
                    <a:pt x="110108" y="33258"/>
                    <a:pt x="109804" y="34162"/>
                  </a:cubicBezTo>
                  <a:lnTo>
                    <a:pt x="85766" y="92017"/>
                  </a:lnTo>
                  <a:lnTo>
                    <a:pt x="53818" y="14275"/>
                  </a:lnTo>
                  <a:lnTo>
                    <a:pt x="70857" y="14275"/>
                  </a:lnTo>
                  <a:lnTo>
                    <a:pt x="70857" y="113"/>
                  </a:lnTo>
                  <a:cubicBezTo>
                    <a:pt x="58382" y="715"/>
                    <a:pt x="45907" y="1017"/>
                    <a:pt x="33432" y="1017"/>
                  </a:cubicBezTo>
                  <a:cubicBezTo>
                    <a:pt x="24000" y="1017"/>
                    <a:pt x="10612" y="414"/>
                    <a:pt x="267" y="113"/>
                  </a:cubicBezTo>
                  <a:lnTo>
                    <a:pt x="267" y="14275"/>
                  </a:lnTo>
                  <a:lnTo>
                    <a:pt x="18219" y="14275"/>
                  </a:lnTo>
                  <a:lnTo>
                    <a:pt x="64772" y="126971"/>
                  </a:lnTo>
                  <a:cubicBezTo>
                    <a:pt x="66902" y="132093"/>
                    <a:pt x="68119" y="135106"/>
                    <a:pt x="75725" y="135106"/>
                  </a:cubicBezTo>
                  <a:cubicBezTo>
                    <a:pt x="83332" y="135106"/>
                    <a:pt x="84549" y="132093"/>
                    <a:pt x="86679" y="126971"/>
                  </a:cubicBezTo>
                  <a:lnTo>
                    <a:pt x="118932" y="48927"/>
                  </a:lnTo>
                  <a:lnTo>
                    <a:pt x="151184" y="126971"/>
                  </a:lnTo>
                  <a:cubicBezTo>
                    <a:pt x="153314" y="132093"/>
                    <a:pt x="154531" y="135106"/>
                    <a:pt x="162138" y="135106"/>
                  </a:cubicBezTo>
                  <a:cubicBezTo>
                    <a:pt x="169744" y="135106"/>
                    <a:pt x="170962" y="132093"/>
                    <a:pt x="173091" y="126971"/>
                  </a:cubicBezTo>
                  <a:lnTo>
                    <a:pt x="216906" y="2060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10AE1AA6-4641-AC9F-B2DC-A1C0C5FE4437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5528037" y="4977049"/>
              <a:ext cx="93501" cy="182874"/>
            </a:xfrm>
            <a:custGeom>
              <a:avLst/>
              <a:gdLst>
                <a:gd name="csX0" fmla="*/ 93777 w 93501"/>
                <a:gd name="csY0" fmla="*/ 8129 h 182874"/>
                <a:gd name="csX1" fmla="*/ 85257 w 93501"/>
                <a:gd name="csY1" fmla="*/ 114 h 182874"/>
                <a:gd name="csX2" fmla="*/ 73330 w 93501"/>
                <a:gd name="csY2" fmla="*/ 11715 h 182874"/>
                <a:gd name="csX3" fmla="*/ 81850 w 93501"/>
                <a:gd name="csY3" fmla="*/ 19730 h 182874"/>
                <a:gd name="csX4" fmla="*/ 93777 w 93501"/>
                <a:gd name="csY4" fmla="*/ 8129 h 182874"/>
                <a:gd name="csX5" fmla="*/ 48623 w 93501"/>
                <a:gd name="csY5" fmla="*/ 150295 h 182874"/>
                <a:gd name="csX6" fmla="*/ 21148 w 93501"/>
                <a:gd name="csY6" fmla="*/ 177083 h 182874"/>
                <a:gd name="csX7" fmla="*/ 13480 w 93501"/>
                <a:gd name="csY7" fmla="*/ 175817 h 182874"/>
                <a:gd name="csX8" fmla="*/ 20722 w 93501"/>
                <a:gd name="csY8" fmla="*/ 165060 h 182874"/>
                <a:gd name="csX9" fmla="*/ 12415 w 93501"/>
                <a:gd name="csY9" fmla="*/ 157255 h 182874"/>
                <a:gd name="csX10" fmla="*/ 275 w 93501"/>
                <a:gd name="csY10" fmla="*/ 169700 h 182874"/>
                <a:gd name="csX11" fmla="*/ 21361 w 93501"/>
                <a:gd name="csY11" fmla="*/ 182989 h 182874"/>
                <a:gd name="csX12" fmla="*/ 65662 w 93501"/>
                <a:gd name="csY12" fmla="*/ 149662 h 182874"/>
                <a:gd name="csX13" fmla="*/ 84831 w 93501"/>
                <a:gd name="csY13" fmla="*/ 74150 h 182874"/>
                <a:gd name="csX14" fmla="*/ 85896 w 93501"/>
                <a:gd name="csY14" fmla="*/ 66767 h 182874"/>
                <a:gd name="csX15" fmla="*/ 63107 w 93501"/>
                <a:gd name="csY15" fmla="*/ 46940 h 182874"/>
                <a:gd name="csX16" fmla="*/ 25834 w 93501"/>
                <a:gd name="csY16" fmla="*/ 79212 h 182874"/>
                <a:gd name="csX17" fmla="*/ 29455 w 93501"/>
                <a:gd name="csY17" fmla="*/ 81954 h 182874"/>
                <a:gd name="csX18" fmla="*/ 33714 w 93501"/>
                <a:gd name="csY18" fmla="*/ 78157 h 182874"/>
                <a:gd name="csX19" fmla="*/ 62468 w 93501"/>
                <a:gd name="csY19" fmla="*/ 52846 h 182874"/>
                <a:gd name="csX20" fmla="*/ 69709 w 93501"/>
                <a:gd name="csY20" fmla="*/ 63182 h 182874"/>
                <a:gd name="csX21" fmla="*/ 69070 w 93501"/>
                <a:gd name="csY21" fmla="*/ 69509 h 182874"/>
                <a:gd name="csX22" fmla="*/ 48623 w 93501"/>
                <a:gd name="csY22" fmla="*/ 150295 h 1828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3501" h="182874">
                  <a:moveTo>
                    <a:pt x="93777" y="8129"/>
                  </a:moveTo>
                  <a:cubicBezTo>
                    <a:pt x="93777" y="4544"/>
                    <a:pt x="91008" y="114"/>
                    <a:pt x="85257" y="114"/>
                  </a:cubicBezTo>
                  <a:cubicBezTo>
                    <a:pt x="79081" y="114"/>
                    <a:pt x="73330" y="6020"/>
                    <a:pt x="73330" y="11715"/>
                  </a:cubicBezTo>
                  <a:cubicBezTo>
                    <a:pt x="73330" y="15090"/>
                    <a:pt x="75886" y="19730"/>
                    <a:pt x="81850" y="19730"/>
                  </a:cubicBezTo>
                  <a:cubicBezTo>
                    <a:pt x="87600" y="19730"/>
                    <a:pt x="93777" y="14246"/>
                    <a:pt x="93777" y="8129"/>
                  </a:cubicBezTo>
                  <a:close/>
                  <a:moveTo>
                    <a:pt x="48623" y="150295"/>
                  </a:moveTo>
                  <a:cubicBezTo>
                    <a:pt x="45003" y="164849"/>
                    <a:pt x="33714" y="177083"/>
                    <a:pt x="21148" y="177083"/>
                  </a:cubicBezTo>
                  <a:cubicBezTo>
                    <a:pt x="18379" y="177083"/>
                    <a:pt x="15823" y="176661"/>
                    <a:pt x="13480" y="175817"/>
                  </a:cubicBezTo>
                  <a:cubicBezTo>
                    <a:pt x="19018" y="173286"/>
                    <a:pt x="20722" y="168224"/>
                    <a:pt x="20722" y="165060"/>
                  </a:cubicBezTo>
                  <a:cubicBezTo>
                    <a:pt x="20722" y="159997"/>
                    <a:pt x="16675" y="157255"/>
                    <a:pt x="12415" y="157255"/>
                  </a:cubicBezTo>
                  <a:cubicBezTo>
                    <a:pt x="5813" y="157255"/>
                    <a:pt x="275" y="162950"/>
                    <a:pt x="275" y="169700"/>
                  </a:cubicBezTo>
                  <a:cubicBezTo>
                    <a:pt x="275" y="177715"/>
                    <a:pt x="8582" y="182989"/>
                    <a:pt x="21361" y="182989"/>
                  </a:cubicBezTo>
                  <a:cubicBezTo>
                    <a:pt x="34140" y="182989"/>
                    <a:pt x="59060" y="175395"/>
                    <a:pt x="65662" y="149662"/>
                  </a:cubicBezTo>
                  <a:lnTo>
                    <a:pt x="84831" y="74150"/>
                  </a:lnTo>
                  <a:cubicBezTo>
                    <a:pt x="85470" y="71830"/>
                    <a:pt x="85896" y="69931"/>
                    <a:pt x="85896" y="66767"/>
                  </a:cubicBezTo>
                  <a:cubicBezTo>
                    <a:pt x="85896" y="55166"/>
                    <a:pt x="75886" y="46940"/>
                    <a:pt x="63107" y="46940"/>
                  </a:cubicBezTo>
                  <a:cubicBezTo>
                    <a:pt x="39465" y="46940"/>
                    <a:pt x="25834" y="76259"/>
                    <a:pt x="25834" y="79212"/>
                  </a:cubicBezTo>
                  <a:cubicBezTo>
                    <a:pt x="25834" y="81954"/>
                    <a:pt x="28816" y="81954"/>
                    <a:pt x="29455" y="81954"/>
                  </a:cubicBezTo>
                  <a:cubicBezTo>
                    <a:pt x="32010" y="81954"/>
                    <a:pt x="32223" y="81321"/>
                    <a:pt x="33714" y="78157"/>
                  </a:cubicBezTo>
                  <a:cubicBezTo>
                    <a:pt x="39039" y="65924"/>
                    <a:pt x="50114" y="52846"/>
                    <a:pt x="62468" y="52846"/>
                  </a:cubicBezTo>
                  <a:cubicBezTo>
                    <a:pt x="67792" y="52846"/>
                    <a:pt x="69709" y="56432"/>
                    <a:pt x="69709" y="63182"/>
                  </a:cubicBezTo>
                  <a:cubicBezTo>
                    <a:pt x="69709" y="65502"/>
                    <a:pt x="69283" y="68455"/>
                    <a:pt x="69070" y="69509"/>
                  </a:cubicBezTo>
                  <a:lnTo>
                    <a:pt x="48623" y="150295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5585A21C-6103-7C86-741A-CE7187ED5DAE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5665979" y="4454275"/>
              <a:ext cx="167652" cy="545097"/>
            </a:xfrm>
            <a:custGeom>
              <a:avLst/>
              <a:gdLst>
                <a:gd name="csX0" fmla="*/ 167931 w 167652"/>
                <a:gd name="csY0" fmla="*/ 530124 h 545097"/>
                <a:gd name="csX1" fmla="*/ 125334 w 167652"/>
                <a:gd name="csY1" fmla="*/ 207706 h 545097"/>
                <a:gd name="csX2" fmla="*/ 20057 w 167652"/>
                <a:gd name="csY2" fmla="*/ 8228 h 545097"/>
                <a:gd name="csX3" fmla="*/ 13059 w 167652"/>
                <a:gd name="csY3" fmla="*/ 695 h 545097"/>
                <a:gd name="csX4" fmla="*/ 7278 w 167652"/>
                <a:gd name="csY4" fmla="*/ 93 h 545097"/>
                <a:gd name="csX5" fmla="*/ 279 w 167652"/>
                <a:gd name="csY5" fmla="*/ 3106 h 545097"/>
                <a:gd name="csX6" fmla="*/ 4235 w 167652"/>
                <a:gd name="csY6" fmla="*/ 9735 h 545097"/>
                <a:gd name="csX7" fmla="*/ 134158 w 167652"/>
                <a:gd name="csY7" fmla="*/ 540972 h 545097"/>
                <a:gd name="csX8" fmla="*/ 142677 w 167652"/>
                <a:gd name="csY8" fmla="*/ 545190 h 545097"/>
                <a:gd name="csX9" fmla="*/ 159412 w 167652"/>
                <a:gd name="csY9" fmla="*/ 545190 h 545097"/>
                <a:gd name="csX10" fmla="*/ 167931 w 167652"/>
                <a:gd name="csY10" fmla="*/ 541876 h 545097"/>
                <a:gd name="csX11" fmla="*/ 167931 w 167652"/>
                <a:gd name="csY11" fmla="*/ 530124 h 545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67652" h="545097">
                  <a:moveTo>
                    <a:pt x="167931" y="530124"/>
                  </a:moveTo>
                  <a:cubicBezTo>
                    <a:pt x="167931" y="346014"/>
                    <a:pt x="134766" y="238140"/>
                    <a:pt x="125334" y="207706"/>
                  </a:cubicBezTo>
                  <a:cubicBezTo>
                    <a:pt x="104643" y="140812"/>
                    <a:pt x="70870" y="70301"/>
                    <a:pt x="20057" y="8228"/>
                  </a:cubicBezTo>
                  <a:cubicBezTo>
                    <a:pt x="15493" y="2805"/>
                    <a:pt x="14276" y="1298"/>
                    <a:pt x="13059" y="695"/>
                  </a:cubicBezTo>
                  <a:cubicBezTo>
                    <a:pt x="12450" y="394"/>
                    <a:pt x="12146" y="93"/>
                    <a:pt x="7278" y="93"/>
                  </a:cubicBezTo>
                  <a:cubicBezTo>
                    <a:pt x="2714" y="93"/>
                    <a:pt x="279" y="93"/>
                    <a:pt x="279" y="3106"/>
                  </a:cubicBezTo>
                  <a:cubicBezTo>
                    <a:pt x="279" y="3709"/>
                    <a:pt x="279" y="4311"/>
                    <a:pt x="4235" y="9735"/>
                  </a:cubicBezTo>
                  <a:cubicBezTo>
                    <a:pt x="110120" y="156179"/>
                    <a:pt x="133853" y="336974"/>
                    <a:pt x="134158" y="540972"/>
                  </a:cubicBezTo>
                  <a:cubicBezTo>
                    <a:pt x="134158" y="545190"/>
                    <a:pt x="135983" y="545190"/>
                    <a:pt x="142677" y="545190"/>
                  </a:cubicBezTo>
                  <a:lnTo>
                    <a:pt x="159412" y="545190"/>
                  </a:lnTo>
                  <a:cubicBezTo>
                    <a:pt x="165801" y="545190"/>
                    <a:pt x="167627" y="545190"/>
                    <a:pt x="167931" y="541876"/>
                  </a:cubicBezTo>
                  <a:lnTo>
                    <a:pt x="167931" y="530124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EFA2C3D0-9ECF-D23C-CF6D-5F22032A88A4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5665979" y="4993351"/>
              <a:ext cx="167652" cy="545097"/>
            </a:xfrm>
            <a:custGeom>
              <a:avLst/>
              <a:gdLst>
                <a:gd name="csX0" fmla="*/ 167931 w 167652"/>
                <a:gd name="csY0" fmla="*/ 3425 h 545097"/>
                <a:gd name="csX1" fmla="*/ 159412 w 167652"/>
                <a:gd name="csY1" fmla="*/ 111 h 545097"/>
                <a:gd name="csX2" fmla="*/ 142677 w 167652"/>
                <a:gd name="csY2" fmla="*/ 111 h 545097"/>
                <a:gd name="csX3" fmla="*/ 134158 w 167652"/>
                <a:gd name="csY3" fmla="*/ 4329 h 545097"/>
                <a:gd name="csX4" fmla="*/ 125942 w 167652"/>
                <a:gd name="csY4" fmla="*/ 182111 h 545097"/>
                <a:gd name="csX5" fmla="*/ 2409 w 167652"/>
                <a:gd name="csY5" fmla="*/ 538278 h 545097"/>
                <a:gd name="csX6" fmla="*/ 279 w 167652"/>
                <a:gd name="csY6" fmla="*/ 542195 h 545097"/>
                <a:gd name="csX7" fmla="*/ 7278 w 167652"/>
                <a:gd name="csY7" fmla="*/ 545208 h 545097"/>
                <a:gd name="csX8" fmla="*/ 13363 w 167652"/>
                <a:gd name="csY8" fmla="*/ 544606 h 545097"/>
                <a:gd name="csX9" fmla="*/ 83953 w 167652"/>
                <a:gd name="csY9" fmla="*/ 439142 h 545097"/>
                <a:gd name="csX10" fmla="*/ 160629 w 167652"/>
                <a:gd name="csY10" fmla="*/ 158608 h 545097"/>
                <a:gd name="csX11" fmla="*/ 167931 w 167652"/>
                <a:gd name="csY11" fmla="*/ 15177 h 545097"/>
                <a:gd name="csX12" fmla="*/ 167931 w 167652"/>
                <a:gd name="csY12" fmla="*/ 3425 h 545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7652" h="545097">
                  <a:moveTo>
                    <a:pt x="167931" y="3425"/>
                  </a:moveTo>
                  <a:cubicBezTo>
                    <a:pt x="167627" y="111"/>
                    <a:pt x="165801" y="111"/>
                    <a:pt x="159412" y="111"/>
                  </a:cubicBezTo>
                  <a:lnTo>
                    <a:pt x="142677" y="111"/>
                  </a:lnTo>
                  <a:cubicBezTo>
                    <a:pt x="135983" y="111"/>
                    <a:pt x="134158" y="111"/>
                    <a:pt x="134158" y="4329"/>
                  </a:cubicBezTo>
                  <a:cubicBezTo>
                    <a:pt x="134158" y="35366"/>
                    <a:pt x="133853" y="107081"/>
                    <a:pt x="125942" y="182111"/>
                  </a:cubicBezTo>
                  <a:cubicBezTo>
                    <a:pt x="109512" y="337896"/>
                    <a:pt x="69044" y="445771"/>
                    <a:pt x="2409" y="538278"/>
                  </a:cubicBezTo>
                  <a:cubicBezTo>
                    <a:pt x="279" y="540990"/>
                    <a:pt x="279" y="541592"/>
                    <a:pt x="279" y="542195"/>
                  </a:cubicBezTo>
                  <a:cubicBezTo>
                    <a:pt x="279" y="545208"/>
                    <a:pt x="2714" y="545208"/>
                    <a:pt x="7278" y="545208"/>
                  </a:cubicBezTo>
                  <a:cubicBezTo>
                    <a:pt x="12146" y="545208"/>
                    <a:pt x="12754" y="545208"/>
                    <a:pt x="13363" y="544606"/>
                  </a:cubicBezTo>
                  <a:cubicBezTo>
                    <a:pt x="14580" y="543702"/>
                    <a:pt x="53222" y="499708"/>
                    <a:pt x="83953" y="439142"/>
                  </a:cubicBezTo>
                  <a:cubicBezTo>
                    <a:pt x="124117" y="359592"/>
                    <a:pt x="149371" y="268290"/>
                    <a:pt x="160629" y="158608"/>
                  </a:cubicBezTo>
                  <a:cubicBezTo>
                    <a:pt x="161542" y="149267"/>
                    <a:pt x="167931" y="86591"/>
                    <a:pt x="167931" y="15177"/>
                  </a:cubicBezTo>
                  <a:lnTo>
                    <a:pt x="167931" y="3425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4298678D-C1E8-4A38-64AF-B0439B5238D2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2592466" y="5735187"/>
              <a:ext cx="346866" cy="209119"/>
            </a:xfrm>
            <a:custGeom>
              <a:avLst/>
              <a:gdLst>
                <a:gd name="csX0" fmla="*/ 318139 w 346866"/>
                <a:gd name="csY0" fmla="*/ 21536 h 209119"/>
                <a:gd name="csX1" fmla="*/ 329702 w 346866"/>
                <a:gd name="csY1" fmla="*/ 14906 h 209119"/>
                <a:gd name="csX2" fmla="*/ 347045 w 346866"/>
                <a:gd name="csY2" fmla="*/ 14304 h 209119"/>
                <a:gd name="csX3" fmla="*/ 347045 w 346866"/>
                <a:gd name="csY3" fmla="*/ 141 h 209119"/>
                <a:gd name="csX4" fmla="*/ 314488 w 346866"/>
                <a:gd name="csY4" fmla="*/ 1045 h 209119"/>
                <a:gd name="csX5" fmla="*/ 273108 w 346866"/>
                <a:gd name="csY5" fmla="*/ 141 h 209119"/>
                <a:gd name="csX6" fmla="*/ 273108 w 346866"/>
                <a:gd name="csY6" fmla="*/ 14304 h 209119"/>
                <a:gd name="csX7" fmla="*/ 304143 w 346866"/>
                <a:gd name="csY7" fmla="*/ 17618 h 209119"/>
                <a:gd name="csX8" fmla="*/ 251809 w 346866"/>
                <a:gd name="csY8" fmla="*/ 152311 h 209119"/>
                <a:gd name="csX9" fmla="*/ 197953 w 346866"/>
                <a:gd name="csY9" fmla="*/ 14304 h 209119"/>
                <a:gd name="csX10" fmla="*/ 227163 w 346866"/>
                <a:gd name="csY10" fmla="*/ 14304 h 209119"/>
                <a:gd name="csX11" fmla="*/ 227163 w 346866"/>
                <a:gd name="csY11" fmla="*/ 141 h 209119"/>
                <a:gd name="csX12" fmla="*/ 173916 w 346866"/>
                <a:gd name="csY12" fmla="*/ 1045 h 209119"/>
                <a:gd name="csX13" fmla="*/ 127363 w 346866"/>
                <a:gd name="csY13" fmla="*/ 141 h 209119"/>
                <a:gd name="csX14" fmla="*/ 127363 w 346866"/>
                <a:gd name="csY14" fmla="*/ 14304 h 209119"/>
                <a:gd name="csX15" fmla="*/ 153530 w 346866"/>
                <a:gd name="csY15" fmla="*/ 14304 h 209119"/>
                <a:gd name="csX16" fmla="*/ 166005 w 346866"/>
                <a:gd name="csY16" fmla="*/ 46244 h 209119"/>
                <a:gd name="csX17" fmla="*/ 124625 w 346866"/>
                <a:gd name="csY17" fmla="*/ 152311 h 209119"/>
                <a:gd name="csX18" fmla="*/ 70769 w 346866"/>
                <a:gd name="csY18" fmla="*/ 14304 h 209119"/>
                <a:gd name="csX19" fmla="*/ 99979 w 346866"/>
                <a:gd name="csY19" fmla="*/ 14304 h 209119"/>
                <a:gd name="csX20" fmla="*/ 99979 w 346866"/>
                <a:gd name="csY20" fmla="*/ 141 h 209119"/>
                <a:gd name="csX21" fmla="*/ 46732 w 346866"/>
                <a:gd name="csY21" fmla="*/ 1045 h 209119"/>
                <a:gd name="csX22" fmla="*/ 179 w 346866"/>
                <a:gd name="csY22" fmla="*/ 141 h 209119"/>
                <a:gd name="csX23" fmla="*/ 179 w 346866"/>
                <a:gd name="csY23" fmla="*/ 14304 h 209119"/>
                <a:gd name="csX24" fmla="*/ 26346 w 346866"/>
                <a:gd name="csY24" fmla="*/ 14304 h 209119"/>
                <a:gd name="csX25" fmla="*/ 99370 w 346866"/>
                <a:gd name="csY25" fmla="*/ 201427 h 209119"/>
                <a:gd name="csX26" fmla="*/ 110020 w 346866"/>
                <a:gd name="csY26" fmla="*/ 209261 h 209119"/>
                <a:gd name="csX27" fmla="*/ 120669 w 346866"/>
                <a:gd name="csY27" fmla="*/ 201427 h 209119"/>
                <a:gd name="csX28" fmla="*/ 173612 w 346866"/>
                <a:gd name="csY28" fmla="*/ 65830 h 209119"/>
                <a:gd name="csX29" fmla="*/ 226555 w 346866"/>
                <a:gd name="csY29" fmla="*/ 201427 h 209119"/>
                <a:gd name="csX30" fmla="*/ 237204 w 346866"/>
                <a:gd name="csY30" fmla="*/ 209261 h 209119"/>
                <a:gd name="csX31" fmla="*/ 247853 w 346866"/>
                <a:gd name="csY31" fmla="*/ 201427 h 209119"/>
                <a:gd name="csX32" fmla="*/ 318139 w 346866"/>
                <a:gd name="csY32" fmla="*/ 21536 h 209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346866" h="209119">
                  <a:moveTo>
                    <a:pt x="318139" y="21536"/>
                  </a:moveTo>
                  <a:cubicBezTo>
                    <a:pt x="319965" y="16413"/>
                    <a:pt x="320269" y="15810"/>
                    <a:pt x="329702" y="14906"/>
                  </a:cubicBezTo>
                  <a:cubicBezTo>
                    <a:pt x="335787" y="14304"/>
                    <a:pt x="342177" y="14304"/>
                    <a:pt x="347045" y="14304"/>
                  </a:cubicBezTo>
                  <a:lnTo>
                    <a:pt x="347045" y="141"/>
                  </a:lnTo>
                  <a:cubicBezTo>
                    <a:pt x="338830" y="443"/>
                    <a:pt x="328180" y="1045"/>
                    <a:pt x="314488" y="1045"/>
                  </a:cubicBezTo>
                  <a:cubicBezTo>
                    <a:pt x="302926" y="1045"/>
                    <a:pt x="284061" y="1045"/>
                    <a:pt x="273108" y="141"/>
                  </a:cubicBezTo>
                  <a:lnTo>
                    <a:pt x="273108" y="14304"/>
                  </a:lnTo>
                  <a:cubicBezTo>
                    <a:pt x="280714" y="14304"/>
                    <a:pt x="295319" y="14304"/>
                    <a:pt x="304143" y="17618"/>
                  </a:cubicBezTo>
                  <a:lnTo>
                    <a:pt x="251809" y="152311"/>
                  </a:lnTo>
                  <a:lnTo>
                    <a:pt x="197953" y="14304"/>
                  </a:lnTo>
                  <a:lnTo>
                    <a:pt x="227163" y="14304"/>
                  </a:lnTo>
                  <a:lnTo>
                    <a:pt x="227163" y="141"/>
                  </a:lnTo>
                  <a:cubicBezTo>
                    <a:pt x="215601" y="1045"/>
                    <a:pt x="187000" y="1045"/>
                    <a:pt x="173916" y="1045"/>
                  </a:cubicBezTo>
                  <a:cubicBezTo>
                    <a:pt x="162050" y="1045"/>
                    <a:pt x="138012" y="1045"/>
                    <a:pt x="127363" y="141"/>
                  </a:cubicBezTo>
                  <a:lnTo>
                    <a:pt x="127363" y="14304"/>
                  </a:lnTo>
                  <a:lnTo>
                    <a:pt x="153530" y="14304"/>
                  </a:lnTo>
                  <a:lnTo>
                    <a:pt x="166005" y="46244"/>
                  </a:lnTo>
                  <a:lnTo>
                    <a:pt x="124625" y="152311"/>
                  </a:lnTo>
                  <a:lnTo>
                    <a:pt x="70769" y="14304"/>
                  </a:lnTo>
                  <a:lnTo>
                    <a:pt x="99979" y="14304"/>
                  </a:lnTo>
                  <a:lnTo>
                    <a:pt x="99979" y="141"/>
                  </a:lnTo>
                  <a:cubicBezTo>
                    <a:pt x="88417" y="1045"/>
                    <a:pt x="59815" y="1045"/>
                    <a:pt x="46732" y="1045"/>
                  </a:cubicBezTo>
                  <a:cubicBezTo>
                    <a:pt x="34865" y="1045"/>
                    <a:pt x="10828" y="1045"/>
                    <a:pt x="179" y="141"/>
                  </a:cubicBezTo>
                  <a:lnTo>
                    <a:pt x="179" y="14304"/>
                  </a:lnTo>
                  <a:lnTo>
                    <a:pt x="26346" y="14304"/>
                  </a:lnTo>
                  <a:lnTo>
                    <a:pt x="99370" y="201427"/>
                  </a:lnTo>
                  <a:cubicBezTo>
                    <a:pt x="101196" y="206248"/>
                    <a:pt x="102413" y="209261"/>
                    <a:pt x="110020" y="209261"/>
                  </a:cubicBezTo>
                  <a:cubicBezTo>
                    <a:pt x="117626" y="209261"/>
                    <a:pt x="118844" y="206248"/>
                    <a:pt x="120669" y="201427"/>
                  </a:cubicBezTo>
                  <a:lnTo>
                    <a:pt x="173612" y="65830"/>
                  </a:lnTo>
                  <a:lnTo>
                    <a:pt x="226555" y="201427"/>
                  </a:lnTo>
                  <a:cubicBezTo>
                    <a:pt x="228380" y="206248"/>
                    <a:pt x="229597" y="209261"/>
                    <a:pt x="237204" y="209261"/>
                  </a:cubicBezTo>
                  <a:cubicBezTo>
                    <a:pt x="244811" y="209261"/>
                    <a:pt x="246028" y="206248"/>
                    <a:pt x="247853" y="201427"/>
                  </a:cubicBezTo>
                  <a:lnTo>
                    <a:pt x="318139" y="2153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C6C65CB7-DA28-0F68-0635-3FE569FDE420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3061534" y="5779181"/>
              <a:ext cx="152134" cy="174768"/>
            </a:xfrm>
            <a:custGeom>
              <a:avLst/>
              <a:gdLst>
                <a:gd name="csX0" fmla="*/ 141678 w 152134"/>
                <a:gd name="csY0" fmla="*/ 93552 h 174768"/>
                <a:gd name="csX1" fmla="*/ 152328 w 152134"/>
                <a:gd name="csY1" fmla="*/ 87526 h 174768"/>
                <a:gd name="csX2" fmla="*/ 141678 w 152134"/>
                <a:gd name="csY2" fmla="*/ 81499 h 174768"/>
                <a:gd name="csX3" fmla="*/ 12669 w 152134"/>
                <a:gd name="csY3" fmla="*/ 81499 h 174768"/>
                <a:gd name="csX4" fmla="*/ 94213 w 152134"/>
                <a:gd name="csY4" fmla="*/ 12194 h 174768"/>
                <a:gd name="csX5" fmla="*/ 141678 w 152134"/>
                <a:gd name="csY5" fmla="*/ 12194 h 174768"/>
                <a:gd name="csX6" fmla="*/ 152328 w 152134"/>
                <a:gd name="csY6" fmla="*/ 6168 h 174768"/>
                <a:gd name="csX7" fmla="*/ 141678 w 152134"/>
                <a:gd name="csY7" fmla="*/ 141 h 174768"/>
                <a:gd name="csX8" fmla="*/ 93604 w 152134"/>
                <a:gd name="csY8" fmla="*/ 141 h 174768"/>
                <a:gd name="csX9" fmla="*/ 194 w 152134"/>
                <a:gd name="csY9" fmla="*/ 87526 h 174768"/>
                <a:gd name="csX10" fmla="*/ 93604 w 152134"/>
                <a:gd name="csY10" fmla="*/ 174910 h 174768"/>
                <a:gd name="csX11" fmla="*/ 141678 w 152134"/>
                <a:gd name="csY11" fmla="*/ 174910 h 174768"/>
                <a:gd name="csX12" fmla="*/ 152328 w 152134"/>
                <a:gd name="csY12" fmla="*/ 168884 h 174768"/>
                <a:gd name="csX13" fmla="*/ 141678 w 152134"/>
                <a:gd name="csY13" fmla="*/ 162857 h 174768"/>
                <a:gd name="csX14" fmla="*/ 94213 w 152134"/>
                <a:gd name="csY14" fmla="*/ 162857 h 174768"/>
                <a:gd name="csX15" fmla="*/ 12669 w 152134"/>
                <a:gd name="csY15" fmla="*/ 93552 h 174768"/>
                <a:gd name="csX16" fmla="*/ 141678 w 152134"/>
                <a:gd name="csY16" fmla="*/ 93552 h 1747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2134" h="174768">
                  <a:moveTo>
                    <a:pt x="141678" y="93552"/>
                  </a:moveTo>
                  <a:cubicBezTo>
                    <a:pt x="146851" y="93552"/>
                    <a:pt x="152328" y="93552"/>
                    <a:pt x="152328" y="87526"/>
                  </a:cubicBezTo>
                  <a:cubicBezTo>
                    <a:pt x="152328" y="81499"/>
                    <a:pt x="146851" y="81499"/>
                    <a:pt x="141678" y="81499"/>
                  </a:cubicBezTo>
                  <a:lnTo>
                    <a:pt x="12669" y="81499"/>
                  </a:lnTo>
                  <a:cubicBezTo>
                    <a:pt x="16320" y="41122"/>
                    <a:pt x="51311" y="12194"/>
                    <a:pt x="94213" y="12194"/>
                  </a:cubicBezTo>
                  <a:lnTo>
                    <a:pt x="141678" y="12194"/>
                  </a:lnTo>
                  <a:cubicBezTo>
                    <a:pt x="146851" y="12194"/>
                    <a:pt x="152328" y="12194"/>
                    <a:pt x="152328" y="6168"/>
                  </a:cubicBezTo>
                  <a:cubicBezTo>
                    <a:pt x="152328" y="141"/>
                    <a:pt x="146851" y="141"/>
                    <a:pt x="141678" y="141"/>
                  </a:cubicBezTo>
                  <a:lnTo>
                    <a:pt x="93604" y="141"/>
                  </a:lnTo>
                  <a:cubicBezTo>
                    <a:pt x="41574" y="141"/>
                    <a:pt x="194" y="39314"/>
                    <a:pt x="194" y="87526"/>
                  </a:cubicBezTo>
                  <a:cubicBezTo>
                    <a:pt x="194" y="135738"/>
                    <a:pt x="41574" y="174910"/>
                    <a:pt x="93604" y="174910"/>
                  </a:cubicBezTo>
                  <a:lnTo>
                    <a:pt x="141678" y="174910"/>
                  </a:lnTo>
                  <a:cubicBezTo>
                    <a:pt x="146851" y="174910"/>
                    <a:pt x="152328" y="174910"/>
                    <a:pt x="152328" y="168884"/>
                  </a:cubicBezTo>
                  <a:cubicBezTo>
                    <a:pt x="152328" y="162857"/>
                    <a:pt x="146851" y="162857"/>
                    <a:pt x="141678" y="162857"/>
                  </a:cubicBezTo>
                  <a:lnTo>
                    <a:pt x="94213" y="162857"/>
                  </a:lnTo>
                  <a:cubicBezTo>
                    <a:pt x="51311" y="162857"/>
                    <a:pt x="16320" y="133930"/>
                    <a:pt x="12669" y="93552"/>
                  </a:cubicBezTo>
                  <a:lnTo>
                    <a:pt x="141678" y="9355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4138CC8F-3294-EFA9-E683-D7182994F9AB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3328512" y="5735489"/>
              <a:ext cx="209032" cy="206407"/>
            </a:xfrm>
            <a:custGeom>
              <a:avLst/>
              <a:gdLst>
                <a:gd name="csX0" fmla="*/ 76879 w 209032"/>
                <a:gd name="csY0" fmla="*/ 111933 h 206407"/>
                <a:gd name="csX1" fmla="*/ 87832 w 209032"/>
                <a:gd name="csY1" fmla="*/ 111933 h 206407"/>
                <a:gd name="csX2" fmla="*/ 133473 w 209032"/>
                <a:gd name="csY2" fmla="*/ 181841 h 206407"/>
                <a:gd name="csX3" fmla="*/ 147165 w 209032"/>
                <a:gd name="csY3" fmla="*/ 202933 h 206407"/>
                <a:gd name="csX4" fmla="*/ 157206 w 209032"/>
                <a:gd name="csY4" fmla="*/ 206549 h 206407"/>
                <a:gd name="csX5" fmla="*/ 199195 w 209032"/>
                <a:gd name="csY5" fmla="*/ 206549 h 206407"/>
                <a:gd name="csX6" fmla="*/ 209236 w 209032"/>
                <a:gd name="csY6" fmla="*/ 201125 h 206407"/>
                <a:gd name="csX7" fmla="*/ 204671 w 209032"/>
                <a:gd name="csY7" fmla="*/ 196003 h 206407"/>
                <a:gd name="csX8" fmla="*/ 171202 w 209032"/>
                <a:gd name="csY8" fmla="*/ 164062 h 206407"/>
                <a:gd name="csX9" fmla="*/ 133473 w 209032"/>
                <a:gd name="csY9" fmla="*/ 108619 h 206407"/>
                <a:gd name="csX10" fmla="*/ 186720 w 209032"/>
                <a:gd name="csY10" fmla="*/ 56489 h 206407"/>
                <a:gd name="csX11" fmla="*/ 106088 w 209032"/>
                <a:gd name="csY11" fmla="*/ 141 h 206407"/>
                <a:gd name="csX12" fmla="*/ 10548 w 209032"/>
                <a:gd name="csY12" fmla="*/ 141 h 206407"/>
                <a:gd name="csX13" fmla="*/ 203 w 209032"/>
                <a:gd name="csY13" fmla="*/ 5565 h 206407"/>
                <a:gd name="csX14" fmla="*/ 8418 w 209032"/>
                <a:gd name="csY14" fmla="*/ 10688 h 206407"/>
                <a:gd name="csX15" fmla="*/ 27283 w 209032"/>
                <a:gd name="csY15" fmla="*/ 27863 h 206407"/>
                <a:gd name="csX16" fmla="*/ 27283 w 209032"/>
                <a:gd name="csY16" fmla="*/ 178827 h 206407"/>
                <a:gd name="csX17" fmla="*/ 8418 w 209032"/>
                <a:gd name="csY17" fmla="*/ 196003 h 206407"/>
                <a:gd name="csX18" fmla="*/ 203 w 209032"/>
                <a:gd name="csY18" fmla="*/ 201125 h 206407"/>
                <a:gd name="csX19" fmla="*/ 10548 w 209032"/>
                <a:gd name="csY19" fmla="*/ 206549 h 206407"/>
                <a:gd name="csX20" fmla="*/ 93918 w 209032"/>
                <a:gd name="csY20" fmla="*/ 206549 h 206407"/>
                <a:gd name="csX21" fmla="*/ 103959 w 209032"/>
                <a:gd name="csY21" fmla="*/ 201125 h 206407"/>
                <a:gd name="csX22" fmla="*/ 95439 w 209032"/>
                <a:gd name="csY22" fmla="*/ 196003 h 206407"/>
                <a:gd name="csX23" fmla="*/ 76879 w 209032"/>
                <a:gd name="csY23" fmla="*/ 178827 h 206407"/>
                <a:gd name="csX24" fmla="*/ 76879 w 209032"/>
                <a:gd name="csY24" fmla="*/ 111933 h 206407"/>
                <a:gd name="csX25" fmla="*/ 135603 w 209032"/>
                <a:gd name="csY25" fmla="*/ 97168 h 206407"/>
                <a:gd name="csX26" fmla="*/ 145035 w 209032"/>
                <a:gd name="csY26" fmla="*/ 56791 h 206407"/>
                <a:gd name="csX27" fmla="*/ 133473 w 209032"/>
                <a:gd name="csY27" fmla="*/ 14002 h 206407"/>
                <a:gd name="csX28" fmla="*/ 176070 w 209032"/>
                <a:gd name="csY28" fmla="*/ 56489 h 206407"/>
                <a:gd name="csX29" fmla="*/ 135603 w 209032"/>
                <a:gd name="csY29" fmla="*/ 97168 h 206407"/>
                <a:gd name="csX30" fmla="*/ 76879 w 209032"/>
                <a:gd name="csY30" fmla="*/ 26959 h 206407"/>
                <a:gd name="csX31" fmla="*/ 95743 w 209032"/>
                <a:gd name="csY31" fmla="*/ 10688 h 206407"/>
                <a:gd name="csX32" fmla="*/ 134385 w 209032"/>
                <a:gd name="csY32" fmla="*/ 56791 h 206407"/>
                <a:gd name="csX33" fmla="*/ 76879 w 209032"/>
                <a:gd name="csY33" fmla="*/ 101387 h 206407"/>
                <a:gd name="csX34" fmla="*/ 76879 w 209032"/>
                <a:gd name="csY34" fmla="*/ 26959 h 206407"/>
                <a:gd name="csX35" fmla="*/ 35498 w 209032"/>
                <a:gd name="csY35" fmla="*/ 196003 h 206407"/>
                <a:gd name="csX36" fmla="*/ 37932 w 209032"/>
                <a:gd name="csY36" fmla="*/ 179430 h 206407"/>
                <a:gd name="csX37" fmla="*/ 37932 w 209032"/>
                <a:gd name="csY37" fmla="*/ 27261 h 206407"/>
                <a:gd name="csX38" fmla="*/ 35498 w 209032"/>
                <a:gd name="csY38" fmla="*/ 10688 h 206407"/>
                <a:gd name="csX39" fmla="*/ 70185 w 209032"/>
                <a:gd name="csY39" fmla="*/ 10688 h 206407"/>
                <a:gd name="csX40" fmla="*/ 66229 w 209032"/>
                <a:gd name="csY40" fmla="*/ 26055 h 206407"/>
                <a:gd name="csX41" fmla="*/ 66229 w 209032"/>
                <a:gd name="csY41" fmla="*/ 179430 h 206407"/>
                <a:gd name="csX42" fmla="*/ 68663 w 209032"/>
                <a:gd name="csY42" fmla="*/ 196003 h 206407"/>
                <a:gd name="csX43" fmla="*/ 35498 w 209032"/>
                <a:gd name="csY43" fmla="*/ 196003 h 206407"/>
                <a:gd name="csX44" fmla="*/ 100307 w 209032"/>
                <a:gd name="csY44" fmla="*/ 111933 h 206407"/>
                <a:gd name="csX45" fmla="*/ 106088 w 209032"/>
                <a:gd name="csY45" fmla="*/ 111331 h 206407"/>
                <a:gd name="csX46" fmla="*/ 121910 w 209032"/>
                <a:gd name="csY46" fmla="*/ 110125 h 206407"/>
                <a:gd name="csX47" fmla="*/ 184590 w 209032"/>
                <a:gd name="csY47" fmla="*/ 196003 h 206407"/>
                <a:gd name="csX48" fmla="*/ 155076 w 209032"/>
                <a:gd name="csY48" fmla="*/ 196003 h 206407"/>
                <a:gd name="csX49" fmla="*/ 100307 w 209032"/>
                <a:gd name="csY49" fmla="*/ 111933 h 206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209032" h="206407">
                  <a:moveTo>
                    <a:pt x="76879" y="111933"/>
                  </a:moveTo>
                  <a:lnTo>
                    <a:pt x="87832" y="111933"/>
                  </a:lnTo>
                  <a:lnTo>
                    <a:pt x="133473" y="181841"/>
                  </a:lnTo>
                  <a:cubicBezTo>
                    <a:pt x="136515" y="186662"/>
                    <a:pt x="143818" y="198414"/>
                    <a:pt x="147165" y="202933"/>
                  </a:cubicBezTo>
                  <a:cubicBezTo>
                    <a:pt x="149295" y="206549"/>
                    <a:pt x="150207" y="206549"/>
                    <a:pt x="157206" y="206549"/>
                  </a:cubicBezTo>
                  <a:lnTo>
                    <a:pt x="199195" y="206549"/>
                  </a:lnTo>
                  <a:cubicBezTo>
                    <a:pt x="204671" y="206549"/>
                    <a:pt x="209236" y="206549"/>
                    <a:pt x="209236" y="201125"/>
                  </a:cubicBezTo>
                  <a:cubicBezTo>
                    <a:pt x="209236" y="198715"/>
                    <a:pt x="207410" y="196606"/>
                    <a:pt x="204671" y="196003"/>
                  </a:cubicBezTo>
                  <a:cubicBezTo>
                    <a:pt x="193414" y="193592"/>
                    <a:pt x="178504" y="173705"/>
                    <a:pt x="171202" y="164062"/>
                  </a:cubicBezTo>
                  <a:cubicBezTo>
                    <a:pt x="169072" y="161049"/>
                    <a:pt x="153859" y="141162"/>
                    <a:pt x="133473" y="108619"/>
                  </a:cubicBezTo>
                  <a:cubicBezTo>
                    <a:pt x="160553" y="103797"/>
                    <a:pt x="186720" y="92347"/>
                    <a:pt x="186720" y="56489"/>
                  </a:cubicBezTo>
                  <a:cubicBezTo>
                    <a:pt x="186720" y="14605"/>
                    <a:pt x="141992" y="141"/>
                    <a:pt x="106088" y="141"/>
                  </a:cubicBezTo>
                  <a:lnTo>
                    <a:pt x="10548" y="141"/>
                  </a:lnTo>
                  <a:cubicBezTo>
                    <a:pt x="5071" y="141"/>
                    <a:pt x="203" y="141"/>
                    <a:pt x="203" y="5565"/>
                  </a:cubicBezTo>
                  <a:cubicBezTo>
                    <a:pt x="203" y="10688"/>
                    <a:pt x="5984" y="10688"/>
                    <a:pt x="8418" y="10688"/>
                  </a:cubicBezTo>
                  <a:cubicBezTo>
                    <a:pt x="25762" y="10688"/>
                    <a:pt x="27283" y="12797"/>
                    <a:pt x="27283" y="27863"/>
                  </a:cubicBezTo>
                  <a:lnTo>
                    <a:pt x="27283" y="178827"/>
                  </a:lnTo>
                  <a:cubicBezTo>
                    <a:pt x="27283" y="193894"/>
                    <a:pt x="25762" y="196003"/>
                    <a:pt x="8418" y="196003"/>
                  </a:cubicBezTo>
                  <a:cubicBezTo>
                    <a:pt x="5984" y="196003"/>
                    <a:pt x="203" y="196003"/>
                    <a:pt x="203" y="201125"/>
                  </a:cubicBezTo>
                  <a:cubicBezTo>
                    <a:pt x="203" y="206549"/>
                    <a:pt x="5071" y="206549"/>
                    <a:pt x="10548" y="206549"/>
                  </a:cubicBezTo>
                  <a:lnTo>
                    <a:pt x="93918" y="206549"/>
                  </a:lnTo>
                  <a:cubicBezTo>
                    <a:pt x="99395" y="206549"/>
                    <a:pt x="103959" y="206549"/>
                    <a:pt x="103959" y="201125"/>
                  </a:cubicBezTo>
                  <a:cubicBezTo>
                    <a:pt x="103959" y="196003"/>
                    <a:pt x="98786" y="196003"/>
                    <a:pt x="95439" y="196003"/>
                  </a:cubicBezTo>
                  <a:cubicBezTo>
                    <a:pt x="78096" y="196003"/>
                    <a:pt x="76879" y="193592"/>
                    <a:pt x="76879" y="178827"/>
                  </a:cubicBezTo>
                  <a:lnTo>
                    <a:pt x="76879" y="111933"/>
                  </a:lnTo>
                  <a:close/>
                  <a:moveTo>
                    <a:pt x="135603" y="97168"/>
                  </a:moveTo>
                  <a:cubicBezTo>
                    <a:pt x="144122" y="86019"/>
                    <a:pt x="145035" y="70049"/>
                    <a:pt x="145035" y="56791"/>
                  </a:cubicBezTo>
                  <a:cubicBezTo>
                    <a:pt x="145035" y="42327"/>
                    <a:pt x="143209" y="26357"/>
                    <a:pt x="133473" y="14002"/>
                  </a:cubicBezTo>
                  <a:cubicBezTo>
                    <a:pt x="145948" y="16714"/>
                    <a:pt x="176070" y="26055"/>
                    <a:pt x="176070" y="56489"/>
                  </a:cubicBezTo>
                  <a:cubicBezTo>
                    <a:pt x="176070" y="76075"/>
                    <a:pt x="166942" y="91443"/>
                    <a:pt x="135603" y="97168"/>
                  </a:cubicBezTo>
                  <a:close/>
                  <a:moveTo>
                    <a:pt x="76879" y="26959"/>
                  </a:moveTo>
                  <a:cubicBezTo>
                    <a:pt x="76879" y="20632"/>
                    <a:pt x="76879" y="10688"/>
                    <a:pt x="95743" y="10688"/>
                  </a:cubicBezTo>
                  <a:cubicBezTo>
                    <a:pt x="121606" y="10688"/>
                    <a:pt x="134385" y="21234"/>
                    <a:pt x="134385" y="56791"/>
                  </a:cubicBezTo>
                  <a:cubicBezTo>
                    <a:pt x="134385" y="95662"/>
                    <a:pt x="124953" y="101387"/>
                    <a:pt x="76879" y="101387"/>
                  </a:cubicBezTo>
                  <a:lnTo>
                    <a:pt x="76879" y="26959"/>
                  </a:lnTo>
                  <a:close/>
                  <a:moveTo>
                    <a:pt x="35498" y="196003"/>
                  </a:moveTo>
                  <a:cubicBezTo>
                    <a:pt x="37932" y="190579"/>
                    <a:pt x="37932" y="182142"/>
                    <a:pt x="37932" y="179430"/>
                  </a:cubicBezTo>
                  <a:lnTo>
                    <a:pt x="37932" y="27261"/>
                  </a:lnTo>
                  <a:cubicBezTo>
                    <a:pt x="37932" y="24247"/>
                    <a:pt x="37932" y="16112"/>
                    <a:pt x="35498" y="10688"/>
                  </a:cubicBezTo>
                  <a:lnTo>
                    <a:pt x="70185" y="10688"/>
                  </a:lnTo>
                  <a:cubicBezTo>
                    <a:pt x="66229" y="15509"/>
                    <a:pt x="66229" y="21536"/>
                    <a:pt x="66229" y="26055"/>
                  </a:cubicBezTo>
                  <a:lnTo>
                    <a:pt x="66229" y="179430"/>
                  </a:lnTo>
                  <a:cubicBezTo>
                    <a:pt x="66229" y="182443"/>
                    <a:pt x="66229" y="190579"/>
                    <a:pt x="68663" y="196003"/>
                  </a:cubicBezTo>
                  <a:lnTo>
                    <a:pt x="35498" y="196003"/>
                  </a:lnTo>
                  <a:close/>
                  <a:moveTo>
                    <a:pt x="100307" y="111933"/>
                  </a:moveTo>
                  <a:cubicBezTo>
                    <a:pt x="102437" y="111632"/>
                    <a:pt x="103654" y="111331"/>
                    <a:pt x="106088" y="111331"/>
                  </a:cubicBezTo>
                  <a:cubicBezTo>
                    <a:pt x="110652" y="111331"/>
                    <a:pt x="117346" y="110728"/>
                    <a:pt x="121910" y="110125"/>
                  </a:cubicBezTo>
                  <a:cubicBezTo>
                    <a:pt x="126474" y="117357"/>
                    <a:pt x="159335" y="170993"/>
                    <a:pt x="184590" y="196003"/>
                  </a:cubicBezTo>
                  <a:lnTo>
                    <a:pt x="155076" y="196003"/>
                  </a:lnTo>
                  <a:lnTo>
                    <a:pt x="100307" y="11193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16F4DDB7-2342-7052-59CD-A6D536BF9F3F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3574277" y="5659286"/>
              <a:ext cx="10436" cy="210927"/>
            </a:xfrm>
            <a:custGeom>
              <a:avLst/>
              <a:gdLst>
                <a:gd name="csX0" fmla="*/ 10647 w 10436"/>
                <a:gd name="csY0" fmla="*/ 8364 h 210927"/>
                <a:gd name="csX1" fmla="*/ 5535 w 10436"/>
                <a:gd name="csY1" fmla="*/ 137 h 210927"/>
                <a:gd name="csX2" fmla="*/ 210 w 10436"/>
                <a:gd name="csY2" fmla="*/ 8364 h 210927"/>
                <a:gd name="csX3" fmla="*/ 210 w 10436"/>
                <a:gd name="csY3" fmla="*/ 202839 h 210927"/>
                <a:gd name="csX4" fmla="*/ 5322 w 10436"/>
                <a:gd name="csY4" fmla="*/ 211065 h 210927"/>
                <a:gd name="csX5" fmla="*/ 10647 w 10436"/>
                <a:gd name="csY5" fmla="*/ 202839 h 210927"/>
                <a:gd name="csX6" fmla="*/ 10647 w 10436"/>
                <a:gd name="csY6" fmla="*/ 8364 h 210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436" h="210927">
                  <a:moveTo>
                    <a:pt x="10647" y="8364"/>
                  </a:moveTo>
                  <a:cubicBezTo>
                    <a:pt x="10647" y="5200"/>
                    <a:pt x="10647" y="137"/>
                    <a:pt x="5535" y="137"/>
                  </a:cubicBezTo>
                  <a:cubicBezTo>
                    <a:pt x="210" y="137"/>
                    <a:pt x="210" y="4989"/>
                    <a:pt x="210" y="8364"/>
                  </a:cubicBezTo>
                  <a:lnTo>
                    <a:pt x="210" y="202839"/>
                  </a:lnTo>
                  <a:cubicBezTo>
                    <a:pt x="210" y="206003"/>
                    <a:pt x="210" y="211065"/>
                    <a:pt x="5322" y="211065"/>
                  </a:cubicBezTo>
                  <a:cubicBezTo>
                    <a:pt x="10647" y="211065"/>
                    <a:pt x="10647" y="206214"/>
                    <a:pt x="10647" y="202839"/>
                  </a:cubicBezTo>
                  <a:lnTo>
                    <a:pt x="10647" y="8364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35260E20-1010-4E19-1C71-CD705E743E2D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3632484" y="5673418"/>
              <a:ext cx="166556" cy="148282"/>
            </a:xfrm>
            <a:custGeom>
              <a:avLst/>
              <a:gdLst>
                <a:gd name="csX0" fmla="*/ 135673 w 166556"/>
                <a:gd name="csY0" fmla="*/ 25238 h 148282"/>
                <a:gd name="csX1" fmla="*/ 161870 w 166556"/>
                <a:gd name="csY1" fmla="*/ 7731 h 148282"/>
                <a:gd name="csX2" fmla="*/ 166769 w 166556"/>
                <a:gd name="csY2" fmla="*/ 3090 h 148282"/>
                <a:gd name="csX3" fmla="*/ 163787 w 166556"/>
                <a:gd name="csY3" fmla="*/ 137 h 148282"/>
                <a:gd name="csX4" fmla="*/ 146748 w 166556"/>
                <a:gd name="csY4" fmla="*/ 981 h 148282"/>
                <a:gd name="csX5" fmla="*/ 124598 w 166556"/>
                <a:gd name="csY5" fmla="*/ 137 h 148282"/>
                <a:gd name="csX6" fmla="*/ 120338 w 166556"/>
                <a:gd name="csY6" fmla="*/ 4778 h 148282"/>
                <a:gd name="csX7" fmla="*/ 124172 w 166556"/>
                <a:gd name="csY7" fmla="*/ 7731 h 148282"/>
                <a:gd name="csX8" fmla="*/ 132904 w 166556"/>
                <a:gd name="csY8" fmla="*/ 13848 h 148282"/>
                <a:gd name="csX9" fmla="*/ 129070 w 166556"/>
                <a:gd name="csY9" fmla="*/ 22285 h 148282"/>
                <a:gd name="csX10" fmla="*/ 59210 w 166556"/>
                <a:gd name="csY10" fmla="*/ 124374 h 148282"/>
                <a:gd name="csX11" fmla="*/ 39828 w 166556"/>
                <a:gd name="csY11" fmla="*/ 16590 h 148282"/>
                <a:gd name="csX12" fmla="*/ 39402 w 166556"/>
                <a:gd name="csY12" fmla="*/ 13426 h 148282"/>
                <a:gd name="csX13" fmla="*/ 52821 w 166556"/>
                <a:gd name="csY13" fmla="*/ 7731 h 148282"/>
                <a:gd name="csX14" fmla="*/ 59210 w 166556"/>
                <a:gd name="csY14" fmla="*/ 3090 h 148282"/>
                <a:gd name="csX15" fmla="*/ 55589 w 166556"/>
                <a:gd name="csY15" fmla="*/ 137 h 148282"/>
                <a:gd name="csX16" fmla="*/ 28114 w 166556"/>
                <a:gd name="csY16" fmla="*/ 981 h 148282"/>
                <a:gd name="csX17" fmla="*/ 4472 w 166556"/>
                <a:gd name="csY17" fmla="*/ 137 h 148282"/>
                <a:gd name="csX18" fmla="*/ 213 w 166556"/>
                <a:gd name="csY18" fmla="*/ 4778 h 148282"/>
                <a:gd name="csX19" fmla="*/ 5537 w 166556"/>
                <a:gd name="csY19" fmla="*/ 7731 h 148282"/>
                <a:gd name="csX20" fmla="*/ 18742 w 166556"/>
                <a:gd name="csY20" fmla="*/ 14480 h 148282"/>
                <a:gd name="csX21" fmla="*/ 41958 w 166556"/>
                <a:gd name="csY21" fmla="*/ 142725 h 148282"/>
                <a:gd name="csX22" fmla="*/ 47070 w 166556"/>
                <a:gd name="csY22" fmla="*/ 148420 h 148282"/>
                <a:gd name="csX23" fmla="*/ 54311 w 166556"/>
                <a:gd name="csY23" fmla="*/ 143779 h 148282"/>
                <a:gd name="csX24" fmla="*/ 135673 w 166556"/>
                <a:gd name="csY24" fmla="*/ 25238 h 148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66556" h="148282">
                  <a:moveTo>
                    <a:pt x="135673" y="25238"/>
                  </a:moveTo>
                  <a:cubicBezTo>
                    <a:pt x="143553" y="13848"/>
                    <a:pt x="150369" y="8574"/>
                    <a:pt x="161870" y="7731"/>
                  </a:cubicBezTo>
                  <a:cubicBezTo>
                    <a:pt x="164426" y="7520"/>
                    <a:pt x="166769" y="7309"/>
                    <a:pt x="166769" y="3090"/>
                  </a:cubicBezTo>
                  <a:cubicBezTo>
                    <a:pt x="166769" y="2458"/>
                    <a:pt x="166343" y="137"/>
                    <a:pt x="163787" y="137"/>
                  </a:cubicBezTo>
                  <a:cubicBezTo>
                    <a:pt x="158676" y="137"/>
                    <a:pt x="152073" y="981"/>
                    <a:pt x="146748" y="981"/>
                  </a:cubicBezTo>
                  <a:cubicBezTo>
                    <a:pt x="139933" y="981"/>
                    <a:pt x="130987" y="137"/>
                    <a:pt x="124598" y="137"/>
                  </a:cubicBezTo>
                  <a:cubicBezTo>
                    <a:pt x="122681" y="137"/>
                    <a:pt x="120338" y="770"/>
                    <a:pt x="120338" y="4778"/>
                  </a:cubicBezTo>
                  <a:cubicBezTo>
                    <a:pt x="120338" y="7520"/>
                    <a:pt x="123320" y="7731"/>
                    <a:pt x="124172" y="7731"/>
                  </a:cubicBezTo>
                  <a:cubicBezTo>
                    <a:pt x="130987" y="8153"/>
                    <a:pt x="132904" y="10684"/>
                    <a:pt x="132904" y="13848"/>
                  </a:cubicBezTo>
                  <a:cubicBezTo>
                    <a:pt x="132904" y="16801"/>
                    <a:pt x="131413" y="18910"/>
                    <a:pt x="129070" y="22285"/>
                  </a:cubicBezTo>
                  <a:lnTo>
                    <a:pt x="59210" y="124374"/>
                  </a:lnTo>
                  <a:lnTo>
                    <a:pt x="39828" y="16590"/>
                  </a:lnTo>
                  <a:cubicBezTo>
                    <a:pt x="39402" y="14691"/>
                    <a:pt x="39402" y="14270"/>
                    <a:pt x="39402" y="13426"/>
                  </a:cubicBezTo>
                  <a:cubicBezTo>
                    <a:pt x="39402" y="7731"/>
                    <a:pt x="51330" y="7731"/>
                    <a:pt x="52821" y="7731"/>
                  </a:cubicBezTo>
                  <a:cubicBezTo>
                    <a:pt x="56441" y="7731"/>
                    <a:pt x="59210" y="7731"/>
                    <a:pt x="59210" y="3090"/>
                  </a:cubicBezTo>
                  <a:cubicBezTo>
                    <a:pt x="59210" y="2879"/>
                    <a:pt x="58997" y="137"/>
                    <a:pt x="55589" y="137"/>
                  </a:cubicBezTo>
                  <a:cubicBezTo>
                    <a:pt x="49413" y="137"/>
                    <a:pt x="34291" y="981"/>
                    <a:pt x="28114" y="981"/>
                  </a:cubicBezTo>
                  <a:cubicBezTo>
                    <a:pt x="22789" y="981"/>
                    <a:pt x="9797" y="137"/>
                    <a:pt x="4472" y="137"/>
                  </a:cubicBezTo>
                  <a:cubicBezTo>
                    <a:pt x="2555" y="137"/>
                    <a:pt x="213" y="770"/>
                    <a:pt x="213" y="4778"/>
                  </a:cubicBezTo>
                  <a:cubicBezTo>
                    <a:pt x="213" y="7731"/>
                    <a:pt x="3194" y="7731"/>
                    <a:pt x="5537" y="7731"/>
                  </a:cubicBezTo>
                  <a:cubicBezTo>
                    <a:pt x="17465" y="7731"/>
                    <a:pt x="17678" y="8996"/>
                    <a:pt x="18742" y="14480"/>
                  </a:cubicBezTo>
                  <a:lnTo>
                    <a:pt x="41958" y="142725"/>
                  </a:lnTo>
                  <a:cubicBezTo>
                    <a:pt x="42810" y="147154"/>
                    <a:pt x="43023" y="148420"/>
                    <a:pt x="47070" y="148420"/>
                  </a:cubicBezTo>
                  <a:cubicBezTo>
                    <a:pt x="51117" y="148420"/>
                    <a:pt x="52182" y="146943"/>
                    <a:pt x="54311" y="143779"/>
                  </a:cubicBezTo>
                  <a:lnTo>
                    <a:pt x="135673" y="2523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97162631-03D5-52CE-0364-428D7F298333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3842627" y="5659286"/>
              <a:ext cx="10436" cy="210927"/>
            </a:xfrm>
            <a:custGeom>
              <a:avLst/>
              <a:gdLst>
                <a:gd name="csX0" fmla="*/ 10655 w 10436"/>
                <a:gd name="csY0" fmla="*/ 8364 h 210927"/>
                <a:gd name="csX1" fmla="*/ 5544 w 10436"/>
                <a:gd name="csY1" fmla="*/ 137 h 210927"/>
                <a:gd name="csX2" fmla="*/ 219 w 10436"/>
                <a:gd name="csY2" fmla="*/ 8364 h 210927"/>
                <a:gd name="csX3" fmla="*/ 219 w 10436"/>
                <a:gd name="csY3" fmla="*/ 202839 h 210927"/>
                <a:gd name="csX4" fmla="*/ 5331 w 10436"/>
                <a:gd name="csY4" fmla="*/ 211065 h 210927"/>
                <a:gd name="csX5" fmla="*/ 10655 w 10436"/>
                <a:gd name="csY5" fmla="*/ 202839 h 210927"/>
                <a:gd name="csX6" fmla="*/ 10655 w 10436"/>
                <a:gd name="csY6" fmla="*/ 8364 h 210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436" h="210927">
                  <a:moveTo>
                    <a:pt x="10655" y="8364"/>
                  </a:moveTo>
                  <a:cubicBezTo>
                    <a:pt x="10655" y="5200"/>
                    <a:pt x="10655" y="137"/>
                    <a:pt x="5544" y="137"/>
                  </a:cubicBezTo>
                  <a:cubicBezTo>
                    <a:pt x="219" y="137"/>
                    <a:pt x="219" y="4989"/>
                    <a:pt x="219" y="8364"/>
                  </a:cubicBezTo>
                  <a:lnTo>
                    <a:pt x="219" y="202839"/>
                  </a:lnTo>
                  <a:cubicBezTo>
                    <a:pt x="219" y="206003"/>
                    <a:pt x="219" y="211065"/>
                    <a:pt x="5331" y="211065"/>
                  </a:cubicBezTo>
                  <a:cubicBezTo>
                    <a:pt x="10655" y="211065"/>
                    <a:pt x="10655" y="206214"/>
                    <a:pt x="10655" y="202839"/>
                  </a:cubicBezTo>
                  <a:lnTo>
                    <a:pt x="10655" y="8364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0EFC51CE-F870-AA77-9119-016B67C2F0F0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3921919" y="5708221"/>
              <a:ext cx="114161" cy="112846"/>
            </a:xfrm>
            <a:custGeom>
              <a:avLst/>
              <a:gdLst>
                <a:gd name="csX0" fmla="*/ 111401 w 114161"/>
                <a:gd name="csY0" fmla="*/ 10473 h 112846"/>
                <a:gd name="csX1" fmla="*/ 114383 w 114161"/>
                <a:gd name="csY1" fmla="*/ 5411 h 112846"/>
                <a:gd name="csX2" fmla="*/ 109271 w 114161"/>
                <a:gd name="csY2" fmla="*/ 137 h 112846"/>
                <a:gd name="csX3" fmla="*/ 103946 w 114161"/>
                <a:gd name="csY3" fmla="*/ 3301 h 112846"/>
                <a:gd name="csX4" fmla="*/ 57302 w 114161"/>
                <a:gd name="csY4" fmla="*/ 49283 h 112846"/>
                <a:gd name="csX5" fmla="*/ 10445 w 114161"/>
                <a:gd name="csY5" fmla="*/ 3090 h 112846"/>
                <a:gd name="csX6" fmla="*/ 5546 w 114161"/>
                <a:gd name="csY6" fmla="*/ 137 h 112846"/>
                <a:gd name="csX7" fmla="*/ 221 w 114161"/>
                <a:gd name="csY7" fmla="*/ 5411 h 112846"/>
                <a:gd name="csX8" fmla="*/ 3416 w 114161"/>
                <a:gd name="csY8" fmla="*/ 10473 h 112846"/>
                <a:gd name="csX9" fmla="*/ 49848 w 114161"/>
                <a:gd name="csY9" fmla="*/ 56455 h 112846"/>
                <a:gd name="csX10" fmla="*/ 3416 w 114161"/>
                <a:gd name="csY10" fmla="*/ 102437 h 112846"/>
                <a:gd name="csX11" fmla="*/ 221 w 114161"/>
                <a:gd name="csY11" fmla="*/ 107710 h 112846"/>
                <a:gd name="csX12" fmla="*/ 5546 w 114161"/>
                <a:gd name="csY12" fmla="*/ 112984 h 112846"/>
                <a:gd name="csX13" fmla="*/ 10445 w 114161"/>
                <a:gd name="csY13" fmla="*/ 110031 h 112846"/>
                <a:gd name="csX14" fmla="*/ 57302 w 114161"/>
                <a:gd name="csY14" fmla="*/ 63838 h 112846"/>
                <a:gd name="csX15" fmla="*/ 105863 w 114161"/>
                <a:gd name="csY15" fmla="*/ 111929 h 112846"/>
                <a:gd name="csX16" fmla="*/ 109271 w 114161"/>
                <a:gd name="csY16" fmla="*/ 112984 h 112846"/>
                <a:gd name="csX17" fmla="*/ 114383 w 114161"/>
                <a:gd name="csY17" fmla="*/ 107710 h 112846"/>
                <a:gd name="csX18" fmla="*/ 113318 w 114161"/>
                <a:gd name="csY18" fmla="*/ 104968 h 112846"/>
                <a:gd name="csX19" fmla="*/ 64757 w 114161"/>
                <a:gd name="csY19" fmla="*/ 56666 h 112846"/>
                <a:gd name="csX20" fmla="*/ 111401 w 114161"/>
                <a:gd name="csY20" fmla="*/ 10473 h 112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14161" h="112846">
                  <a:moveTo>
                    <a:pt x="111401" y="10473"/>
                  </a:moveTo>
                  <a:cubicBezTo>
                    <a:pt x="113744" y="8153"/>
                    <a:pt x="114383" y="6887"/>
                    <a:pt x="114383" y="5411"/>
                  </a:cubicBezTo>
                  <a:cubicBezTo>
                    <a:pt x="114383" y="2036"/>
                    <a:pt x="111614" y="137"/>
                    <a:pt x="109271" y="137"/>
                  </a:cubicBezTo>
                  <a:cubicBezTo>
                    <a:pt x="107141" y="137"/>
                    <a:pt x="106502" y="770"/>
                    <a:pt x="103946" y="3301"/>
                  </a:cubicBezTo>
                  <a:lnTo>
                    <a:pt x="57302" y="49283"/>
                  </a:lnTo>
                  <a:lnTo>
                    <a:pt x="10445" y="3090"/>
                  </a:lnTo>
                  <a:cubicBezTo>
                    <a:pt x="8315" y="981"/>
                    <a:pt x="7463" y="137"/>
                    <a:pt x="5546" y="137"/>
                  </a:cubicBezTo>
                  <a:cubicBezTo>
                    <a:pt x="2564" y="137"/>
                    <a:pt x="221" y="2458"/>
                    <a:pt x="221" y="5411"/>
                  </a:cubicBezTo>
                  <a:cubicBezTo>
                    <a:pt x="221" y="7309"/>
                    <a:pt x="860" y="7942"/>
                    <a:pt x="3416" y="10473"/>
                  </a:cubicBezTo>
                  <a:lnTo>
                    <a:pt x="49848" y="56455"/>
                  </a:lnTo>
                  <a:lnTo>
                    <a:pt x="3416" y="102437"/>
                  </a:lnTo>
                  <a:cubicBezTo>
                    <a:pt x="434" y="105390"/>
                    <a:pt x="221" y="106445"/>
                    <a:pt x="221" y="107710"/>
                  </a:cubicBezTo>
                  <a:cubicBezTo>
                    <a:pt x="221" y="110663"/>
                    <a:pt x="2564" y="112984"/>
                    <a:pt x="5546" y="112984"/>
                  </a:cubicBezTo>
                  <a:cubicBezTo>
                    <a:pt x="7463" y="112984"/>
                    <a:pt x="8102" y="112351"/>
                    <a:pt x="10445" y="110031"/>
                  </a:cubicBezTo>
                  <a:lnTo>
                    <a:pt x="57302" y="63838"/>
                  </a:lnTo>
                  <a:lnTo>
                    <a:pt x="105863" y="111929"/>
                  </a:lnTo>
                  <a:cubicBezTo>
                    <a:pt x="106928" y="112562"/>
                    <a:pt x="107993" y="112984"/>
                    <a:pt x="109271" y="112984"/>
                  </a:cubicBezTo>
                  <a:cubicBezTo>
                    <a:pt x="111614" y="112984"/>
                    <a:pt x="114383" y="111085"/>
                    <a:pt x="114383" y="107710"/>
                  </a:cubicBezTo>
                  <a:cubicBezTo>
                    <a:pt x="114383" y="106023"/>
                    <a:pt x="113957" y="105601"/>
                    <a:pt x="113318" y="104968"/>
                  </a:cubicBezTo>
                  <a:cubicBezTo>
                    <a:pt x="112892" y="104125"/>
                    <a:pt x="71572" y="63205"/>
                    <a:pt x="64757" y="56666"/>
                  </a:cubicBezTo>
                  <a:lnTo>
                    <a:pt x="111401" y="1047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E0A6E0D2-0F27-CCB0-0C05-F35FD6A46A16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4087169" y="5671098"/>
              <a:ext cx="109475" cy="148493"/>
            </a:xfrm>
            <a:custGeom>
              <a:avLst/>
              <a:gdLst>
                <a:gd name="csX0" fmla="*/ 108851 w 109475"/>
                <a:gd name="csY0" fmla="*/ 6465 h 148493"/>
                <a:gd name="csX1" fmla="*/ 109703 w 109475"/>
                <a:gd name="csY1" fmla="*/ 3090 h 148493"/>
                <a:gd name="csX2" fmla="*/ 106296 w 109475"/>
                <a:gd name="csY2" fmla="*/ 137 h 148493"/>
                <a:gd name="csX3" fmla="*/ 79033 w 109475"/>
                <a:gd name="csY3" fmla="*/ 2247 h 148493"/>
                <a:gd name="csX4" fmla="*/ 74347 w 109475"/>
                <a:gd name="csY4" fmla="*/ 7098 h 148493"/>
                <a:gd name="csX5" fmla="*/ 79885 w 109475"/>
                <a:gd name="csY5" fmla="*/ 10051 h 148493"/>
                <a:gd name="csX6" fmla="*/ 90108 w 109475"/>
                <a:gd name="csY6" fmla="*/ 13215 h 148493"/>
                <a:gd name="csX7" fmla="*/ 89257 w 109475"/>
                <a:gd name="csY7" fmla="*/ 17855 h 148493"/>
                <a:gd name="csX8" fmla="*/ 77116 w 109475"/>
                <a:gd name="csY8" fmla="*/ 65947 h 148493"/>
                <a:gd name="csX9" fmla="*/ 55178 w 109475"/>
                <a:gd name="csY9" fmla="*/ 53502 h 148493"/>
                <a:gd name="csX10" fmla="*/ 228 w 109475"/>
                <a:gd name="csY10" fmla="*/ 113617 h 148493"/>
                <a:gd name="csX11" fmla="*/ 32389 w 109475"/>
                <a:gd name="csY11" fmla="*/ 148631 h 148493"/>
                <a:gd name="csX12" fmla="*/ 62633 w 109475"/>
                <a:gd name="csY12" fmla="*/ 133866 h 148493"/>
                <a:gd name="csX13" fmla="*/ 84571 w 109475"/>
                <a:gd name="csY13" fmla="*/ 148631 h 148493"/>
                <a:gd name="csX14" fmla="*/ 101397 w 109475"/>
                <a:gd name="csY14" fmla="*/ 137451 h 148493"/>
                <a:gd name="csX15" fmla="*/ 108851 w 109475"/>
                <a:gd name="csY15" fmla="*/ 116359 h 148493"/>
                <a:gd name="csX16" fmla="*/ 105444 w 109475"/>
                <a:gd name="csY16" fmla="*/ 113617 h 148493"/>
                <a:gd name="csX17" fmla="*/ 100758 w 109475"/>
                <a:gd name="csY17" fmla="*/ 120155 h 148493"/>
                <a:gd name="csX18" fmla="*/ 85210 w 109475"/>
                <a:gd name="csY18" fmla="*/ 142725 h 148493"/>
                <a:gd name="csX19" fmla="*/ 78181 w 109475"/>
                <a:gd name="csY19" fmla="*/ 132389 h 148493"/>
                <a:gd name="csX20" fmla="*/ 79246 w 109475"/>
                <a:gd name="csY20" fmla="*/ 123741 h 148493"/>
                <a:gd name="csX21" fmla="*/ 108851 w 109475"/>
                <a:gd name="csY21" fmla="*/ 6465 h 148493"/>
                <a:gd name="csX22" fmla="*/ 63485 w 109475"/>
                <a:gd name="csY22" fmla="*/ 120155 h 148493"/>
                <a:gd name="csX23" fmla="*/ 52623 w 109475"/>
                <a:gd name="csY23" fmla="*/ 134287 h 148493"/>
                <a:gd name="csX24" fmla="*/ 33028 w 109475"/>
                <a:gd name="csY24" fmla="*/ 142725 h 148493"/>
                <a:gd name="csX25" fmla="*/ 17480 w 109475"/>
                <a:gd name="csY25" fmla="*/ 122265 h 148493"/>
                <a:gd name="csX26" fmla="*/ 28555 w 109475"/>
                <a:gd name="csY26" fmla="*/ 79446 h 148493"/>
                <a:gd name="csX27" fmla="*/ 55178 w 109475"/>
                <a:gd name="csY27" fmla="*/ 59408 h 148493"/>
                <a:gd name="csX28" fmla="*/ 74134 w 109475"/>
                <a:gd name="csY28" fmla="*/ 77759 h 148493"/>
                <a:gd name="csX29" fmla="*/ 73495 w 109475"/>
                <a:gd name="csY29" fmla="*/ 80712 h 148493"/>
                <a:gd name="csX30" fmla="*/ 63485 w 109475"/>
                <a:gd name="csY30" fmla="*/ 120155 h 1484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09475" h="148493">
                  <a:moveTo>
                    <a:pt x="108851" y="6465"/>
                  </a:moveTo>
                  <a:cubicBezTo>
                    <a:pt x="109064" y="6043"/>
                    <a:pt x="109703" y="3301"/>
                    <a:pt x="109703" y="3090"/>
                  </a:cubicBezTo>
                  <a:cubicBezTo>
                    <a:pt x="109703" y="2036"/>
                    <a:pt x="108851" y="137"/>
                    <a:pt x="106296" y="137"/>
                  </a:cubicBezTo>
                  <a:cubicBezTo>
                    <a:pt x="102036" y="137"/>
                    <a:pt x="84358" y="1825"/>
                    <a:pt x="79033" y="2247"/>
                  </a:cubicBezTo>
                  <a:cubicBezTo>
                    <a:pt x="77329" y="2458"/>
                    <a:pt x="74347" y="2668"/>
                    <a:pt x="74347" y="7098"/>
                  </a:cubicBezTo>
                  <a:cubicBezTo>
                    <a:pt x="74347" y="10051"/>
                    <a:pt x="77329" y="10051"/>
                    <a:pt x="79885" y="10051"/>
                  </a:cubicBezTo>
                  <a:cubicBezTo>
                    <a:pt x="90108" y="10051"/>
                    <a:pt x="90108" y="11527"/>
                    <a:pt x="90108" y="13215"/>
                  </a:cubicBezTo>
                  <a:cubicBezTo>
                    <a:pt x="90108" y="14691"/>
                    <a:pt x="89683" y="15957"/>
                    <a:pt x="89257" y="17855"/>
                  </a:cubicBezTo>
                  <a:lnTo>
                    <a:pt x="77116" y="65947"/>
                  </a:lnTo>
                  <a:cubicBezTo>
                    <a:pt x="72643" y="58986"/>
                    <a:pt x="65402" y="53502"/>
                    <a:pt x="55178" y="53502"/>
                  </a:cubicBezTo>
                  <a:cubicBezTo>
                    <a:pt x="27916" y="53502"/>
                    <a:pt x="228" y="83243"/>
                    <a:pt x="228" y="113617"/>
                  </a:cubicBezTo>
                  <a:cubicBezTo>
                    <a:pt x="228" y="134077"/>
                    <a:pt x="14072" y="148631"/>
                    <a:pt x="32389" y="148631"/>
                  </a:cubicBezTo>
                  <a:cubicBezTo>
                    <a:pt x="43890" y="148631"/>
                    <a:pt x="54114" y="142092"/>
                    <a:pt x="62633" y="133866"/>
                  </a:cubicBezTo>
                  <a:cubicBezTo>
                    <a:pt x="66680" y="146521"/>
                    <a:pt x="79033" y="148631"/>
                    <a:pt x="84571" y="148631"/>
                  </a:cubicBezTo>
                  <a:cubicBezTo>
                    <a:pt x="92238" y="148631"/>
                    <a:pt x="97563" y="143990"/>
                    <a:pt x="101397" y="137451"/>
                  </a:cubicBezTo>
                  <a:cubicBezTo>
                    <a:pt x="106083" y="129225"/>
                    <a:pt x="108851" y="117202"/>
                    <a:pt x="108851" y="116359"/>
                  </a:cubicBezTo>
                  <a:cubicBezTo>
                    <a:pt x="108851" y="113617"/>
                    <a:pt x="106083" y="113617"/>
                    <a:pt x="105444" y="113617"/>
                  </a:cubicBezTo>
                  <a:cubicBezTo>
                    <a:pt x="102462" y="113617"/>
                    <a:pt x="102249" y="114460"/>
                    <a:pt x="100758" y="120155"/>
                  </a:cubicBezTo>
                  <a:cubicBezTo>
                    <a:pt x="98202" y="130280"/>
                    <a:pt x="94155" y="142725"/>
                    <a:pt x="85210" y="142725"/>
                  </a:cubicBezTo>
                  <a:cubicBezTo>
                    <a:pt x="79672" y="142725"/>
                    <a:pt x="78181" y="138084"/>
                    <a:pt x="78181" y="132389"/>
                  </a:cubicBezTo>
                  <a:cubicBezTo>
                    <a:pt x="78181" y="128381"/>
                    <a:pt x="78607" y="126483"/>
                    <a:pt x="79246" y="123741"/>
                  </a:cubicBezTo>
                  <a:lnTo>
                    <a:pt x="108851" y="6465"/>
                  </a:lnTo>
                  <a:close/>
                  <a:moveTo>
                    <a:pt x="63485" y="120155"/>
                  </a:moveTo>
                  <a:cubicBezTo>
                    <a:pt x="61994" y="126061"/>
                    <a:pt x="57308" y="130280"/>
                    <a:pt x="52623" y="134287"/>
                  </a:cubicBezTo>
                  <a:cubicBezTo>
                    <a:pt x="50706" y="135975"/>
                    <a:pt x="42186" y="142725"/>
                    <a:pt x="33028" y="142725"/>
                  </a:cubicBezTo>
                  <a:cubicBezTo>
                    <a:pt x="25147" y="142725"/>
                    <a:pt x="17480" y="137240"/>
                    <a:pt x="17480" y="122265"/>
                  </a:cubicBezTo>
                  <a:cubicBezTo>
                    <a:pt x="17480" y="111085"/>
                    <a:pt x="23656" y="87883"/>
                    <a:pt x="28555" y="79446"/>
                  </a:cubicBezTo>
                  <a:cubicBezTo>
                    <a:pt x="38352" y="62572"/>
                    <a:pt x="49215" y="59408"/>
                    <a:pt x="55178" y="59408"/>
                  </a:cubicBezTo>
                  <a:cubicBezTo>
                    <a:pt x="70088" y="59408"/>
                    <a:pt x="74134" y="75439"/>
                    <a:pt x="74134" y="77759"/>
                  </a:cubicBezTo>
                  <a:cubicBezTo>
                    <a:pt x="74134" y="78602"/>
                    <a:pt x="73708" y="80079"/>
                    <a:pt x="73495" y="80712"/>
                  </a:cubicBezTo>
                  <a:lnTo>
                    <a:pt x="63485" y="120155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84141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7DE8-475E-037E-57C4-5CF58D9D9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RNN Language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3B11C-6448-9B67-58B9-78A930F6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10</a:t>
            </a:fld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B3BC9-9855-F0A6-9298-F5EAEBBC6430}"/>
              </a:ext>
            </a:extLst>
          </p:cNvPr>
          <p:cNvSpPr>
            <a:spLocks noGrp="1"/>
          </p:cNvSpPr>
          <p:nvPr/>
        </p:nvSpPr>
        <p:spPr>
          <a:xfrm>
            <a:off x="681999" y="1220610"/>
            <a:ext cx="449772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Hidden state is a function of previous hidden state and current input.</a:t>
            </a:r>
          </a:p>
          <a:p>
            <a:endParaRPr lang="en-US" sz="24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Nunito" pitchFamily="2" charset="0"/>
              </a:rPr>
              <a:t>Same weights at each state</a:t>
            </a:r>
            <a:r>
              <a:rPr lang="en-CA" sz="2400" dirty="0">
                <a:latin typeface="Nunito" pitchFamily="2" charset="0"/>
              </a:rPr>
              <a:t>.</a:t>
            </a:r>
            <a:endParaRPr lang="en-US" sz="2400" dirty="0">
              <a:latin typeface="Nunito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8B0009-45B7-B38D-470C-FFDBB453F0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30"/>
          <a:stretch>
            <a:fillRect/>
          </a:stretch>
        </p:blipFill>
        <p:spPr bwMode="auto">
          <a:xfrm>
            <a:off x="5602385" y="1085673"/>
            <a:ext cx="5595214" cy="391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2743E-7CFA-449B-6A0A-F60980976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096" y="1506403"/>
            <a:ext cx="718052" cy="43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060D90-77A7-89ED-0182-DC4EC1C48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790" y="3087552"/>
            <a:ext cx="650206" cy="43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152B7F-89C6-1EC3-A6B7-EDE672D6C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59" y="1506403"/>
            <a:ext cx="718052" cy="43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FEFB81-2EE7-16A4-A7C4-B99050580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2208" y="1506403"/>
            <a:ext cx="718052" cy="43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B14DD1-984E-6E08-9BD8-8EEC030A0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786" y="3087552"/>
            <a:ext cx="650206" cy="43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703205-F0A4-CE6A-105E-C9459556D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7508" y="3087552"/>
            <a:ext cx="650206" cy="43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383745-53F9-35AF-F207-D8406A0ED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9796" y="3087552"/>
            <a:ext cx="650206" cy="43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75C2EFB-3380-1AC1-FCCD-17CD2626F6A2}"/>
              </a:ext>
            </a:extLst>
          </p:cNvPr>
          <p:cNvSpPr txBox="1">
            <a:spLocks/>
          </p:cNvSpPr>
          <p:nvPr/>
        </p:nvSpPr>
        <p:spPr>
          <a:xfrm>
            <a:off x="5909021" y="5002306"/>
            <a:ext cx="5288577" cy="530283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latin typeface="Nunito" pitchFamily="2" charset="0"/>
              </a:rPr>
              <a:t>I             have           a             cat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B6C1D5-ADA7-1E84-1694-7881CE275E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361" t="53544" r="19765" b="33735"/>
          <a:stretch>
            <a:fillRect/>
          </a:stretch>
        </p:blipFill>
        <p:spPr>
          <a:xfrm>
            <a:off x="681998" y="4525784"/>
            <a:ext cx="4497730" cy="580521"/>
          </a:xfrm>
          <a:prstGeom prst="rect">
            <a:avLst/>
          </a:prstGeom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E31B1E8-CB44-FDF7-D7DE-6988A2DD4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998" y="5721210"/>
            <a:ext cx="4497729" cy="10713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 Markov assumption!</a:t>
            </a:r>
          </a:p>
        </p:txBody>
      </p:sp>
    </p:spTree>
    <p:extLst>
      <p:ext uri="{BB962C8B-B14F-4D97-AF65-F5344CB8AC3E}">
        <p14:creationId xmlns:p14="http://schemas.microsoft.com/office/powerpoint/2010/main" val="357939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C3D5-10F7-B6D4-7EF4-98F4A867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RNN Language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E0A92-5513-58C6-C70A-9D557268D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11</a:t>
            </a:fld>
            <a:endParaRPr lang="en-CA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09CE6C-5DC6-7F1E-6EA3-8072AC3BA19E}"/>
              </a:ext>
            </a:extLst>
          </p:cNvPr>
          <p:cNvGrpSpPr/>
          <p:nvPr/>
        </p:nvGrpSpPr>
        <p:grpSpPr>
          <a:xfrm>
            <a:off x="499437" y="2167971"/>
            <a:ext cx="4948557" cy="4493164"/>
            <a:chOff x="3772821" y="1391887"/>
            <a:chExt cx="4948557" cy="4493164"/>
          </a:xfrm>
        </p:grpSpPr>
        <p:pic>
          <p:nvPicPr>
            <p:cNvPr id="5" name="Picture 2 1">
              <a:extLst>
                <a:ext uri="{FF2B5EF4-FFF2-40B4-BE49-F238E27FC236}">
                  <a16:creationId xmlns:a16="http://schemas.microsoft.com/office/drawing/2014/main" id="{F5C34FC0-4CA7-0677-9F58-CEF91589B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695"/>
            <a:stretch>
              <a:fillRect/>
            </a:stretch>
          </p:blipFill>
          <p:spPr bwMode="auto">
            <a:xfrm>
              <a:off x="3784832" y="2317411"/>
              <a:ext cx="4397812" cy="3142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 2">
              <a:extLst>
                <a:ext uri="{FF2B5EF4-FFF2-40B4-BE49-F238E27FC236}">
                  <a16:creationId xmlns:a16="http://schemas.microsoft.com/office/drawing/2014/main" id="{893D01B0-6F95-07F2-E32B-487BE03A90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3571" y="2699001"/>
              <a:ext cx="564385" cy="339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 1">
              <a:extLst>
                <a:ext uri="{FF2B5EF4-FFF2-40B4-BE49-F238E27FC236}">
                  <a16:creationId xmlns:a16="http://schemas.microsoft.com/office/drawing/2014/main" id="{454F97AA-E164-F0DB-E8FE-C233A6A073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7721" y="3920786"/>
              <a:ext cx="511058" cy="339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 3">
              <a:extLst>
                <a:ext uri="{FF2B5EF4-FFF2-40B4-BE49-F238E27FC236}">
                  <a16:creationId xmlns:a16="http://schemas.microsoft.com/office/drawing/2014/main" id="{6080E631-883A-FAC2-1571-C6D182D896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8139" y="2699001"/>
              <a:ext cx="564385" cy="339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 4">
              <a:extLst>
                <a:ext uri="{FF2B5EF4-FFF2-40B4-BE49-F238E27FC236}">
                  <a16:creationId xmlns:a16="http://schemas.microsoft.com/office/drawing/2014/main" id="{77246B02-F011-9A2C-DA04-795C9E168A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5936" y="2699001"/>
              <a:ext cx="564385" cy="339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 2">
              <a:extLst>
                <a:ext uri="{FF2B5EF4-FFF2-40B4-BE49-F238E27FC236}">
                  <a16:creationId xmlns:a16="http://schemas.microsoft.com/office/drawing/2014/main" id="{DFB115BC-7387-F506-8D92-10F191A4DB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0711" y="3920786"/>
              <a:ext cx="511058" cy="339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4 3">
              <a:extLst>
                <a:ext uri="{FF2B5EF4-FFF2-40B4-BE49-F238E27FC236}">
                  <a16:creationId xmlns:a16="http://schemas.microsoft.com/office/drawing/2014/main" id="{D095E2F8-4D85-9C16-BB16-975675BFB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6173" y="3920786"/>
              <a:ext cx="511058" cy="339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 4">
              <a:extLst>
                <a:ext uri="{FF2B5EF4-FFF2-40B4-BE49-F238E27FC236}">
                  <a16:creationId xmlns:a16="http://schemas.microsoft.com/office/drawing/2014/main" id="{6C098A63-6F0A-DE08-B271-1BBE57A261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8121" y="3920786"/>
              <a:ext cx="511058" cy="339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9">
              <a:extLst>
                <a:ext uri="{FF2B5EF4-FFF2-40B4-BE49-F238E27FC236}">
                  <a16:creationId xmlns:a16="http://schemas.microsoft.com/office/drawing/2014/main" id="{4EEE35FC-B146-A676-CDDB-00A34B9527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37" r="32426"/>
            <a:stretch/>
          </p:blipFill>
          <p:spPr bwMode="auto">
            <a:xfrm>
              <a:off x="3772821" y="1397204"/>
              <a:ext cx="826257" cy="4685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 5">
              <a:extLst>
                <a:ext uri="{FF2B5EF4-FFF2-40B4-BE49-F238E27FC236}">
                  <a16:creationId xmlns:a16="http://schemas.microsoft.com/office/drawing/2014/main" id="{553E18DD-3897-8DAA-2BB8-F944CFB353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63" t="1" r="-1" b="-27544"/>
            <a:stretch/>
          </p:blipFill>
          <p:spPr bwMode="auto">
            <a:xfrm>
              <a:off x="4966228" y="1391887"/>
              <a:ext cx="826257" cy="5976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 5">
              <a:extLst>
                <a:ext uri="{FF2B5EF4-FFF2-40B4-BE49-F238E27FC236}">
                  <a16:creationId xmlns:a16="http://schemas.microsoft.com/office/drawing/2014/main" id="{9E8546B9-D6A0-C14B-C723-C734C1C00D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936" t="1" r="22027" b="-27544"/>
            <a:stretch/>
          </p:blipFill>
          <p:spPr bwMode="auto">
            <a:xfrm>
              <a:off x="6186100" y="1398226"/>
              <a:ext cx="826257" cy="5976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 1">
              <a:extLst>
                <a:ext uri="{FF2B5EF4-FFF2-40B4-BE49-F238E27FC236}">
                  <a16:creationId xmlns:a16="http://schemas.microsoft.com/office/drawing/2014/main" id="{8BABEC1B-3C2F-77CC-136B-745CAB3C4F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995" y="1953972"/>
              <a:ext cx="247650" cy="466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6 2">
              <a:extLst>
                <a:ext uri="{FF2B5EF4-FFF2-40B4-BE49-F238E27FC236}">
                  <a16:creationId xmlns:a16="http://schemas.microsoft.com/office/drawing/2014/main" id="{DF90C311-668C-7BA0-2CA6-7C7BF16A20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7626" y="1943630"/>
              <a:ext cx="247650" cy="466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6 3">
              <a:extLst>
                <a:ext uri="{FF2B5EF4-FFF2-40B4-BE49-F238E27FC236}">
                  <a16:creationId xmlns:a16="http://schemas.microsoft.com/office/drawing/2014/main" id="{5CA9C7C5-A270-C475-907B-24039E96C7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0345" y="1944289"/>
              <a:ext cx="247650" cy="466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0D8BE29-1A88-A305-9721-054C6D35A033}"/>
                    </a:ext>
                  </a:extLst>
                </p:cNvPr>
                <p:cNvSpPr txBox="1"/>
                <p:nvPr/>
              </p:nvSpPr>
              <p:spPr>
                <a:xfrm>
                  <a:off x="4163324" y="2041023"/>
                  <a:ext cx="3715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m:oMathPara>
                  </a14:m>
                  <a:endParaRPr lang="en-CA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0D8BE29-1A88-A305-9721-054C6D35A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3324" y="2041023"/>
                  <a:ext cx="371566" cy="369332"/>
                </a:xfrm>
                <a:prstGeom prst="rect">
                  <a:avLst/>
                </a:prstGeom>
                <a:blipFill>
                  <a:blip r:embed="rId111"/>
                  <a:stretch>
                    <a:fillRect r="-655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951FB42-0761-0636-B477-E6B986ABBFE3}"/>
                    </a:ext>
                  </a:extLst>
                </p:cNvPr>
                <p:cNvSpPr txBox="1"/>
                <p:nvPr/>
              </p:nvSpPr>
              <p:spPr>
                <a:xfrm>
                  <a:off x="5368747" y="2041023"/>
                  <a:ext cx="3715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m:oMathPara>
                  </a14:m>
                  <a:endParaRPr lang="en-CA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951FB42-0761-0636-B477-E6B986ABB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8747" y="2041023"/>
                  <a:ext cx="371566" cy="369332"/>
                </a:xfrm>
                <a:prstGeom prst="rect">
                  <a:avLst/>
                </a:prstGeom>
                <a:blipFill>
                  <a:blip r:embed="rId112"/>
                  <a:stretch>
                    <a:fillRect r="-655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8B2AE85-A316-DC4A-131A-38E712F7162D}"/>
                    </a:ext>
                  </a:extLst>
                </p:cNvPr>
                <p:cNvSpPr txBox="1"/>
                <p:nvPr/>
              </p:nvSpPr>
              <p:spPr>
                <a:xfrm>
                  <a:off x="6574170" y="2041023"/>
                  <a:ext cx="3715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m:oMathPara>
                  </a14:m>
                  <a:endParaRPr lang="en-CA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8B2AE85-A316-DC4A-131A-38E712F71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4170" y="2041023"/>
                  <a:ext cx="371566" cy="369332"/>
                </a:xfrm>
                <a:prstGeom prst="rect">
                  <a:avLst/>
                </a:prstGeom>
                <a:blipFill>
                  <a:blip r:embed="rId113"/>
                  <a:stretch>
                    <a:fillRect r="-819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Content Placeholder 2 1">
              <a:extLst>
                <a:ext uri="{FF2B5EF4-FFF2-40B4-BE49-F238E27FC236}">
                  <a16:creationId xmlns:a16="http://schemas.microsoft.com/office/drawing/2014/main" id="{877D20A3-54E4-D04F-0797-561DF0B09B6E}"/>
                </a:ext>
              </a:extLst>
            </p:cNvPr>
            <p:cNvSpPr txBox="1">
              <a:spLocks/>
            </p:cNvSpPr>
            <p:nvPr/>
          </p:nvSpPr>
          <p:spPr>
            <a:xfrm>
              <a:off x="3954939" y="5354768"/>
              <a:ext cx="4766439" cy="530283"/>
            </a:xfrm>
            <a:prstGeom prst="rect">
              <a:avLst/>
            </a:prstGeom>
          </p:spPr>
          <p:txBody>
            <a:bodyPr>
              <a:normAutofit/>
            </a:bodyPr>
            <a:lstStyle>
              <a:defPPr>
                <a:defRPr lang="en-US"/>
              </a:defPPr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400" i="1" dirty="0">
                  <a:latin typeface="Nunito" pitchFamily="2" charset="0"/>
                </a:rPr>
                <a:t> I          have           a            cat</a:t>
              </a:r>
            </a:p>
          </p:txBody>
        </p:sp>
      </p:grpSp>
      <p:grpSp>
        <p:nvGrpSpPr>
          <p:cNvPr id="376" name="Group 375" descr="\documentclass{article}&#10;\usepackage{nunito}&#10;\usepackage[linguistics]{forest}&#10;\usepackage{amsmath,amssymb}&#10;\pagestyle{empty}&#10;\begin{document}&#10;&#10;\begin{align*}&#10;L_t &amp;= -\log P_\Theta(x_t\mid x_1, \ldots, x_{t-1}) \\&#10;\Theta &amp;= \{\mathbf{U}, \mathbf{W}_{xh}, \mathbf{W}_{hh}\}&#10;\end{align*}&#10;&#10;&#10;\end{document}" title="IguanaTex Shape Display">
            <a:extLst>
              <a:ext uri="{FF2B5EF4-FFF2-40B4-BE49-F238E27FC236}">
                <a16:creationId xmlns:a16="http://schemas.microsoft.com/office/drawing/2014/main" id="{09FA0706-E5BB-94F1-F841-ED3B9D137D72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56400" y="1181100"/>
            <a:ext cx="4155594" cy="751561"/>
            <a:chOff x="11798757" y="3516963"/>
            <a:chExt cx="4155594" cy="751561"/>
          </a:xfrm>
        </p:grpSpPr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C6CC10EE-750C-B5E7-BCA1-EFE5A66BD631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1798757" y="3537104"/>
              <a:ext cx="183746" cy="205326"/>
            </a:xfrm>
            <a:custGeom>
              <a:avLst/>
              <a:gdLst>
                <a:gd name="csX0" fmla="*/ 102077 w 183746"/>
                <a:gd name="csY0" fmla="*/ 23533 h 205326"/>
                <a:gd name="csX1" fmla="*/ 134324 w 183746"/>
                <a:gd name="csY1" fmla="*/ 9404 h 205326"/>
                <a:gd name="csX2" fmla="*/ 145884 w 183746"/>
                <a:gd name="csY2" fmla="*/ 3692 h 205326"/>
                <a:gd name="csX3" fmla="*/ 141017 w 183746"/>
                <a:gd name="csY3" fmla="*/ 85 h 205326"/>
                <a:gd name="csX4" fmla="*/ 95993 w 183746"/>
                <a:gd name="csY4" fmla="*/ 987 h 205326"/>
                <a:gd name="csX5" fmla="*/ 55532 w 183746"/>
                <a:gd name="csY5" fmla="*/ 85 h 205326"/>
                <a:gd name="csX6" fmla="*/ 49752 w 183746"/>
                <a:gd name="csY6" fmla="*/ 6097 h 205326"/>
                <a:gd name="csX7" fmla="*/ 58270 w 183746"/>
                <a:gd name="csY7" fmla="*/ 9404 h 205326"/>
                <a:gd name="csX8" fmla="*/ 69830 w 183746"/>
                <a:gd name="csY8" fmla="*/ 10005 h 205326"/>
                <a:gd name="csX9" fmla="*/ 78044 w 183746"/>
                <a:gd name="csY9" fmla="*/ 14815 h 205326"/>
                <a:gd name="csX10" fmla="*/ 76827 w 183746"/>
                <a:gd name="csY10" fmla="*/ 20527 h 205326"/>
                <a:gd name="csX11" fmla="*/ 36062 w 183746"/>
                <a:gd name="csY11" fmla="*/ 181963 h 205326"/>
                <a:gd name="csX12" fmla="*/ 8379 w 183746"/>
                <a:gd name="csY12" fmla="*/ 196092 h 205326"/>
                <a:gd name="csX13" fmla="*/ 165 w 183746"/>
                <a:gd name="csY13" fmla="*/ 202104 h 205326"/>
                <a:gd name="csX14" fmla="*/ 8379 w 183746"/>
                <a:gd name="csY14" fmla="*/ 205411 h 205326"/>
                <a:gd name="csX15" fmla="*/ 149230 w 183746"/>
                <a:gd name="csY15" fmla="*/ 205411 h 205326"/>
                <a:gd name="csX16" fmla="*/ 158661 w 183746"/>
                <a:gd name="csY16" fmla="*/ 200301 h 205326"/>
                <a:gd name="csX17" fmla="*/ 182694 w 183746"/>
                <a:gd name="csY17" fmla="*/ 135366 h 205326"/>
                <a:gd name="csX18" fmla="*/ 183911 w 183746"/>
                <a:gd name="csY18" fmla="*/ 131157 h 205326"/>
                <a:gd name="csX19" fmla="*/ 180260 w 183746"/>
                <a:gd name="csY19" fmla="*/ 127850 h 205326"/>
                <a:gd name="csX20" fmla="*/ 175089 w 183746"/>
                <a:gd name="csY20" fmla="*/ 134163 h 205326"/>
                <a:gd name="csX21" fmla="*/ 98731 w 183746"/>
                <a:gd name="csY21" fmla="*/ 196092 h 205326"/>
                <a:gd name="csX22" fmla="*/ 70134 w 183746"/>
                <a:gd name="csY22" fmla="*/ 196092 h 205326"/>
                <a:gd name="csX23" fmla="*/ 63442 w 183746"/>
                <a:gd name="csY23" fmla="*/ 195791 h 205326"/>
                <a:gd name="csX24" fmla="*/ 59487 w 183746"/>
                <a:gd name="csY24" fmla="*/ 192785 h 205326"/>
                <a:gd name="csX25" fmla="*/ 61008 w 183746"/>
                <a:gd name="csY25" fmla="*/ 185871 h 205326"/>
                <a:gd name="csX26" fmla="*/ 102077 w 183746"/>
                <a:gd name="csY26" fmla="*/ 23533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83746" h="205326">
                  <a:moveTo>
                    <a:pt x="102077" y="23533"/>
                  </a:moveTo>
                  <a:cubicBezTo>
                    <a:pt x="104815" y="12711"/>
                    <a:pt x="105728" y="9404"/>
                    <a:pt x="134324" y="9404"/>
                  </a:cubicBezTo>
                  <a:cubicBezTo>
                    <a:pt x="143450" y="9404"/>
                    <a:pt x="145884" y="9404"/>
                    <a:pt x="145884" y="3692"/>
                  </a:cubicBezTo>
                  <a:cubicBezTo>
                    <a:pt x="145884" y="85"/>
                    <a:pt x="142538" y="85"/>
                    <a:pt x="141017" y="85"/>
                  </a:cubicBezTo>
                  <a:cubicBezTo>
                    <a:pt x="130978" y="85"/>
                    <a:pt x="106032" y="987"/>
                    <a:pt x="95993" y="987"/>
                  </a:cubicBezTo>
                  <a:cubicBezTo>
                    <a:pt x="86866" y="987"/>
                    <a:pt x="64659" y="85"/>
                    <a:pt x="55532" y="85"/>
                  </a:cubicBezTo>
                  <a:cubicBezTo>
                    <a:pt x="53403" y="85"/>
                    <a:pt x="49752" y="85"/>
                    <a:pt x="49752" y="6097"/>
                  </a:cubicBezTo>
                  <a:cubicBezTo>
                    <a:pt x="49752" y="9404"/>
                    <a:pt x="52490" y="9404"/>
                    <a:pt x="58270" y="9404"/>
                  </a:cubicBezTo>
                  <a:cubicBezTo>
                    <a:pt x="58878" y="9404"/>
                    <a:pt x="64659" y="9404"/>
                    <a:pt x="69830" y="10005"/>
                  </a:cubicBezTo>
                  <a:cubicBezTo>
                    <a:pt x="75306" y="10607"/>
                    <a:pt x="78044" y="10907"/>
                    <a:pt x="78044" y="14815"/>
                  </a:cubicBezTo>
                  <a:cubicBezTo>
                    <a:pt x="78044" y="16018"/>
                    <a:pt x="77740" y="16920"/>
                    <a:pt x="76827" y="20527"/>
                  </a:cubicBezTo>
                  <a:lnTo>
                    <a:pt x="36062" y="181963"/>
                  </a:lnTo>
                  <a:cubicBezTo>
                    <a:pt x="33020" y="193687"/>
                    <a:pt x="32412" y="196092"/>
                    <a:pt x="8379" y="196092"/>
                  </a:cubicBezTo>
                  <a:cubicBezTo>
                    <a:pt x="3207" y="196092"/>
                    <a:pt x="165" y="196092"/>
                    <a:pt x="165" y="202104"/>
                  </a:cubicBezTo>
                  <a:cubicBezTo>
                    <a:pt x="165" y="205411"/>
                    <a:pt x="2903" y="205411"/>
                    <a:pt x="8379" y="205411"/>
                  </a:cubicBezTo>
                  <a:lnTo>
                    <a:pt x="149230" y="205411"/>
                  </a:lnTo>
                  <a:cubicBezTo>
                    <a:pt x="156532" y="205411"/>
                    <a:pt x="156836" y="205411"/>
                    <a:pt x="158661" y="200301"/>
                  </a:cubicBezTo>
                  <a:lnTo>
                    <a:pt x="182694" y="135366"/>
                  </a:lnTo>
                  <a:cubicBezTo>
                    <a:pt x="183911" y="132059"/>
                    <a:pt x="183911" y="131458"/>
                    <a:pt x="183911" y="131157"/>
                  </a:cubicBezTo>
                  <a:cubicBezTo>
                    <a:pt x="183911" y="129955"/>
                    <a:pt x="182998" y="127850"/>
                    <a:pt x="180260" y="127850"/>
                  </a:cubicBezTo>
                  <a:cubicBezTo>
                    <a:pt x="177522" y="127850"/>
                    <a:pt x="177218" y="129353"/>
                    <a:pt x="175089" y="134163"/>
                  </a:cubicBezTo>
                  <a:cubicBezTo>
                    <a:pt x="164745" y="161821"/>
                    <a:pt x="151360" y="196092"/>
                    <a:pt x="98731" y="196092"/>
                  </a:cubicBezTo>
                  <a:lnTo>
                    <a:pt x="70134" y="196092"/>
                  </a:lnTo>
                  <a:cubicBezTo>
                    <a:pt x="65875" y="196092"/>
                    <a:pt x="65267" y="196092"/>
                    <a:pt x="63442" y="195791"/>
                  </a:cubicBezTo>
                  <a:cubicBezTo>
                    <a:pt x="60400" y="195491"/>
                    <a:pt x="59487" y="195190"/>
                    <a:pt x="59487" y="192785"/>
                  </a:cubicBezTo>
                  <a:cubicBezTo>
                    <a:pt x="59487" y="191883"/>
                    <a:pt x="59487" y="191282"/>
                    <a:pt x="61008" y="185871"/>
                  </a:cubicBezTo>
                  <a:lnTo>
                    <a:pt x="102077" y="23533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5C9A0A96-FAAF-D5CB-CC0D-53C1A73BCE38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2002872" y="3656001"/>
              <a:ext cx="71977" cy="133627"/>
            </a:xfrm>
            <a:custGeom>
              <a:avLst/>
              <a:gdLst>
                <a:gd name="csX0" fmla="*/ 43614 w 71977"/>
                <a:gd name="csY0" fmla="*/ 48487 h 133627"/>
                <a:gd name="csX1" fmla="*/ 65335 w 71977"/>
                <a:gd name="csY1" fmla="*/ 48487 h 133627"/>
                <a:gd name="csX2" fmla="*/ 72149 w 71977"/>
                <a:gd name="csY2" fmla="*/ 43857 h 133627"/>
                <a:gd name="csX3" fmla="*/ 65761 w 71977"/>
                <a:gd name="csY3" fmla="*/ 40911 h 133627"/>
                <a:gd name="csX4" fmla="*/ 45530 w 71977"/>
                <a:gd name="csY4" fmla="*/ 40911 h 133627"/>
                <a:gd name="csX5" fmla="*/ 53409 w 71977"/>
                <a:gd name="csY5" fmla="*/ 9766 h 133627"/>
                <a:gd name="csX6" fmla="*/ 54048 w 71977"/>
                <a:gd name="csY6" fmla="*/ 6820 h 133627"/>
                <a:gd name="csX7" fmla="*/ 46808 w 71977"/>
                <a:gd name="csY7" fmla="*/ 86 h 133627"/>
                <a:gd name="csX8" fmla="*/ 36799 w 71977"/>
                <a:gd name="csY8" fmla="*/ 9135 h 133627"/>
                <a:gd name="csX9" fmla="*/ 28707 w 71977"/>
                <a:gd name="csY9" fmla="*/ 40911 h 133627"/>
                <a:gd name="csX10" fmla="*/ 6986 w 71977"/>
                <a:gd name="csY10" fmla="*/ 40911 h 133627"/>
                <a:gd name="csX11" fmla="*/ 172 w 71977"/>
                <a:gd name="csY11" fmla="*/ 45541 h 133627"/>
                <a:gd name="csX12" fmla="*/ 6560 w 71977"/>
                <a:gd name="csY12" fmla="*/ 48487 h 133627"/>
                <a:gd name="csX13" fmla="*/ 26791 w 71977"/>
                <a:gd name="csY13" fmla="*/ 48487 h 133627"/>
                <a:gd name="csX14" fmla="*/ 14226 w 71977"/>
                <a:gd name="csY14" fmla="*/ 98150 h 133627"/>
                <a:gd name="csX15" fmla="*/ 11032 w 71977"/>
                <a:gd name="csY15" fmla="*/ 113722 h 133627"/>
                <a:gd name="csX16" fmla="*/ 33818 w 71977"/>
                <a:gd name="csY16" fmla="*/ 133714 h 133627"/>
                <a:gd name="csX17" fmla="*/ 70871 w 71977"/>
                <a:gd name="csY17" fmla="*/ 101517 h 133627"/>
                <a:gd name="csX18" fmla="*/ 67464 w 71977"/>
                <a:gd name="csY18" fmla="*/ 98781 h 133627"/>
                <a:gd name="csX19" fmla="*/ 62992 w 71977"/>
                <a:gd name="csY19" fmla="*/ 102780 h 133627"/>
                <a:gd name="csX20" fmla="*/ 34457 w 71977"/>
                <a:gd name="csY20" fmla="*/ 127822 h 133627"/>
                <a:gd name="csX21" fmla="*/ 27003 w 71977"/>
                <a:gd name="csY21" fmla="*/ 117510 h 133627"/>
                <a:gd name="csX22" fmla="*/ 28281 w 71977"/>
                <a:gd name="csY22" fmla="*/ 108882 h 133627"/>
                <a:gd name="csX23" fmla="*/ 43614 w 71977"/>
                <a:gd name="csY23" fmla="*/ 48487 h 133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71977" h="133627">
                  <a:moveTo>
                    <a:pt x="43614" y="48487"/>
                  </a:moveTo>
                  <a:lnTo>
                    <a:pt x="65335" y="48487"/>
                  </a:lnTo>
                  <a:cubicBezTo>
                    <a:pt x="69381" y="48487"/>
                    <a:pt x="72149" y="48487"/>
                    <a:pt x="72149" y="43857"/>
                  </a:cubicBezTo>
                  <a:cubicBezTo>
                    <a:pt x="72149" y="40911"/>
                    <a:pt x="69381" y="40911"/>
                    <a:pt x="65761" y="40911"/>
                  </a:cubicBezTo>
                  <a:lnTo>
                    <a:pt x="45530" y="40911"/>
                  </a:lnTo>
                  <a:lnTo>
                    <a:pt x="53409" y="9766"/>
                  </a:lnTo>
                  <a:cubicBezTo>
                    <a:pt x="53622" y="8714"/>
                    <a:pt x="54048" y="7662"/>
                    <a:pt x="54048" y="6820"/>
                  </a:cubicBezTo>
                  <a:cubicBezTo>
                    <a:pt x="54048" y="3032"/>
                    <a:pt x="51067" y="86"/>
                    <a:pt x="46808" y="86"/>
                  </a:cubicBezTo>
                  <a:cubicBezTo>
                    <a:pt x="41484" y="86"/>
                    <a:pt x="38290" y="3664"/>
                    <a:pt x="36799" y="9135"/>
                  </a:cubicBezTo>
                  <a:cubicBezTo>
                    <a:pt x="35309" y="14396"/>
                    <a:pt x="38077" y="4295"/>
                    <a:pt x="28707" y="40911"/>
                  </a:cubicBezTo>
                  <a:lnTo>
                    <a:pt x="6986" y="40911"/>
                  </a:lnTo>
                  <a:cubicBezTo>
                    <a:pt x="2940" y="40911"/>
                    <a:pt x="172" y="40911"/>
                    <a:pt x="172" y="45541"/>
                  </a:cubicBezTo>
                  <a:cubicBezTo>
                    <a:pt x="172" y="48487"/>
                    <a:pt x="2727" y="48487"/>
                    <a:pt x="6560" y="48487"/>
                  </a:cubicBezTo>
                  <a:lnTo>
                    <a:pt x="26791" y="48487"/>
                  </a:lnTo>
                  <a:lnTo>
                    <a:pt x="14226" y="98150"/>
                  </a:lnTo>
                  <a:cubicBezTo>
                    <a:pt x="12949" y="103411"/>
                    <a:pt x="11032" y="110987"/>
                    <a:pt x="11032" y="113722"/>
                  </a:cubicBezTo>
                  <a:cubicBezTo>
                    <a:pt x="11032" y="126138"/>
                    <a:pt x="21680" y="133714"/>
                    <a:pt x="33818" y="133714"/>
                  </a:cubicBezTo>
                  <a:cubicBezTo>
                    <a:pt x="57455" y="133714"/>
                    <a:pt x="70871" y="104253"/>
                    <a:pt x="70871" y="101517"/>
                  </a:cubicBezTo>
                  <a:cubicBezTo>
                    <a:pt x="70871" y="98781"/>
                    <a:pt x="68103" y="98781"/>
                    <a:pt x="67464" y="98781"/>
                  </a:cubicBezTo>
                  <a:cubicBezTo>
                    <a:pt x="64909" y="98781"/>
                    <a:pt x="64696" y="99202"/>
                    <a:pt x="62992" y="102780"/>
                  </a:cubicBezTo>
                  <a:cubicBezTo>
                    <a:pt x="57030" y="116037"/>
                    <a:pt x="46169" y="127822"/>
                    <a:pt x="34457" y="127822"/>
                  </a:cubicBezTo>
                  <a:cubicBezTo>
                    <a:pt x="29985" y="127822"/>
                    <a:pt x="27003" y="125086"/>
                    <a:pt x="27003" y="117510"/>
                  </a:cubicBezTo>
                  <a:cubicBezTo>
                    <a:pt x="27003" y="115406"/>
                    <a:pt x="27855" y="110987"/>
                    <a:pt x="28281" y="108882"/>
                  </a:cubicBezTo>
                  <a:lnTo>
                    <a:pt x="43614" y="48487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8E914858-6A08-EEDE-00A9-C30EC239B295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2202576" y="3632102"/>
              <a:ext cx="202303" cy="70346"/>
            </a:xfrm>
            <a:custGeom>
              <a:avLst/>
              <a:gdLst>
                <a:gd name="csX0" fmla="*/ 192138 w 202303"/>
                <a:gd name="csY0" fmla="*/ 12110 h 70346"/>
                <a:gd name="csX1" fmla="*/ 202481 w 202303"/>
                <a:gd name="csY1" fmla="*/ 6097 h 70346"/>
                <a:gd name="csX2" fmla="*/ 192442 w 202303"/>
                <a:gd name="csY2" fmla="*/ 85 h 70346"/>
                <a:gd name="csX3" fmla="*/ 10217 w 202303"/>
                <a:gd name="csY3" fmla="*/ 85 h 70346"/>
                <a:gd name="csX4" fmla="*/ 178 w 202303"/>
                <a:gd name="csY4" fmla="*/ 6097 h 70346"/>
                <a:gd name="csX5" fmla="*/ 10521 w 202303"/>
                <a:gd name="csY5" fmla="*/ 12110 h 70346"/>
                <a:gd name="csX6" fmla="*/ 192138 w 202303"/>
                <a:gd name="csY6" fmla="*/ 12110 h 70346"/>
                <a:gd name="csX7" fmla="*/ 192442 w 202303"/>
                <a:gd name="csY7" fmla="*/ 70431 h 70346"/>
                <a:gd name="csX8" fmla="*/ 202481 w 202303"/>
                <a:gd name="csY8" fmla="*/ 64418 h 70346"/>
                <a:gd name="csX9" fmla="*/ 192138 w 202303"/>
                <a:gd name="csY9" fmla="*/ 58406 h 70346"/>
                <a:gd name="csX10" fmla="*/ 10521 w 202303"/>
                <a:gd name="csY10" fmla="*/ 58406 h 70346"/>
                <a:gd name="csX11" fmla="*/ 178 w 202303"/>
                <a:gd name="csY11" fmla="*/ 64418 h 70346"/>
                <a:gd name="csX12" fmla="*/ 10217 w 202303"/>
                <a:gd name="csY12" fmla="*/ 70431 h 70346"/>
                <a:gd name="csX13" fmla="*/ 192442 w 202303"/>
                <a:gd name="csY13" fmla="*/ 70431 h 70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303" h="70346">
                  <a:moveTo>
                    <a:pt x="192138" y="12110"/>
                  </a:moveTo>
                  <a:cubicBezTo>
                    <a:pt x="196701" y="12110"/>
                    <a:pt x="202481" y="12110"/>
                    <a:pt x="202481" y="6097"/>
                  </a:cubicBezTo>
                  <a:cubicBezTo>
                    <a:pt x="202481" y="85"/>
                    <a:pt x="196701" y="85"/>
                    <a:pt x="192442" y="85"/>
                  </a:cubicBezTo>
                  <a:lnTo>
                    <a:pt x="10217" y="85"/>
                  </a:lnTo>
                  <a:cubicBezTo>
                    <a:pt x="5958" y="85"/>
                    <a:pt x="178" y="85"/>
                    <a:pt x="178" y="6097"/>
                  </a:cubicBezTo>
                  <a:cubicBezTo>
                    <a:pt x="178" y="12110"/>
                    <a:pt x="5958" y="12110"/>
                    <a:pt x="10521" y="12110"/>
                  </a:cubicBezTo>
                  <a:lnTo>
                    <a:pt x="192138" y="12110"/>
                  </a:lnTo>
                  <a:close/>
                  <a:moveTo>
                    <a:pt x="192442" y="70431"/>
                  </a:moveTo>
                  <a:cubicBezTo>
                    <a:pt x="196701" y="70431"/>
                    <a:pt x="202481" y="70431"/>
                    <a:pt x="202481" y="64418"/>
                  </a:cubicBezTo>
                  <a:cubicBezTo>
                    <a:pt x="202481" y="58406"/>
                    <a:pt x="196701" y="58406"/>
                    <a:pt x="192138" y="58406"/>
                  </a:cubicBezTo>
                  <a:lnTo>
                    <a:pt x="10521" y="58406"/>
                  </a:lnTo>
                  <a:cubicBezTo>
                    <a:pt x="5958" y="58406"/>
                    <a:pt x="178" y="58406"/>
                    <a:pt x="178" y="64418"/>
                  </a:cubicBezTo>
                  <a:cubicBezTo>
                    <a:pt x="178" y="70431"/>
                    <a:pt x="5958" y="70431"/>
                    <a:pt x="10217" y="70431"/>
                  </a:cubicBezTo>
                  <a:lnTo>
                    <a:pt x="192442" y="70431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7FAE9289-3315-0EDF-5194-C8A23838C2DA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2531905" y="3661262"/>
              <a:ext cx="185875" cy="12024"/>
            </a:xfrm>
            <a:custGeom>
              <a:avLst/>
              <a:gdLst>
                <a:gd name="csX0" fmla="*/ 175417 w 185875"/>
                <a:gd name="csY0" fmla="*/ 12110 h 12024"/>
                <a:gd name="csX1" fmla="*/ 186064 w 185875"/>
                <a:gd name="csY1" fmla="*/ 6097 h 12024"/>
                <a:gd name="csX2" fmla="*/ 175417 w 185875"/>
                <a:gd name="csY2" fmla="*/ 85 h 12024"/>
                <a:gd name="csX3" fmla="*/ 10836 w 185875"/>
                <a:gd name="csY3" fmla="*/ 85 h 12024"/>
                <a:gd name="csX4" fmla="*/ 188 w 185875"/>
                <a:gd name="csY4" fmla="*/ 6097 h 12024"/>
                <a:gd name="csX5" fmla="*/ 10836 w 185875"/>
                <a:gd name="csY5" fmla="*/ 12110 h 12024"/>
                <a:gd name="csX6" fmla="*/ 175417 w 185875"/>
                <a:gd name="csY6" fmla="*/ 12110 h 12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875" h="12024">
                  <a:moveTo>
                    <a:pt x="175417" y="12110"/>
                  </a:moveTo>
                  <a:cubicBezTo>
                    <a:pt x="180588" y="12110"/>
                    <a:pt x="186064" y="12110"/>
                    <a:pt x="186064" y="6097"/>
                  </a:cubicBezTo>
                  <a:cubicBezTo>
                    <a:pt x="186064" y="85"/>
                    <a:pt x="180588" y="85"/>
                    <a:pt x="175417" y="85"/>
                  </a:cubicBezTo>
                  <a:lnTo>
                    <a:pt x="10836" y="85"/>
                  </a:lnTo>
                  <a:cubicBezTo>
                    <a:pt x="5664" y="85"/>
                    <a:pt x="188" y="85"/>
                    <a:pt x="188" y="6097"/>
                  </a:cubicBezTo>
                  <a:cubicBezTo>
                    <a:pt x="188" y="12110"/>
                    <a:pt x="5664" y="12110"/>
                    <a:pt x="10836" y="12110"/>
                  </a:cubicBezTo>
                  <a:lnTo>
                    <a:pt x="175417" y="12110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1B1C6F59-BEFE-DA92-0F9D-C354C5D0A154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2804008" y="3533798"/>
              <a:ext cx="67535" cy="208633"/>
            </a:xfrm>
            <a:custGeom>
              <a:avLst/>
              <a:gdLst>
                <a:gd name="csX0" fmla="*/ 44005 w 67535"/>
                <a:gd name="csY0" fmla="*/ 85 h 208633"/>
                <a:gd name="csX1" fmla="*/ 198 w 67535"/>
                <a:gd name="csY1" fmla="*/ 3392 h 208633"/>
                <a:gd name="csX2" fmla="*/ 198 w 67535"/>
                <a:gd name="csY2" fmla="*/ 12711 h 208633"/>
                <a:gd name="csX3" fmla="*/ 23927 w 67535"/>
                <a:gd name="csY3" fmla="*/ 29546 h 208633"/>
                <a:gd name="csX4" fmla="*/ 23927 w 67535"/>
                <a:gd name="csY4" fmla="*/ 185871 h 208633"/>
                <a:gd name="csX5" fmla="*/ 198 w 67535"/>
                <a:gd name="csY5" fmla="*/ 199399 h 208633"/>
                <a:gd name="csX6" fmla="*/ 198 w 67535"/>
                <a:gd name="csY6" fmla="*/ 208718 h 208633"/>
                <a:gd name="csX7" fmla="*/ 33966 w 67535"/>
                <a:gd name="csY7" fmla="*/ 207816 h 208633"/>
                <a:gd name="csX8" fmla="*/ 67734 w 67535"/>
                <a:gd name="csY8" fmla="*/ 208718 h 208633"/>
                <a:gd name="csX9" fmla="*/ 67734 w 67535"/>
                <a:gd name="csY9" fmla="*/ 199399 h 208633"/>
                <a:gd name="csX10" fmla="*/ 44005 w 67535"/>
                <a:gd name="csY10" fmla="*/ 185871 h 208633"/>
                <a:gd name="csX11" fmla="*/ 44005 w 67535"/>
                <a:gd name="csY11" fmla="*/ 85 h 2086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7535" h="208633">
                  <a:moveTo>
                    <a:pt x="44005" y="85"/>
                  </a:moveTo>
                  <a:lnTo>
                    <a:pt x="198" y="3392"/>
                  </a:lnTo>
                  <a:lnTo>
                    <a:pt x="198" y="12711"/>
                  </a:lnTo>
                  <a:cubicBezTo>
                    <a:pt x="21493" y="12711"/>
                    <a:pt x="23927" y="14815"/>
                    <a:pt x="23927" y="29546"/>
                  </a:cubicBezTo>
                  <a:lnTo>
                    <a:pt x="23927" y="185871"/>
                  </a:lnTo>
                  <a:cubicBezTo>
                    <a:pt x="23927" y="199399"/>
                    <a:pt x="20580" y="199399"/>
                    <a:pt x="198" y="199399"/>
                  </a:cubicBezTo>
                  <a:lnTo>
                    <a:pt x="198" y="208718"/>
                  </a:lnTo>
                  <a:cubicBezTo>
                    <a:pt x="10237" y="208418"/>
                    <a:pt x="26360" y="207816"/>
                    <a:pt x="33966" y="207816"/>
                  </a:cubicBezTo>
                  <a:cubicBezTo>
                    <a:pt x="41571" y="207816"/>
                    <a:pt x="56478" y="208418"/>
                    <a:pt x="67734" y="208718"/>
                  </a:cubicBezTo>
                  <a:lnTo>
                    <a:pt x="67734" y="199399"/>
                  </a:lnTo>
                  <a:cubicBezTo>
                    <a:pt x="47351" y="199399"/>
                    <a:pt x="44005" y="199399"/>
                    <a:pt x="44005" y="185871"/>
                  </a:cubicBezTo>
                  <a:lnTo>
                    <a:pt x="44005" y="85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AA4A926-6640-054A-DE24-1872E22DCB41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2886992" y="3607751"/>
              <a:ext cx="134767" cy="137986"/>
            </a:xfrm>
            <a:custGeom>
              <a:avLst/>
              <a:gdLst>
                <a:gd name="csX0" fmla="*/ 134968 w 134767"/>
                <a:gd name="csY0" fmla="*/ 70431 h 137986"/>
                <a:gd name="csX1" fmla="*/ 67736 w 134767"/>
                <a:gd name="csY1" fmla="*/ 85 h 137986"/>
                <a:gd name="csX2" fmla="*/ 201 w 134767"/>
                <a:gd name="csY2" fmla="*/ 70431 h 137986"/>
                <a:gd name="csX3" fmla="*/ 67432 w 134767"/>
                <a:gd name="csY3" fmla="*/ 138071 h 137986"/>
                <a:gd name="csX4" fmla="*/ 134968 w 134767"/>
                <a:gd name="csY4" fmla="*/ 70431 h 137986"/>
                <a:gd name="csX5" fmla="*/ 67736 w 134767"/>
                <a:gd name="csY5" fmla="*/ 130556 h 137986"/>
                <a:gd name="csX6" fmla="*/ 33056 w 134767"/>
                <a:gd name="csY6" fmla="*/ 110414 h 137986"/>
                <a:gd name="csX7" fmla="*/ 25451 w 134767"/>
                <a:gd name="csY7" fmla="*/ 68026 h 137986"/>
                <a:gd name="csX8" fmla="*/ 32752 w 134767"/>
                <a:gd name="csY8" fmla="*/ 26840 h 137986"/>
                <a:gd name="csX9" fmla="*/ 67432 w 134767"/>
                <a:gd name="csY9" fmla="*/ 6698 h 137986"/>
                <a:gd name="csX10" fmla="*/ 101809 w 134767"/>
                <a:gd name="csY10" fmla="*/ 26239 h 137986"/>
                <a:gd name="csX11" fmla="*/ 109718 w 134767"/>
                <a:gd name="csY11" fmla="*/ 68026 h 137986"/>
                <a:gd name="csX12" fmla="*/ 103025 w 134767"/>
                <a:gd name="csY12" fmla="*/ 108310 h 137986"/>
                <a:gd name="csX13" fmla="*/ 67736 w 134767"/>
                <a:gd name="csY13" fmla="*/ 130556 h 137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4767" h="137986">
                  <a:moveTo>
                    <a:pt x="134968" y="70431"/>
                  </a:moveTo>
                  <a:cubicBezTo>
                    <a:pt x="134968" y="31951"/>
                    <a:pt x="104547" y="85"/>
                    <a:pt x="67736" y="85"/>
                  </a:cubicBezTo>
                  <a:cubicBezTo>
                    <a:pt x="29710" y="85"/>
                    <a:pt x="201" y="32853"/>
                    <a:pt x="201" y="70431"/>
                  </a:cubicBezTo>
                  <a:cubicBezTo>
                    <a:pt x="201" y="109211"/>
                    <a:pt x="31839" y="138071"/>
                    <a:pt x="67432" y="138071"/>
                  </a:cubicBezTo>
                  <a:cubicBezTo>
                    <a:pt x="104242" y="138071"/>
                    <a:pt x="134968" y="108610"/>
                    <a:pt x="134968" y="70431"/>
                  </a:cubicBezTo>
                  <a:close/>
                  <a:moveTo>
                    <a:pt x="67736" y="130556"/>
                  </a:moveTo>
                  <a:cubicBezTo>
                    <a:pt x="54655" y="130556"/>
                    <a:pt x="41270" y="124243"/>
                    <a:pt x="33056" y="110414"/>
                  </a:cubicBezTo>
                  <a:cubicBezTo>
                    <a:pt x="25451" y="97186"/>
                    <a:pt x="25451" y="78848"/>
                    <a:pt x="25451" y="68026"/>
                  </a:cubicBezTo>
                  <a:cubicBezTo>
                    <a:pt x="25451" y="56302"/>
                    <a:pt x="25451" y="40068"/>
                    <a:pt x="32752" y="26840"/>
                  </a:cubicBezTo>
                  <a:cubicBezTo>
                    <a:pt x="40966" y="13012"/>
                    <a:pt x="55264" y="6698"/>
                    <a:pt x="67432" y="6698"/>
                  </a:cubicBezTo>
                  <a:cubicBezTo>
                    <a:pt x="80818" y="6698"/>
                    <a:pt x="93899" y="13312"/>
                    <a:pt x="101809" y="26239"/>
                  </a:cubicBezTo>
                  <a:cubicBezTo>
                    <a:pt x="109718" y="39166"/>
                    <a:pt x="109718" y="56602"/>
                    <a:pt x="109718" y="68026"/>
                  </a:cubicBezTo>
                  <a:cubicBezTo>
                    <a:pt x="109718" y="78848"/>
                    <a:pt x="109718" y="95082"/>
                    <a:pt x="103025" y="108310"/>
                  </a:cubicBezTo>
                  <a:cubicBezTo>
                    <a:pt x="96333" y="121838"/>
                    <a:pt x="82947" y="130556"/>
                    <a:pt x="67736" y="130556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F5F9D6D8-41EE-9AC0-6ECA-2DDAD741C991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3039100" y="3606248"/>
              <a:ext cx="139026" cy="198111"/>
            </a:xfrm>
            <a:custGeom>
              <a:avLst/>
              <a:gdLst>
                <a:gd name="csX0" fmla="*/ 59223 w 139026"/>
                <a:gd name="csY0" fmla="*/ 84560 h 198111"/>
                <a:gd name="csX1" fmla="*/ 32757 w 139026"/>
                <a:gd name="csY1" fmla="*/ 47583 h 198111"/>
                <a:gd name="csX2" fmla="*/ 37624 w 139026"/>
                <a:gd name="csY2" fmla="*/ 22331 h 198111"/>
                <a:gd name="csX3" fmla="*/ 59223 w 139026"/>
                <a:gd name="csY3" fmla="*/ 10306 h 198111"/>
                <a:gd name="csX4" fmla="*/ 85690 w 139026"/>
                <a:gd name="csY4" fmla="*/ 47283 h 198111"/>
                <a:gd name="csX5" fmla="*/ 80823 w 139026"/>
                <a:gd name="csY5" fmla="*/ 72535 h 198111"/>
                <a:gd name="csX6" fmla="*/ 59223 w 139026"/>
                <a:gd name="csY6" fmla="*/ 84560 h 198111"/>
                <a:gd name="csX7" fmla="*/ 23934 w 139026"/>
                <a:gd name="csY7" fmla="*/ 96285 h 198111"/>
                <a:gd name="csX8" fmla="*/ 29106 w 139026"/>
                <a:gd name="csY8" fmla="*/ 82155 h 198111"/>
                <a:gd name="csX9" fmla="*/ 59223 w 139026"/>
                <a:gd name="csY9" fmla="*/ 91475 h 198111"/>
                <a:gd name="csX10" fmla="*/ 108506 w 139026"/>
                <a:gd name="csY10" fmla="*/ 47583 h 198111"/>
                <a:gd name="csX11" fmla="*/ 96033 w 139026"/>
                <a:gd name="csY11" fmla="*/ 18423 h 198111"/>
                <a:gd name="csX12" fmla="*/ 123413 w 139026"/>
                <a:gd name="csY12" fmla="*/ 6698 h 198111"/>
                <a:gd name="csX13" fmla="*/ 126455 w 139026"/>
                <a:gd name="csY13" fmla="*/ 6999 h 198111"/>
                <a:gd name="csX14" fmla="*/ 121588 w 139026"/>
                <a:gd name="csY14" fmla="*/ 15116 h 198111"/>
                <a:gd name="csX15" fmla="*/ 130410 w 139026"/>
                <a:gd name="csY15" fmla="*/ 23834 h 198111"/>
                <a:gd name="csX16" fmla="*/ 139232 w 139026"/>
                <a:gd name="csY16" fmla="*/ 14815 h 198111"/>
                <a:gd name="csX17" fmla="*/ 123717 w 139026"/>
                <a:gd name="csY17" fmla="*/ 85 h 198111"/>
                <a:gd name="csX18" fmla="*/ 91470 w 139026"/>
                <a:gd name="csY18" fmla="*/ 14214 h 198111"/>
                <a:gd name="csX19" fmla="*/ 59223 w 139026"/>
                <a:gd name="csY19" fmla="*/ 3392 h 198111"/>
                <a:gd name="csX20" fmla="*/ 9940 w 139026"/>
                <a:gd name="csY20" fmla="*/ 47283 h 198111"/>
                <a:gd name="csX21" fmla="*/ 24239 w 139026"/>
                <a:gd name="csY21" fmla="*/ 78247 h 198111"/>
                <a:gd name="csX22" fmla="*/ 14808 w 139026"/>
                <a:gd name="csY22" fmla="*/ 103199 h 198111"/>
                <a:gd name="csX23" fmla="*/ 28193 w 139026"/>
                <a:gd name="csY23" fmla="*/ 129955 h 198111"/>
                <a:gd name="csX24" fmla="*/ 206 w 139026"/>
                <a:gd name="csY24" fmla="*/ 160017 h 198111"/>
                <a:gd name="csX25" fmla="*/ 67437 w 139026"/>
                <a:gd name="csY25" fmla="*/ 198196 h 198111"/>
                <a:gd name="csX26" fmla="*/ 134973 w 139026"/>
                <a:gd name="csY26" fmla="*/ 159416 h 198111"/>
                <a:gd name="csX27" fmla="*/ 115199 w 139026"/>
                <a:gd name="csY27" fmla="*/ 125145 h 198111"/>
                <a:gd name="csX28" fmla="*/ 62874 w 139026"/>
                <a:gd name="csY28" fmla="*/ 116727 h 198111"/>
                <a:gd name="csX29" fmla="*/ 40058 w 139026"/>
                <a:gd name="csY29" fmla="*/ 116426 h 198111"/>
                <a:gd name="csX30" fmla="*/ 23934 w 139026"/>
                <a:gd name="csY30" fmla="*/ 96285 h 198111"/>
                <a:gd name="csX31" fmla="*/ 67741 w 139026"/>
                <a:gd name="csY31" fmla="*/ 191282 h 198111"/>
                <a:gd name="csX32" fmla="*/ 16025 w 139026"/>
                <a:gd name="csY32" fmla="*/ 160017 h 198111"/>
                <a:gd name="csX33" fmla="*/ 40970 w 139026"/>
                <a:gd name="csY33" fmla="*/ 134163 h 198111"/>
                <a:gd name="csX34" fmla="*/ 58919 w 139026"/>
                <a:gd name="csY34" fmla="*/ 134163 h 198111"/>
                <a:gd name="csX35" fmla="*/ 119154 w 139026"/>
                <a:gd name="csY35" fmla="*/ 160017 h 198111"/>
                <a:gd name="csX36" fmla="*/ 67741 w 139026"/>
                <a:gd name="csY36" fmla="*/ 191282 h 1981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39026" h="198111">
                  <a:moveTo>
                    <a:pt x="59223" y="84560"/>
                  </a:moveTo>
                  <a:cubicBezTo>
                    <a:pt x="32757" y="84560"/>
                    <a:pt x="32757" y="54498"/>
                    <a:pt x="32757" y="47583"/>
                  </a:cubicBezTo>
                  <a:cubicBezTo>
                    <a:pt x="32757" y="39467"/>
                    <a:pt x="33061" y="29847"/>
                    <a:pt x="37624" y="22331"/>
                  </a:cubicBezTo>
                  <a:cubicBezTo>
                    <a:pt x="40058" y="18723"/>
                    <a:pt x="47055" y="10306"/>
                    <a:pt x="59223" y="10306"/>
                  </a:cubicBezTo>
                  <a:cubicBezTo>
                    <a:pt x="85690" y="10306"/>
                    <a:pt x="85690" y="40368"/>
                    <a:pt x="85690" y="47283"/>
                  </a:cubicBezTo>
                  <a:cubicBezTo>
                    <a:pt x="85690" y="55400"/>
                    <a:pt x="85386" y="65020"/>
                    <a:pt x="80823" y="72535"/>
                  </a:cubicBezTo>
                  <a:cubicBezTo>
                    <a:pt x="78389" y="76143"/>
                    <a:pt x="71392" y="84560"/>
                    <a:pt x="59223" y="84560"/>
                  </a:cubicBezTo>
                  <a:close/>
                  <a:moveTo>
                    <a:pt x="23934" y="96285"/>
                  </a:moveTo>
                  <a:cubicBezTo>
                    <a:pt x="23934" y="95082"/>
                    <a:pt x="23934" y="88168"/>
                    <a:pt x="29106" y="82155"/>
                  </a:cubicBezTo>
                  <a:cubicBezTo>
                    <a:pt x="40970" y="90573"/>
                    <a:pt x="53443" y="91475"/>
                    <a:pt x="59223" y="91475"/>
                  </a:cubicBezTo>
                  <a:cubicBezTo>
                    <a:pt x="87515" y="91475"/>
                    <a:pt x="108506" y="70731"/>
                    <a:pt x="108506" y="47583"/>
                  </a:cubicBezTo>
                  <a:cubicBezTo>
                    <a:pt x="108506" y="36460"/>
                    <a:pt x="103639" y="25337"/>
                    <a:pt x="96033" y="18423"/>
                  </a:cubicBezTo>
                  <a:cubicBezTo>
                    <a:pt x="106985" y="8202"/>
                    <a:pt x="117937" y="6698"/>
                    <a:pt x="123413" y="6698"/>
                  </a:cubicBezTo>
                  <a:cubicBezTo>
                    <a:pt x="124021" y="6698"/>
                    <a:pt x="125542" y="6698"/>
                    <a:pt x="126455" y="6999"/>
                  </a:cubicBezTo>
                  <a:cubicBezTo>
                    <a:pt x="123109" y="8202"/>
                    <a:pt x="121588" y="11508"/>
                    <a:pt x="121588" y="15116"/>
                  </a:cubicBezTo>
                  <a:cubicBezTo>
                    <a:pt x="121588" y="20227"/>
                    <a:pt x="125542" y="23834"/>
                    <a:pt x="130410" y="23834"/>
                  </a:cubicBezTo>
                  <a:cubicBezTo>
                    <a:pt x="133452" y="23834"/>
                    <a:pt x="139232" y="21730"/>
                    <a:pt x="139232" y="14815"/>
                  </a:cubicBezTo>
                  <a:cubicBezTo>
                    <a:pt x="139232" y="9705"/>
                    <a:pt x="135581" y="85"/>
                    <a:pt x="123717" y="85"/>
                  </a:cubicBezTo>
                  <a:cubicBezTo>
                    <a:pt x="117633" y="85"/>
                    <a:pt x="104247" y="1888"/>
                    <a:pt x="91470" y="14214"/>
                  </a:cubicBezTo>
                  <a:cubicBezTo>
                    <a:pt x="78693" y="4293"/>
                    <a:pt x="65916" y="3392"/>
                    <a:pt x="59223" y="3392"/>
                  </a:cubicBezTo>
                  <a:cubicBezTo>
                    <a:pt x="30931" y="3392"/>
                    <a:pt x="9940" y="24135"/>
                    <a:pt x="9940" y="47283"/>
                  </a:cubicBezTo>
                  <a:cubicBezTo>
                    <a:pt x="9940" y="60510"/>
                    <a:pt x="16633" y="71934"/>
                    <a:pt x="24239" y="78247"/>
                  </a:cubicBezTo>
                  <a:cubicBezTo>
                    <a:pt x="20284" y="82756"/>
                    <a:pt x="14808" y="92677"/>
                    <a:pt x="14808" y="103199"/>
                  </a:cubicBezTo>
                  <a:cubicBezTo>
                    <a:pt x="14808" y="112518"/>
                    <a:pt x="18763" y="123942"/>
                    <a:pt x="28193" y="129955"/>
                  </a:cubicBezTo>
                  <a:cubicBezTo>
                    <a:pt x="9940" y="135065"/>
                    <a:pt x="206" y="147992"/>
                    <a:pt x="206" y="160017"/>
                  </a:cubicBezTo>
                  <a:cubicBezTo>
                    <a:pt x="206" y="181662"/>
                    <a:pt x="30323" y="198196"/>
                    <a:pt x="67437" y="198196"/>
                  </a:cubicBezTo>
                  <a:cubicBezTo>
                    <a:pt x="103335" y="198196"/>
                    <a:pt x="134973" y="182864"/>
                    <a:pt x="134973" y="159416"/>
                  </a:cubicBezTo>
                  <a:cubicBezTo>
                    <a:pt x="134973" y="148894"/>
                    <a:pt x="130714" y="133562"/>
                    <a:pt x="115199" y="125145"/>
                  </a:cubicBezTo>
                  <a:cubicBezTo>
                    <a:pt x="99076" y="116727"/>
                    <a:pt x="81431" y="116727"/>
                    <a:pt x="62874" y="116727"/>
                  </a:cubicBezTo>
                  <a:cubicBezTo>
                    <a:pt x="55269" y="116727"/>
                    <a:pt x="42187" y="116727"/>
                    <a:pt x="40058" y="116426"/>
                  </a:cubicBezTo>
                  <a:cubicBezTo>
                    <a:pt x="30323" y="115224"/>
                    <a:pt x="23934" y="105905"/>
                    <a:pt x="23934" y="96285"/>
                  </a:cubicBezTo>
                  <a:close/>
                  <a:moveTo>
                    <a:pt x="67741" y="191282"/>
                  </a:moveTo>
                  <a:cubicBezTo>
                    <a:pt x="37016" y="191282"/>
                    <a:pt x="16025" y="175950"/>
                    <a:pt x="16025" y="160017"/>
                  </a:cubicBezTo>
                  <a:cubicBezTo>
                    <a:pt x="16025" y="146188"/>
                    <a:pt x="27585" y="135065"/>
                    <a:pt x="40970" y="134163"/>
                  </a:cubicBezTo>
                  <a:lnTo>
                    <a:pt x="58919" y="134163"/>
                  </a:lnTo>
                  <a:cubicBezTo>
                    <a:pt x="85082" y="134163"/>
                    <a:pt x="119154" y="134163"/>
                    <a:pt x="119154" y="160017"/>
                  </a:cubicBezTo>
                  <a:cubicBezTo>
                    <a:pt x="119154" y="176251"/>
                    <a:pt x="97555" y="191282"/>
                    <a:pt x="67741" y="191282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1603C882-6D1A-34F6-FF9F-AC13536F3C87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3249785" y="3537104"/>
              <a:ext cx="217209" cy="205326"/>
            </a:xfrm>
            <a:custGeom>
              <a:avLst/>
              <a:gdLst>
                <a:gd name="csX0" fmla="*/ 80221 w 217209"/>
                <a:gd name="csY0" fmla="*/ 110414 h 205326"/>
                <a:gd name="csX1" fmla="*/ 131938 w 217209"/>
                <a:gd name="csY1" fmla="*/ 110414 h 205326"/>
                <a:gd name="csX2" fmla="*/ 217422 w 217209"/>
                <a:gd name="csY2" fmla="*/ 45479 h 205326"/>
                <a:gd name="csX3" fmla="*/ 157492 w 217209"/>
                <a:gd name="csY3" fmla="*/ 85 h 205326"/>
                <a:gd name="csX4" fmla="*/ 58926 w 217209"/>
                <a:gd name="csY4" fmla="*/ 85 h 205326"/>
                <a:gd name="csX5" fmla="*/ 49800 w 217209"/>
                <a:gd name="csY5" fmla="*/ 5797 h 205326"/>
                <a:gd name="csX6" fmla="*/ 58622 w 217209"/>
                <a:gd name="csY6" fmla="*/ 9404 h 205326"/>
                <a:gd name="csX7" fmla="*/ 71703 w 217209"/>
                <a:gd name="csY7" fmla="*/ 10005 h 205326"/>
                <a:gd name="csX8" fmla="*/ 78396 w 217209"/>
                <a:gd name="csY8" fmla="*/ 14815 h 205326"/>
                <a:gd name="csX9" fmla="*/ 77179 w 217209"/>
                <a:gd name="csY9" fmla="*/ 20527 h 205326"/>
                <a:gd name="csX10" fmla="*/ 36414 w 217209"/>
                <a:gd name="csY10" fmla="*/ 181963 h 205326"/>
                <a:gd name="csX11" fmla="*/ 8730 w 217209"/>
                <a:gd name="csY11" fmla="*/ 196092 h 205326"/>
                <a:gd name="csX12" fmla="*/ 212 w 217209"/>
                <a:gd name="csY12" fmla="*/ 201804 h 205326"/>
                <a:gd name="csX13" fmla="*/ 4776 w 217209"/>
                <a:gd name="csY13" fmla="*/ 205411 h 205326"/>
                <a:gd name="csX14" fmla="*/ 43411 w 217209"/>
                <a:gd name="csY14" fmla="*/ 204509 h 205326"/>
                <a:gd name="csX15" fmla="*/ 62881 w 217209"/>
                <a:gd name="csY15" fmla="*/ 204810 h 205326"/>
                <a:gd name="csX16" fmla="*/ 82655 w 217209"/>
                <a:gd name="csY16" fmla="*/ 205411 h 205326"/>
                <a:gd name="csX17" fmla="*/ 88739 w 217209"/>
                <a:gd name="csY17" fmla="*/ 199399 h 205326"/>
                <a:gd name="csX18" fmla="*/ 80221 w 217209"/>
                <a:gd name="csY18" fmla="*/ 196092 h 205326"/>
                <a:gd name="csX19" fmla="*/ 60447 w 217209"/>
                <a:gd name="csY19" fmla="*/ 190681 h 205326"/>
                <a:gd name="csX20" fmla="*/ 61360 w 217209"/>
                <a:gd name="csY20" fmla="*/ 185570 h 205326"/>
                <a:gd name="csX21" fmla="*/ 80221 w 217209"/>
                <a:gd name="csY21" fmla="*/ 110414 h 205326"/>
                <a:gd name="csX22" fmla="*/ 102125 w 217209"/>
                <a:gd name="csY22" fmla="*/ 20828 h 205326"/>
                <a:gd name="csX23" fmla="*/ 118552 w 217209"/>
                <a:gd name="csY23" fmla="*/ 9404 h 205326"/>
                <a:gd name="csX24" fmla="*/ 147757 w 217209"/>
                <a:gd name="csY24" fmla="*/ 9404 h 205326"/>
                <a:gd name="csX25" fmla="*/ 189130 w 217209"/>
                <a:gd name="csY25" fmla="*/ 38264 h 205326"/>
                <a:gd name="csX26" fmla="*/ 171181 w 217209"/>
                <a:gd name="csY26" fmla="*/ 86665 h 205326"/>
                <a:gd name="csX27" fmla="*/ 124332 w 217209"/>
                <a:gd name="csY27" fmla="*/ 102598 h 205326"/>
                <a:gd name="csX28" fmla="*/ 81438 w 217209"/>
                <a:gd name="csY28" fmla="*/ 102598 h 205326"/>
                <a:gd name="csX29" fmla="*/ 102125 w 217209"/>
                <a:gd name="csY29" fmla="*/ 20828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209" h="205326">
                  <a:moveTo>
                    <a:pt x="80221" y="110414"/>
                  </a:moveTo>
                  <a:lnTo>
                    <a:pt x="131938" y="110414"/>
                  </a:lnTo>
                  <a:cubicBezTo>
                    <a:pt x="175136" y="110414"/>
                    <a:pt x="217422" y="79149"/>
                    <a:pt x="217422" y="45479"/>
                  </a:cubicBezTo>
                  <a:cubicBezTo>
                    <a:pt x="217422" y="22331"/>
                    <a:pt x="197344" y="85"/>
                    <a:pt x="157492" y="85"/>
                  </a:cubicBezTo>
                  <a:lnTo>
                    <a:pt x="58926" y="85"/>
                  </a:lnTo>
                  <a:cubicBezTo>
                    <a:pt x="53146" y="85"/>
                    <a:pt x="49800" y="85"/>
                    <a:pt x="49800" y="5797"/>
                  </a:cubicBezTo>
                  <a:cubicBezTo>
                    <a:pt x="49800" y="9404"/>
                    <a:pt x="52537" y="9404"/>
                    <a:pt x="58622" y="9404"/>
                  </a:cubicBezTo>
                  <a:cubicBezTo>
                    <a:pt x="62577" y="9404"/>
                    <a:pt x="68052" y="9705"/>
                    <a:pt x="71703" y="10005"/>
                  </a:cubicBezTo>
                  <a:cubicBezTo>
                    <a:pt x="76570" y="10607"/>
                    <a:pt x="78396" y="11508"/>
                    <a:pt x="78396" y="14815"/>
                  </a:cubicBezTo>
                  <a:cubicBezTo>
                    <a:pt x="78396" y="16018"/>
                    <a:pt x="78092" y="16920"/>
                    <a:pt x="77179" y="20527"/>
                  </a:cubicBezTo>
                  <a:lnTo>
                    <a:pt x="36414" y="181963"/>
                  </a:lnTo>
                  <a:cubicBezTo>
                    <a:pt x="33372" y="193687"/>
                    <a:pt x="32763" y="196092"/>
                    <a:pt x="8730" y="196092"/>
                  </a:cubicBezTo>
                  <a:cubicBezTo>
                    <a:pt x="3559" y="196092"/>
                    <a:pt x="212" y="196092"/>
                    <a:pt x="212" y="201804"/>
                  </a:cubicBezTo>
                  <a:cubicBezTo>
                    <a:pt x="212" y="205411"/>
                    <a:pt x="3863" y="205411"/>
                    <a:pt x="4776" y="205411"/>
                  </a:cubicBezTo>
                  <a:cubicBezTo>
                    <a:pt x="13294" y="205411"/>
                    <a:pt x="34893" y="204509"/>
                    <a:pt x="43411" y="204509"/>
                  </a:cubicBezTo>
                  <a:cubicBezTo>
                    <a:pt x="49800" y="204509"/>
                    <a:pt x="56492" y="204810"/>
                    <a:pt x="62881" y="204810"/>
                  </a:cubicBezTo>
                  <a:cubicBezTo>
                    <a:pt x="69574" y="204810"/>
                    <a:pt x="76266" y="205411"/>
                    <a:pt x="82655" y="205411"/>
                  </a:cubicBezTo>
                  <a:cubicBezTo>
                    <a:pt x="84784" y="205411"/>
                    <a:pt x="88739" y="205411"/>
                    <a:pt x="88739" y="199399"/>
                  </a:cubicBezTo>
                  <a:cubicBezTo>
                    <a:pt x="88739" y="196092"/>
                    <a:pt x="86001" y="196092"/>
                    <a:pt x="80221" y="196092"/>
                  </a:cubicBezTo>
                  <a:cubicBezTo>
                    <a:pt x="68965" y="196092"/>
                    <a:pt x="60447" y="196092"/>
                    <a:pt x="60447" y="190681"/>
                  </a:cubicBezTo>
                  <a:cubicBezTo>
                    <a:pt x="60447" y="188877"/>
                    <a:pt x="61055" y="187374"/>
                    <a:pt x="61360" y="185570"/>
                  </a:cubicBezTo>
                  <a:lnTo>
                    <a:pt x="80221" y="110414"/>
                  </a:lnTo>
                  <a:close/>
                  <a:moveTo>
                    <a:pt x="102125" y="20828"/>
                  </a:moveTo>
                  <a:cubicBezTo>
                    <a:pt x="104862" y="10306"/>
                    <a:pt x="105471" y="9404"/>
                    <a:pt x="118552" y="9404"/>
                  </a:cubicBezTo>
                  <a:lnTo>
                    <a:pt x="147757" y="9404"/>
                  </a:lnTo>
                  <a:cubicBezTo>
                    <a:pt x="173007" y="9404"/>
                    <a:pt x="189130" y="17521"/>
                    <a:pt x="189130" y="38264"/>
                  </a:cubicBezTo>
                  <a:cubicBezTo>
                    <a:pt x="189130" y="49988"/>
                    <a:pt x="183046" y="75842"/>
                    <a:pt x="171181" y="86665"/>
                  </a:cubicBezTo>
                  <a:cubicBezTo>
                    <a:pt x="155971" y="100193"/>
                    <a:pt x="137718" y="102598"/>
                    <a:pt x="124332" y="102598"/>
                  </a:cubicBezTo>
                  <a:lnTo>
                    <a:pt x="81438" y="102598"/>
                  </a:lnTo>
                  <a:lnTo>
                    <a:pt x="102125" y="20828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3AEBDE90-DB51-25BA-02DF-E6AF8194ED65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3447833" y="3639587"/>
              <a:ext cx="156731" cy="152146"/>
            </a:xfrm>
            <a:custGeom>
              <a:avLst/>
              <a:gdLst>
                <a:gd name="csX0" fmla="*/ 156951 w 156731"/>
                <a:gd name="csY0" fmla="*/ 76896 h 152146"/>
                <a:gd name="csX1" fmla="*/ 78585 w 156731"/>
                <a:gd name="csY1" fmla="*/ 86 h 152146"/>
                <a:gd name="csX2" fmla="*/ 219 w 156731"/>
                <a:gd name="csY2" fmla="*/ 76896 h 152146"/>
                <a:gd name="csX3" fmla="*/ 78585 w 156731"/>
                <a:gd name="csY3" fmla="*/ 152232 h 152146"/>
                <a:gd name="csX4" fmla="*/ 156951 w 156731"/>
                <a:gd name="csY4" fmla="*/ 76896 h 152146"/>
                <a:gd name="csX5" fmla="*/ 78585 w 156731"/>
                <a:gd name="csY5" fmla="*/ 145919 h 152146"/>
                <a:gd name="csX6" fmla="*/ 21514 w 156731"/>
                <a:gd name="csY6" fmla="*/ 76685 h 152146"/>
                <a:gd name="csX7" fmla="*/ 78585 w 156731"/>
                <a:gd name="csY7" fmla="*/ 5978 h 152146"/>
                <a:gd name="csX8" fmla="*/ 135656 w 156731"/>
                <a:gd name="csY8" fmla="*/ 76685 h 152146"/>
                <a:gd name="csX9" fmla="*/ 78585 w 156731"/>
                <a:gd name="csY9" fmla="*/ 145919 h 152146"/>
                <a:gd name="csX10" fmla="*/ 122240 w 156731"/>
                <a:gd name="csY10" fmla="*/ 60061 h 152146"/>
                <a:gd name="csX11" fmla="*/ 114999 w 156731"/>
                <a:gd name="csY11" fmla="*/ 60061 h 152146"/>
                <a:gd name="csX12" fmla="*/ 114999 w 156731"/>
                <a:gd name="csY12" fmla="*/ 67216 h 152146"/>
                <a:gd name="csX13" fmla="*/ 42170 w 156731"/>
                <a:gd name="csY13" fmla="*/ 67216 h 152146"/>
                <a:gd name="csX14" fmla="*/ 42170 w 156731"/>
                <a:gd name="csY14" fmla="*/ 60061 h 152146"/>
                <a:gd name="csX15" fmla="*/ 34930 w 156731"/>
                <a:gd name="csY15" fmla="*/ 60061 h 152146"/>
                <a:gd name="csX16" fmla="*/ 34930 w 156731"/>
                <a:gd name="csY16" fmla="*/ 91626 h 152146"/>
                <a:gd name="csX17" fmla="*/ 42170 w 156731"/>
                <a:gd name="csY17" fmla="*/ 91626 h 152146"/>
                <a:gd name="csX18" fmla="*/ 42170 w 156731"/>
                <a:gd name="csY18" fmla="*/ 84472 h 152146"/>
                <a:gd name="csX19" fmla="*/ 114999 w 156731"/>
                <a:gd name="csY19" fmla="*/ 84472 h 152146"/>
                <a:gd name="csX20" fmla="*/ 114999 w 156731"/>
                <a:gd name="csY20" fmla="*/ 91626 h 152146"/>
                <a:gd name="csX21" fmla="*/ 122240 w 156731"/>
                <a:gd name="csY21" fmla="*/ 91626 h 152146"/>
                <a:gd name="csX22" fmla="*/ 122240 w 156731"/>
                <a:gd name="csY22" fmla="*/ 60061 h 15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731" h="152146">
                  <a:moveTo>
                    <a:pt x="156951" y="76896"/>
                  </a:moveTo>
                  <a:cubicBezTo>
                    <a:pt x="156951" y="34808"/>
                    <a:pt x="122027" y="86"/>
                    <a:pt x="78585" y="86"/>
                  </a:cubicBezTo>
                  <a:cubicBezTo>
                    <a:pt x="34930" y="86"/>
                    <a:pt x="219" y="34808"/>
                    <a:pt x="219" y="76896"/>
                  </a:cubicBezTo>
                  <a:cubicBezTo>
                    <a:pt x="219" y="118141"/>
                    <a:pt x="34930" y="152232"/>
                    <a:pt x="78585" y="152232"/>
                  </a:cubicBezTo>
                  <a:cubicBezTo>
                    <a:pt x="122240" y="152232"/>
                    <a:pt x="156951" y="118141"/>
                    <a:pt x="156951" y="76896"/>
                  </a:cubicBezTo>
                  <a:close/>
                  <a:moveTo>
                    <a:pt x="78585" y="145919"/>
                  </a:moveTo>
                  <a:cubicBezTo>
                    <a:pt x="52818" y="145919"/>
                    <a:pt x="21514" y="126138"/>
                    <a:pt x="21514" y="76685"/>
                  </a:cubicBezTo>
                  <a:cubicBezTo>
                    <a:pt x="21514" y="27233"/>
                    <a:pt x="52179" y="5978"/>
                    <a:pt x="78585" y="5978"/>
                  </a:cubicBezTo>
                  <a:cubicBezTo>
                    <a:pt x="104991" y="5978"/>
                    <a:pt x="135656" y="27233"/>
                    <a:pt x="135656" y="76685"/>
                  </a:cubicBezTo>
                  <a:cubicBezTo>
                    <a:pt x="135656" y="126349"/>
                    <a:pt x="104139" y="145919"/>
                    <a:pt x="78585" y="145919"/>
                  </a:cubicBezTo>
                  <a:close/>
                  <a:moveTo>
                    <a:pt x="122240" y="60061"/>
                  </a:moveTo>
                  <a:lnTo>
                    <a:pt x="114999" y="60061"/>
                  </a:lnTo>
                  <a:lnTo>
                    <a:pt x="114999" y="67216"/>
                  </a:lnTo>
                  <a:lnTo>
                    <a:pt x="42170" y="67216"/>
                  </a:lnTo>
                  <a:lnTo>
                    <a:pt x="42170" y="60061"/>
                  </a:lnTo>
                  <a:lnTo>
                    <a:pt x="34930" y="60061"/>
                  </a:lnTo>
                  <a:lnTo>
                    <a:pt x="34930" y="91626"/>
                  </a:lnTo>
                  <a:lnTo>
                    <a:pt x="42170" y="91626"/>
                  </a:lnTo>
                  <a:lnTo>
                    <a:pt x="42170" y="84472"/>
                  </a:lnTo>
                  <a:lnTo>
                    <a:pt x="114999" y="84472"/>
                  </a:lnTo>
                  <a:lnTo>
                    <a:pt x="114999" y="91626"/>
                  </a:lnTo>
                  <a:lnTo>
                    <a:pt x="122240" y="91626"/>
                  </a:lnTo>
                  <a:lnTo>
                    <a:pt x="122240" y="60061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52B200-A402-EB9C-53DA-2441E27BA42F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3665010" y="3516963"/>
              <a:ext cx="70577" cy="300624"/>
            </a:xfrm>
            <a:custGeom>
              <a:avLst/>
              <a:gdLst>
                <a:gd name="csX0" fmla="*/ 70803 w 70577"/>
                <a:gd name="csY0" fmla="*/ 297703 h 300624"/>
                <a:gd name="csX1" fmla="*/ 65632 w 70577"/>
                <a:gd name="csY1" fmla="*/ 291089 h 300624"/>
                <a:gd name="csX2" fmla="*/ 17870 w 70577"/>
                <a:gd name="csY2" fmla="*/ 150397 h 300624"/>
                <a:gd name="csX3" fmla="*/ 66849 w 70577"/>
                <a:gd name="csY3" fmla="*/ 8202 h 300624"/>
                <a:gd name="csX4" fmla="*/ 70803 w 70577"/>
                <a:gd name="csY4" fmla="*/ 3091 h 300624"/>
                <a:gd name="csX5" fmla="*/ 67761 w 70577"/>
                <a:gd name="csY5" fmla="*/ 85 h 300624"/>
                <a:gd name="csX6" fmla="*/ 19391 w 70577"/>
                <a:gd name="csY6" fmla="*/ 58707 h 300624"/>
                <a:gd name="csX7" fmla="*/ 225 w 70577"/>
                <a:gd name="csY7" fmla="*/ 150397 h 300624"/>
                <a:gd name="csX8" fmla="*/ 20304 w 70577"/>
                <a:gd name="csY8" fmla="*/ 244192 h 300624"/>
                <a:gd name="csX9" fmla="*/ 67761 w 70577"/>
                <a:gd name="csY9" fmla="*/ 300709 h 300624"/>
                <a:gd name="csX10" fmla="*/ 70803 w 70577"/>
                <a:gd name="csY10" fmla="*/ 297703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77" h="300624">
                  <a:moveTo>
                    <a:pt x="70803" y="297703"/>
                  </a:moveTo>
                  <a:cubicBezTo>
                    <a:pt x="70803" y="296801"/>
                    <a:pt x="70803" y="296200"/>
                    <a:pt x="65632" y="291089"/>
                  </a:cubicBezTo>
                  <a:cubicBezTo>
                    <a:pt x="27605" y="253211"/>
                    <a:pt x="17870" y="196393"/>
                    <a:pt x="17870" y="150397"/>
                  </a:cubicBezTo>
                  <a:cubicBezTo>
                    <a:pt x="17870" y="98088"/>
                    <a:pt x="29430" y="45780"/>
                    <a:pt x="66849" y="8202"/>
                  </a:cubicBezTo>
                  <a:cubicBezTo>
                    <a:pt x="70803" y="4594"/>
                    <a:pt x="70803" y="3993"/>
                    <a:pt x="70803" y="3091"/>
                  </a:cubicBezTo>
                  <a:cubicBezTo>
                    <a:pt x="70803" y="987"/>
                    <a:pt x="69587" y="85"/>
                    <a:pt x="67761" y="85"/>
                  </a:cubicBezTo>
                  <a:cubicBezTo>
                    <a:pt x="64719" y="85"/>
                    <a:pt x="37340" y="20527"/>
                    <a:pt x="19391" y="58707"/>
                  </a:cubicBezTo>
                  <a:cubicBezTo>
                    <a:pt x="3876" y="91775"/>
                    <a:pt x="225" y="125145"/>
                    <a:pt x="225" y="150397"/>
                  </a:cubicBezTo>
                  <a:cubicBezTo>
                    <a:pt x="225" y="173846"/>
                    <a:pt x="3572" y="210221"/>
                    <a:pt x="20304" y="244192"/>
                  </a:cubicBezTo>
                  <a:cubicBezTo>
                    <a:pt x="38557" y="281169"/>
                    <a:pt x="64719" y="300709"/>
                    <a:pt x="67761" y="300709"/>
                  </a:cubicBezTo>
                  <a:cubicBezTo>
                    <a:pt x="69587" y="300709"/>
                    <a:pt x="70803" y="299807"/>
                    <a:pt x="70803" y="297703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71346E19-8C61-9875-0C3B-9508A0BE634F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3762021" y="3609555"/>
              <a:ext cx="151499" cy="136182"/>
            </a:xfrm>
            <a:custGeom>
              <a:avLst/>
              <a:gdLst>
                <a:gd name="csX0" fmla="*/ 93015 w 151499"/>
                <a:gd name="csY0" fmla="*/ 42172 h 136182"/>
                <a:gd name="csX1" fmla="*/ 123132 w 151499"/>
                <a:gd name="csY1" fmla="*/ 6698 h 136182"/>
                <a:gd name="csX2" fmla="*/ 138343 w 151499"/>
                <a:gd name="csY2" fmla="*/ 10607 h 136182"/>
                <a:gd name="csX3" fmla="*/ 123741 w 151499"/>
                <a:gd name="csY3" fmla="*/ 26840 h 136182"/>
                <a:gd name="csX4" fmla="*/ 135301 w 151499"/>
                <a:gd name="csY4" fmla="*/ 37362 h 136182"/>
                <a:gd name="csX5" fmla="*/ 151729 w 151499"/>
                <a:gd name="csY5" fmla="*/ 19926 h 136182"/>
                <a:gd name="csX6" fmla="*/ 123437 w 151499"/>
                <a:gd name="csY6" fmla="*/ 85 h 136182"/>
                <a:gd name="csX7" fmla="*/ 91494 w 151499"/>
                <a:gd name="csY7" fmla="*/ 22932 h 136182"/>
                <a:gd name="csX8" fmla="*/ 58639 w 151499"/>
                <a:gd name="csY8" fmla="*/ 85 h 136182"/>
                <a:gd name="csX9" fmla="*/ 9660 w 151499"/>
                <a:gd name="csY9" fmla="*/ 46381 h 136182"/>
                <a:gd name="csX10" fmla="*/ 13311 w 151499"/>
                <a:gd name="csY10" fmla="*/ 49387 h 136182"/>
                <a:gd name="csX11" fmla="*/ 17265 w 151499"/>
                <a:gd name="csY11" fmla="*/ 46080 h 136182"/>
                <a:gd name="csX12" fmla="*/ 58030 w 151499"/>
                <a:gd name="csY12" fmla="*/ 6698 h 136182"/>
                <a:gd name="csX13" fmla="*/ 74458 w 151499"/>
                <a:gd name="csY13" fmla="*/ 26840 h 136182"/>
                <a:gd name="csX14" fmla="*/ 58030 w 151499"/>
                <a:gd name="csY14" fmla="*/ 98389 h 136182"/>
                <a:gd name="csX15" fmla="*/ 29130 w 151499"/>
                <a:gd name="csY15" fmla="*/ 129654 h 136182"/>
                <a:gd name="csX16" fmla="*/ 13919 w 151499"/>
                <a:gd name="csY16" fmla="*/ 125746 h 136182"/>
                <a:gd name="csX17" fmla="*/ 28217 w 151499"/>
                <a:gd name="csY17" fmla="*/ 109512 h 136182"/>
                <a:gd name="csX18" fmla="*/ 16961 w 151499"/>
                <a:gd name="csY18" fmla="*/ 98990 h 136182"/>
                <a:gd name="csX19" fmla="*/ 229 w 151499"/>
                <a:gd name="csY19" fmla="*/ 116426 h 136182"/>
                <a:gd name="csX20" fmla="*/ 28826 w 151499"/>
                <a:gd name="csY20" fmla="*/ 136268 h 136182"/>
                <a:gd name="csX21" fmla="*/ 60768 w 151499"/>
                <a:gd name="csY21" fmla="*/ 113420 h 136182"/>
                <a:gd name="csX22" fmla="*/ 93623 w 151499"/>
                <a:gd name="csY22" fmla="*/ 136268 h 136182"/>
                <a:gd name="csX23" fmla="*/ 142298 w 151499"/>
                <a:gd name="csY23" fmla="*/ 89971 h 136182"/>
                <a:gd name="csX24" fmla="*/ 138647 w 151499"/>
                <a:gd name="csY24" fmla="*/ 86965 h 136182"/>
                <a:gd name="csX25" fmla="*/ 134692 w 151499"/>
                <a:gd name="csY25" fmla="*/ 90272 h 136182"/>
                <a:gd name="csX26" fmla="*/ 94232 w 151499"/>
                <a:gd name="csY26" fmla="*/ 129654 h 136182"/>
                <a:gd name="csX27" fmla="*/ 77500 w 151499"/>
                <a:gd name="csY27" fmla="*/ 109813 h 136182"/>
                <a:gd name="csX28" fmla="*/ 82672 w 151499"/>
                <a:gd name="csY28" fmla="*/ 83358 h 136182"/>
                <a:gd name="csX29" fmla="*/ 93015 w 151499"/>
                <a:gd name="csY29" fmla="*/ 42172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99" h="136182">
                  <a:moveTo>
                    <a:pt x="93015" y="42172"/>
                  </a:moveTo>
                  <a:cubicBezTo>
                    <a:pt x="94840" y="34356"/>
                    <a:pt x="101837" y="6698"/>
                    <a:pt x="123132" y="6698"/>
                  </a:cubicBezTo>
                  <a:cubicBezTo>
                    <a:pt x="124653" y="6698"/>
                    <a:pt x="131955" y="6698"/>
                    <a:pt x="138343" y="10607"/>
                  </a:cubicBezTo>
                  <a:cubicBezTo>
                    <a:pt x="129825" y="12110"/>
                    <a:pt x="123741" y="19625"/>
                    <a:pt x="123741" y="26840"/>
                  </a:cubicBezTo>
                  <a:cubicBezTo>
                    <a:pt x="123741" y="31650"/>
                    <a:pt x="127087" y="37362"/>
                    <a:pt x="135301" y="37362"/>
                  </a:cubicBezTo>
                  <a:cubicBezTo>
                    <a:pt x="141994" y="37362"/>
                    <a:pt x="151729" y="31951"/>
                    <a:pt x="151729" y="19926"/>
                  </a:cubicBezTo>
                  <a:cubicBezTo>
                    <a:pt x="151729" y="4293"/>
                    <a:pt x="133780" y="85"/>
                    <a:pt x="123437" y="85"/>
                  </a:cubicBezTo>
                  <a:cubicBezTo>
                    <a:pt x="105792" y="85"/>
                    <a:pt x="95144" y="16018"/>
                    <a:pt x="91494" y="22932"/>
                  </a:cubicBezTo>
                  <a:cubicBezTo>
                    <a:pt x="83889" y="3091"/>
                    <a:pt x="67461" y="85"/>
                    <a:pt x="58639" y="85"/>
                  </a:cubicBezTo>
                  <a:cubicBezTo>
                    <a:pt x="27000" y="85"/>
                    <a:pt x="9660" y="38865"/>
                    <a:pt x="9660" y="46381"/>
                  </a:cubicBezTo>
                  <a:cubicBezTo>
                    <a:pt x="9660" y="49387"/>
                    <a:pt x="12702" y="49387"/>
                    <a:pt x="13311" y="49387"/>
                  </a:cubicBezTo>
                  <a:cubicBezTo>
                    <a:pt x="15744" y="49387"/>
                    <a:pt x="16657" y="48786"/>
                    <a:pt x="17265" y="46080"/>
                  </a:cubicBezTo>
                  <a:cubicBezTo>
                    <a:pt x="27609" y="14214"/>
                    <a:pt x="47687" y="6698"/>
                    <a:pt x="58030" y="6698"/>
                  </a:cubicBezTo>
                  <a:cubicBezTo>
                    <a:pt x="63810" y="6698"/>
                    <a:pt x="74458" y="9404"/>
                    <a:pt x="74458" y="26840"/>
                  </a:cubicBezTo>
                  <a:cubicBezTo>
                    <a:pt x="74458" y="36160"/>
                    <a:pt x="69286" y="56302"/>
                    <a:pt x="58030" y="98389"/>
                  </a:cubicBezTo>
                  <a:cubicBezTo>
                    <a:pt x="53163" y="117028"/>
                    <a:pt x="42515" y="129654"/>
                    <a:pt x="29130" y="129654"/>
                  </a:cubicBezTo>
                  <a:cubicBezTo>
                    <a:pt x="27304" y="129654"/>
                    <a:pt x="20307" y="129654"/>
                    <a:pt x="13919" y="125746"/>
                  </a:cubicBezTo>
                  <a:cubicBezTo>
                    <a:pt x="21524" y="124243"/>
                    <a:pt x="28217" y="117930"/>
                    <a:pt x="28217" y="109512"/>
                  </a:cubicBezTo>
                  <a:cubicBezTo>
                    <a:pt x="28217" y="101395"/>
                    <a:pt x="21524" y="98990"/>
                    <a:pt x="16961" y="98990"/>
                  </a:cubicBezTo>
                  <a:cubicBezTo>
                    <a:pt x="7835" y="98990"/>
                    <a:pt x="229" y="106806"/>
                    <a:pt x="229" y="116426"/>
                  </a:cubicBezTo>
                  <a:cubicBezTo>
                    <a:pt x="229" y="130255"/>
                    <a:pt x="15440" y="136268"/>
                    <a:pt x="28826" y="136268"/>
                  </a:cubicBezTo>
                  <a:cubicBezTo>
                    <a:pt x="48904" y="136268"/>
                    <a:pt x="59855" y="115224"/>
                    <a:pt x="60768" y="113420"/>
                  </a:cubicBezTo>
                  <a:cubicBezTo>
                    <a:pt x="64419" y="124543"/>
                    <a:pt x="75370" y="136268"/>
                    <a:pt x="93623" y="136268"/>
                  </a:cubicBezTo>
                  <a:cubicBezTo>
                    <a:pt x="124958" y="136268"/>
                    <a:pt x="142298" y="97487"/>
                    <a:pt x="142298" y="89971"/>
                  </a:cubicBezTo>
                  <a:cubicBezTo>
                    <a:pt x="142298" y="86965"/>
                    <a:pt x="139560" y="86965"/>
                    <a:pt x="138647" y="86965"/>
                  </a:cubicBezTo>
                  <a:cubicBezTo>
                    <a:pt x="135909" y="86965"/>
                    <a:pt x="135301" y="88168"/>
                    <a:pt x="134692" y="90272"/>
                  </a:cubicBezTo>
                  <a:cubicBezTo>
                    <a:pt x="124653" y="122439"/>
                    <a:pt x="103967" y="129654"/>
                    <a:pt x="94232" y="129654"/>
                  </a:cubicBezTo>
                  <a:cubicBezTo>
                    <a:pt x="82367" y="129654"/>
                    <a:pt x="77500" y="120034"/>
                    <a:pt x="77500" y="109813"/>
                  </a:cubicBezTo>
                  <a:cubicBezTo>
                    <a:pt x="77500" y="103199"/>
                    <a:pt x="79325" y="96585"/>
                    <a:pt x="82672" y="83358"/>
                  </a:cubicBezTo>
                  <a:lnTo>
                    <a:pt x="93015" y="42172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9B341D7-0267-4C38-F196-81C479E64CE9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3936010" y="3656001"/>
              <a:ext cx="71977" cy="133627"/>
            </a:xfrm>
            <a:custGeom>
              <a:avLst/>
              <a:gdLst>
                <a:gd name="csX0" fmla="*/ 43677 w 71977"/>
                <a:gd name="csY0" fmla="*/ 48487 h 133627"/>
                <a:gd name="csX1" fmla="*/ 65398 w 71977"/>
                <a:gd name="csY1" fmla="*/ 48487 h 133627"/>
                <a:gd name="csX2" fmla="*/ 72212 w 71977"/>
                <a:gd name="csY2" fmla="*/ 43857 h 133627"/>
                <a:gd name="csX3" fmla="*/ 65824 w 71977"/>
                <a:gd name="csY3" fmla="*/ 40911 h 133627"/>
                <a:gd name="csX4" fmla="*/ 45593 w 71977"/>
                <a:gd name="csY4" fmla="*/ 40911 h 133627"/>
                <a:gd name="csX5" fmla="*/ 53473 w 71977"/>
                <a:gd name="csY5" fmla="*/ 9766 h 133627"/>
                <a:gd name="csX6" fmla="*/ 54112 w 71977"/>
                <a:gd name="csY6" fmla="*/ 6820 h 133627"/>
                <a:gd name="csX7" fmla="*/ 46871 w 71977"/>
                <a:gd name="csY7" fmla="*/ 86 h 133627"/>
                <a:gd name="csX8" fmla="*/ 36862 w 71977"/>
                <a:gd name="csY8" fmla="*/ 9135 h 133627"/>
                <a:gd name="csX9" fmla="*/ 28770 w 71977"/>
                <a:gd name="csY9" fmla="*/ 40911 h 133627"/>
                <a:gd name="csX10" fmla="*/ 7049 w 71977"/>
                <a:gd name="csY10" fmla="*/ 40911 h 133627"/>
                <a:gd name="csX11" fmla="*/ 235 w 71977"/>
                <a:gd name="csY11" fmla="*/ 45541 h 133627"/>
                <a:gd name="csX12" fmla="*/ 6623 w 71977"/>
                <a:gd name="csY12" fmla="*/ 48487 h 133627"/>
                <a:gd name="csX13" fmla="*/ 26854 w 71977"/>
                <a:gd name="csY13" fmla="*/ 48487 h 133627"/>
                <a:gd name="csX14" fmla="*/ 14290 w 71977"/>
                <a:gd name="csY14" fmla="*/ 98150 h 133627"/>
                <a:gd name="csX15" fmla="*/ 11095 w 71977"/>
                <a:gd name="csY15" fmla="*/ 113722 h 133627"/>
                <a:gd name="csX16" fmla="*/ 33881 w 71977"/>
                <a:gd name="csY16" fmla="*/ 133714 h 133627"/>
                <a:gd name="csX17" fmla="*/ 70935 w 71977"/>
                <a:gd name="csY17" fmla="*/ 101517 h 133627"/>
                <a:gd name="csX18" fmla="*/ 67527 w 71977"/>
                <a:gd name="csY18" fmla="*/ 98781 h 133627"/>
                <a:gd name="csX19" fmla="*/ 63055 w 71977"/>
                <a:gd name="csY19" fmla="*/ 102780 h 133627"/>
                <a:gd name="csX20" fmla="*/ 34520 w 71977"/>
                <a:gd name="csY20" fmla="*/ 127822 h 133627"/>
                <a:gd name="csX21" fmla="*/ 27067 w 71977"/>
                <a:gd name="csY21" fmla="*/ 117510 h 133627"/>
                <a:gd name="csX22" fmla="*/ 28344 w 71977"/>
                <a:gd name="csY22" fmla="*/ 108882 h 133627"/>
                <a:gd name="csX23" fmla="*/ 43677 w 71977"/>
                <a:gd name="csY23" fmla="*/ 48487 h 133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71977" h="133627">
                  <a:moveTo>
                    <a:pt x="43677" y="48487"/>
                  </a:moveTo>
                  <a:lnTo>
                    <a:pt x="65398" y="48487"/>
                  </a:lnTo>
                  <a:cubicBezTo>
                    <a:pt x="69444" y="48487"/>
                    <a:pt x="72212" y="48487"/>
                    <a:pt x="72212" y="43857"/>
                  </a:cubicBezTo>
                  <a:cubicBezTo>
                    <a:pt x="72212" y="40911"/>
                    <a:pt x="69444" y="40911"/>
                    <a:pt x="65824" y="40911"/>
                  </a:cubicBezTo>
                  <a:lnTo>
                    <a:pt x="45593" y="40911"/>
                  </a:lnTo>
                  <a:lnTo>
                    <a:pt x="53473" y="9766"/>
                  </a:lnTo>
                  <a:cubicBezTo>
                    <a:pt x="53686" y="8714"/>
                    <a:pt x="54112" y="7662"/>
                    <a:pt x="54112" y="6820"/>
                  </a:cubicBezTo>
                  <a:cubicBezTo>
                    <a:pt x="54112" y="3032"/>
                    <a:pt x="51130" y="86"/>
                    <a:pt x="46871" y="86"/>
                  </a:cubicBezTo>
                  <a:cubicBezTo>
                    <a:pt x="41547" y="86"/>
                    <a:pt x="38353" y="3664"/>
                    <a:pt x="36862" y="9135"/>
                  </a:cubicBezTo>
                  <a:cubicBezTo>
                    <a:pt x="35372" y="14396"/>
                    <a:pt x="38140" y="4295"/>
                    <a:pt x="28770" y="40911"/>
                  </a:cubicBezTo>
                  <a:lnTo>
                    <a:pt x="7049" y="40911"/>
                  </a:lnTo>
                  <a:cubicBezTo>
                    <a:pt x="3003" y="40911"/>
                    <a:pt x="235" y="40911"/>
                    <a:pt x="235" y="45541"/>
                  </a:cubicBezTo>
                  <a:cubicBezTo>
                    <a:pt x="235" y="48487"/>
                    <a:pt x="2790" y="48487"/>
                    <a:pt x="6623" y="48487"/>
                  </a:cubicBezTo>
                  <a:lnTo>
                    <a:pt x="26854" y="48487"/>
                  </a:lnTo>
                  <a:lnTo>
                    <a:pt x="14290" y="98150"/>
                  </a:lnTo>
                  <a:cubicBezTo>
                    <a:pt x="13012" y="103411"/>
                    <a:pt x="11095" y="110987"/>
                    <a:pt x="11095" y="113722"/>
                  </a:cubicBezTo>
                  <a:cubicBezTo>
                    <a:pt x="11095" y="126138"/>
                    <a:pt x="21743" y="133714"/>
                    <a:pt x="33881" y="133714"/>
                  </a:cubicBezTo>
                  <a:cubicBezTo>
                    <a:pt x="57519" y="133714"/>
                    <a:pt x="70935" y="104253"/>
                    <a:pt x="70935" y="101517"/>
                  </a:cubicBezTo>
                  <a:cubicBezTo>
                    <a:pt x="70935" y="98781"/>
                    <a:pt x="68166" y="98781"/>
                    <a:pt x="67527" y="98781"/>
                  </a:cubicBezTo>
                  <a:cubicBezTo>
                    <a:pt x="64972" y="98781"/>
                    <a:pt x="64759" y="99202"/>
                    <a:pt x="63055" y="102780"/>
                  </a:cubicBezTo>
                  <a:cubicBezTo>
                    <a:pt x="57093" y="116037"/>
                    <a:pt x="46232" y="127822"/>
                    <a:pt x="34520" y="127822"/>
                  </a:cubicBezTo>
                  <a:cubicBezTo>
                    <a:pt x="30048" y="127822"/>
                    <a:pt x="27067" y="125086"/>
                    <a:pt x="27067" y="117510"/>
                  </a:cubicBezTo>
                  <a:cubicBezTo>
                    <a:pt x="27067" y="115406"/>
                    <a:pt x="27919" y="110987"/>
                    <a:pt x="28344" y="108882"/>
                  </a:cubicBezTo>
                  <a:lnTo>
                    <a:pt x="43677" y="48487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248293A7-9999-A938-31EC-C1B0443318A9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4154880" y="3516963"/>
              <a:ext cx="12168" cy="300624"/>
            </a:xfrm>
            <a:custGeom>
              <a:avLst/>
              <a:gdLst>
                <a:gd name="csX0" fmla="*/ 12410 w 12168"/>
                <a:gd name="csY0" fmla="*/ 10907 h 300624"/>
                <a:gd name="csX1" fmla="*/ 6326 w 12168"/>
                <a:gd name="csY1" fmla="*/ 85 h 300624"/>
                <a:gd name="csX2" fmla="*/ 241 w 12168"/>
                <a:gd name="csY2" fmla="*/ 10907 h 300624"/>
                <a:gd name="csX3" fmla="*/ 241 w 12168"/>
                <a:gd name="csY3" fmla="*/ 289887 h 300624"/>
                <a:gd name="csX4" fmla="*/ 6326 w 12168"/>
                <a:gd name="csY4" fmla="*/ 300709 h 300624"/>
                <a:gd name="csX5" fmla="*/ 12410 w 12168"/>
                <a:gd name="csY5" fmla="*/ 289887 h 300624"/>
                <a:gd name="csX6" fmla="*/ 12410 w 12168"/>
                <a:gd name="csY6" fmla="*/ 10907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68" h="300624">
                  <a:moveTo>
                    <a:pt x="12410" y="10907"/>
                  </a:moveTo>
                  <a:cubicBezTo>
                    <a:pt x="12410" y="5496"/>
                    <a:pt x="12410" y="85"/>
                    <a:pt x="6326" y="85"/>
                  </a:cubicBezTo>
                  <a:cubicBezTo>
                    <a:pt x="241" y="85"/>
                    <a:pt x="241" y="5496"/>
                    <a:pt x="241" y="10907"/>
                  </a:cubicBezTo>
                  <a:lnTo>
                    <a:pt x="241" y="289887"/>
                  </a:lnTo>
                  <a:cubicBezTo>
                    <a:pt x="241" y="295298"/>
                    <a:pt x="241" y="300709"/>
                    <a:pt x="6326" y="300709"/>
                  </a:cubicBezTo>
                  <a:cubicBezTo>
                    <a:pt x="12410" y="300709"/>
                    <a:pt x="12410" y="295298"/>
                    <a:pt x="12410" y="289887"/>
                  </a:cubicBezTo>
                  <a:lnTo>
                    <a:pt x="12410" y="10907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2E2C7725-B7BD-2091-6656-5978EA71B024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4296507" y="3609555"/>
              <a:ext cx="151499" cy="136182"/>
            </a:xfrm>
            <a:custGeom>
              <a:avLst/>
              <a:gdLst>
                <a:gd name="csX0" fmla="*/ 93032 w 151499"/>
                <a:gd name="csY0" fmla="*/ 42172 h 136182"/>
                <a:gd name="csX1" fmla="*/ 123150 w 151499"/>
                <a:gd name="csY1" fmla="*/ 6698 h 136182"/>
                <a:gd name="csX2" fmla="*/ 138361 w 151499"/>
                <a:gd name="csY2" fmla="*/ 10607 h 136182"/>
                <a:gd name="csX3" fmla="*/ 123758 w 151499"/>
                <a:gd name="csY3" fmla="*/ 26840 h 136182"/>
                <a:gd name="csX4" fmla="*/ 135318 w 151499"/>
                <a:gd name="csY4" fmla="*/ 37362 h 136182"/>
                <a:gd name="csX5" fmla="*/ 151746 w 151499"/>
                <a:gd name="csY5" fmla="*/ 19926 h 136182"/>
                <a:gd name="csX6" fmla="*/ 123454 w 151499"/>
                <a:gd name="csY6" fmla="*/ 85 h 136182"/>
                <a:gd name="csX7" fmla="*/ 91511 w 151499"/>
                <a:gd name="csY7" fmla="*/ 22932 h 136182"/>
                <a:gd name="csX8" fmla="*/ 58656 w 151499"/>
                <a:gd name="csY8" fmla="*/ 85 h 136182"/>
                <a:gd name="csX9" fmla="*/ 9677 w 151499"/>
                <a:gd name="csY9" fmla="*/ 46381 h 136182"/>
                <a:gd name="csX10" fmla="*/ 13328 w 151499"/>
                <a:gd name="csY10" fmla="*/ 49387 h 136182"/>
                <a:gd name="csX11" fmla="*/ 17283 w 151499"/>
                <a:gd name="csY11" fmla="*/ 46080 h 136182"/>
                <a:gd name="csX12" fmla="*/ 58048 w 151499"/>
                <a:gd name="csY12" fmla="*/ 6698 h 136182"/>
                <a:gd name="csX13" fmla="*/ 74475 w 151499"/>
                <a:gd name="csY13" fmla="*/ 26840 h 136182"/>
                <a:gd name="csX14" fmla="*/ 58048 w 151499"/>
                <a:gd name="csY14" fmla="*/ 98389 h 136182"/>
                <a:gd name="csX15" fmla="*/ 29147 w 151499"/>
                <a:gd name="csY15" fmla="*/ 129654 h 136182"/>
                <a:gd name="csX16" fmla="*/ 13936 w 151499"/>
                <a:gd name="csY16" fmla="*/ 125746 h 136182"/>
                <a:gd name="csX17" fmla="*/ 28235 w 151499"/>
                <a:gd name="csY17" fmla="*/ 109512 h 136182"/>
                <a:gd name="csX18" fmla="*/ 16979 w 151499"/>
                <a:gd name="csY18" fmla="*/ 98990 h 136182"/>
                <a:gd name="csX19" fmla="*/ 247 w 151499"/>
                <a:gd name="csY19" fmla="*/ 116426 h 136182"/>
                <a:gd name="csX20" fmla="*/ 28843 w 151499"/>
                <a:gd name="csY20" fmla="*/ 136268 h 136182"/>
                <a:gd name="csX21" fmla="*/ 60786 w 151499"/>
                <a:gd name="csY21" fmla="*/ 113420 h 136182"/>
                <a:gd name="csX22" fmla="*/ 93641 w 151499"/>
                <a:gd name="csY22" fmla="*/ 136268 h 136182"/>
                <a:gd name="csX23" fmla="*/ 142315 w 151499"/>
                <a:gd name="csY23" fmla="*/ 89971 h 136182"/>
                <a:gd name="csX24" fmla="*/ 138665 w 151499"/>
                <a:gd name="csY24" fmla="*/ 86965 h 136182"/>
                <a:gd name="csX25" fmla="*/ 134710 w 151499"/>
                <a:gd name="csY25" fmla="*/ 90272 h 136182"/>
                <a:gd name="csX26" fmla="*/ 94249 w 151499"/>
                <a:gd name="csY26" fmla="*/ 129654 h 136182"/>
                <a:gd name="csX27" fmla="*/ 77517 w 151499"/>
                <a:gd name="csY27" fmla="*/ 109813 h 136182"/>
                <a:gd name="csX28" fmla="*/ 82689 w 151499"/>
                <a:gd name="csY28" fmla="*/ 83358 h 136182"/>
                <a:gd name="csX29" fmla="*/ 93032 w 151499"/>
                <a:gd name="csY29" fmla="*/ 42172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99" h="136182">
                  <a:moveTo>
                    <a:pt x="93032" y="42172"/>
                  </a:moveTo>
                  <a:cubicBezTo>
                    <a:pt x="94858" y="34356"/>
                    <a:pt x="101855" y="6698"/>
                    <a:pt x="123150" y="6698"/>
                  </a:cubicBezTo>
                  <a:cubicBezTo>
                    <a:pt x="124671" y="6698"/>
                    <a:pt x="131972" y="6698"/>
                    <a:pt x="138361" y="10607"/>
                  </a:cubicBezTo>
                  <a:cubicBezTo>
                    <a:pt x="129843" y="12110"/>
                    <a:pt x="123758" y="19625"/>
                    <a:pt x="123758" y="26840"/>
                  </a:cubicBezTo>
                  <a:cubicBezTo>
                    <a:pt x="123758" y="31650"/>
                    <a:pt x="127105" y="37362"/>
                    <a:pt x="135318" y="37362"/>
                  </a:cubicBezTo>
                  <a:cubicBezTo>
                    <a:pt x="142011" y="37362"/>
                    <a:pt x="151746" y="31951"/>
                    <a:pt x="151746" y="19926"/>
                  </a:cubicBezTo>
                  <a:cubicBezTo>
                    <a:pt x="151746" y="4293"/>
                    <a:pt x="133797" y="85"/>
                    <a:pt x="123454" y="85"/>
                  </a:cubicBezTo>
                  <a:cubicBezTo>
                    <a:pt x="105810" y="85"/>
                    <a:pt x="95162" y="16018"/>
                    <a:pt x="91511" y="22932"/>
                  </a:cubicBezTo>
                  <a:cubicBezTo>
                    <a:pt x="83906" y="3091"/>
                    <a:pt x="67478" y="85"/>
                    <a:pt x="58656" y="85"/>
                  </a:cubicBezTo>
                  <a:cubicBezTo>
                    <a:pt x="27018" y="85"/>
                    <a:pt x="9677" y="38865"/>
                    <a:pt x="9677" y="46381"/>
                  </a:cubicBezTo>
                  <a:cubicBezTo>
                    <a:pt x="9677" y="49387"/>
                    <a:pt x="12720" y="49387"/>
                    <a:pt x="13328" y="49387"/>
                  </a:cubicBezTo>
                  <a:cubicBezTo>
                    <a:pt x="15762" y="49387"/>
                    <a:pt x="16674" y="48786"/>
                    <a:pt x="17283" y="46080"/>
                  </a:cubicBezTo>
                  <a:cubicBezTo>
                    <a:pt x="27626" y="14214"/>
                    <a:pt x="47704" y="6698"/>
                    <a:pt x="58048" y="6698"/>
                  </a:cubicBezTo>
                  <a:cubicBezTo>
                    <a:pt x="63828" y="6698"/>
                    <a:pt x="74475" y="9404"/>
                    <a:pt x="74475" y="26840"/>
                  </a:cubicBezTo>
                  <a:cubicBezTo>
                    <a:pt x="74475" y="36160"/>
                    <a:pt x="69304" y="56302"/>
                    <a:pt x="58048" y="98389"/>
                  </a:cubicBezTo>
                  <a:cubicBezTo>
                    <a:pt x="53180" y="117028"/>
                    <a:pt x="42533" y="129654"/>
                    <a:pt x="29147" y="129654"/>
                  </a:cubicBezTo>
                  <a:cubicBezTo>
                    <a:pt x="27322" y="129654"/>
                    <a:pt x="20325" y="129654"/>
                    <a:pt x="13936" y="125746"/>
                  </a:cubicBezTo>
                  <a:cubicBezTo>
                    <a:pt x="21542" y="124243"/>
                    <a:pt x="28235" y="117930"/>
                    <a:pt x="28235" y="109512"/>
                  </a:cubicBezTo>
                  <a:cubicBezTo>
                    <a:pt x="28235" y="101395"/>
                    <a:pt x="21542" y="98990"/>
                    <a:pt x="16979" y="98990"/>
                  </a:cubicBezTo>
                  <a:cubicBezTo>
                    <a:pt x="7852" y="98990"/>
                    <a:pt x="247" y="106806"/>
                    <a:pt x="247" y="116426"/>
                  </a:cubicBezTo>
                  <a:cubicBezTo>
                    <a:pt x="247" y="130255"/>
                    <a:pt x="15458" y="136268"/>
                    <a:pt x="28843" y="136268"/>
                  </a:cubicBezTo>
                  <a:cubicBezTo>
                    <a:pt x="48921" y="136268"/>
                    <a:pt x="59873" y="115224"/>
                    <a:pt x="60786" y="113420"/>
                  </a:cubicBezTo>
                  <a:cubicBezTo>
                    <a:pt x="64436" y="124543"/>
                    <a:pt x="75388" y="136268"/>
                    <a:pt x="93641" y="136268"/>
                  </a:cubicBezTo>
                  <a:cubicBezTo>
                    <a:pt x="124975" y="136268"/>
                    <a:pt x="142315" y="97487"/>
                    <a:pt x="142315" y="89971"/>
                  </a:cubicBezTo>
                  <a:cubicBezTo>
                    <a:pt x="142315" y="86965"/>
                    <a:pt x="139577" y="86965"/>
                    <a:pt x="138665" y="86965"/>
                  </a:cubicBezTo>
                  <a:cubicBezTo>
                    <a:pt x="135927" y="86965"/>
                    <a:pt x="135318" y="88168"/>
                    <a:pt x="134710" y="90272"/>
                  </a:cubicBezTo>
                  <a:cubicBezTo>
                    <a:pt x="124671" y="122439"/>
                    <a:pt x="103984" y="129654"/>
                    <a:pt x="94249" y="129654"/>
                  </a:cubicBezTo>
                  <a:cubicBezTo>
                    <a:pt x="82385" y="129654"/>
                    <a:pt x="77517" y="120034"/>
                    <a:pt x="77517" y="109813"/>
                  </a:cubicBezTo>
                  <a:cubicBezTo>
                    <a:pt x="77517" y="103199"/>
                    <a:pt x="79343" y="96585"/>
                    <a:pt x="82689" y="83358"/>
                  </a:cubicBezTo>
                  <a:lnTo>
                    <a:pt x="93032" y="42172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73388D17-6547-D6A0-9714-2AAF35A19082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4484764" y="3647794"/>
              <a:ext cx="77514" cy="139730"/>
            </a:xfrm>
            <a:custGeom>
              <a:avLst/>
              <a:gdLst>
                <a:gd name="csX0" fmla="*/ 48379 w 77514"/>
                <a:gd name="csY0" fmla="*/ 5978 h 139730"/>
                <a:gd name="csX1" fmla="*/ 41991 w 77514"/>
                <a:gd name="csY1" fmla="*/ 86 h 139730"/>
                <a:gd name="csX2" fmla="*/ 252 w 77514"/>
                <a:gd name="csY2" fmla="*/ 13554 h 139730"/>
                <a:gd name="csX3" fmla="*/ 252 w 77514"/>
                <a:gd name="csY3" fmla="*/ 21130 h 139730"/>
                <a:gd name="csX4" fmla="*/ 31130 w 77514"/>
                <a:gd name="csY4" fmla="*/ 15238 h 139730"/>
                <a:gd name="csX5" fmla="*/ 31130 w 77514"/>
                <a:gd name="csY5" fmla="*/ 122561 h 139730"/>
                <a:gd name="csX6" fmla="*/ 9835 w 77514"/>
                <a:gd name="csY6" fmla="*/ 132241 h 139730"/>
                <a:gd name="csX7" fmla="*/ 1743 w 77514"/>
                <a:gd name="csY7" fmla="*/ 132241 h 139730"/>
                <a:gd name="csX8" fmla="*/ 1743 w 77514"/>
                <a:gd name="csY8" fmla="*/ 139817 h 139730"/>
                <a:gd name="csX9" fmla="*/ 39648 w 77514"/>
                <a:gd name="csY9" fmla="*/ 138975 h 139730"/>
                <a:gd name="csX10" fmla="*/ 77767 w 77514"/>
                <a:gd name="csY10" fmla="*/ 139817 h 139730"/>
                <a:gd name="csX11" fmla="*/ 77767 w 77514"/>
                <a:gd name="csY11" fmla="*/ 132241 h 139730"/>
                <a:gd name="csX12" fmla="*/ 69674 w 77514"/>
                <a:gd name="csY12" fmla="*/ 132241 h 139730"/>
                <a:gd name="csX13" fmla="*/ 48379 w 77514"/>
                <a:gd name="csY13" fmla="*/ 122561 h 139730"/>
                <a:gd name="csX14" fmla="*/ 48379 w 77514"/>
                <a:gd name="csY14" fmla="*/ 5978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14" h="139730">
                  <a:moveTo>
                    <a:pt x="48379" y="5978"/>
                  </a:moveTo>
                  <a:cubicBezTo>
                    <a:pt x="48379" y="297"/>
                    <a:pt x="47953" y="86"/>
                    <a:pt x="41991" y="86"/>
                  </a:cubicBezTo>
                  <a:cubicBezTo>
                    <a:pt x="28362" y="13344"/>
                    <a:pt x="8983" y="13554"/>
                    <a:pt x="252" y="13554"/>
                  </a:cubicBezTo>
                  <a:lnTo>
                    <a:pt x="252" y="21130"/>
                  </a:lnTo>
                  <a:cubicBezTo>
                    <a:pt x="5363" y="21130"/>
                    <a:pt x="19418" y="21130"/>
                    <a:pt x="31130" y="15238"/>
                  </a:cubicBezTo>
                  <a:lnTo>
                    <a:pt x="31130" y="122561"/>
                  </a:lnTo>
                  <a:cubicBezTo>
                    <a:pt x="31130" y="129505"/>
                    <a:pt x="31130" y="132241"/>
                    <a:pt x="9835" y="132241"/>
                  </a:cubicBezTo>
                  <a:lnTo>
                    <a:pt x="1743" y="132241"/>
                  </a:lnTo>
                  <a:lnTo>
                    <a:pt x="1743" y="139817"/>
                  </a:lnTo>
                  <a:cubicBezTo>
                    <a:pt x="5576" y="139606"/>
                    <a:pt x="31769" y="138975"/>
                    <a:pt x="39648" y="138975"/>
                  </a:cubicBezTo>
                  <a:cubicBezTo>
                    <a:pt x="46250" y="138975"/>
                    <a:pt x="73082" y="139606"/>
                    <a:pt x="77767" y="139817"/>
                  </a:cubicBezTo>
                  <a:lnTo>
                    <a:pt x="77767" y="132241"/>
                  </a:lnTo>
                  <a:lnTo>
                    <a:pt x="69674" y="132241"/>
                  </a:lnTo>
                  <a:cubicBezTo>
                    <a:pt x="48379" y="132241"/>
                    <a:pt x="48379" y="129505"/>
                    <a:pt x="48379" y="122561"/>
                  </a:cubicBezTo>
                  <a:lnTo>
                    <a:pt x="48379" y="5978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619E33C6-FEF0-7DB8-EFF5-FE210D2DD248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4624190" y="3710565"/>
              <a:ext cx="35593" cy="89886"/>
            </a:xfrm>
            <a:custGeom>
              <a:avLst/>
              <a:gdLst>
                <a:gd name="csX0" fmla="*/ 35850 w 35593"/>
                <a:gd name="csY0" fmla="*/ 31650 h 89886"/>
                <a:gd name="csX1" fmla="*/ 16380 w 35593"/>
                <a:gd name="csY1" fmla="*/ 85 h 89886"/>
                <a:gd name="csX2" fmla="*/ 257 w 35593"/>
                <a:gd name="csY2" fmla="*/ 16018 h 89886"/>
                <a:gd name="csX3" fmla="*/ 16380 w 35593"/>
                <a:gd name="csY3" fmla="*/ 31951 h 89886"/>
                <a:gd name="csX4" fmla="*/ 27028 w 35593"/>
                <a:gd name="csY4" fmla="*/ 28043 h 89886"/>
                <a:gd name="csX5" fmla="*/ 28549 w 35593"/>
                <a:gd name="csY5" fmla="*/ 27141 h 89886"/>
                <a:gd name="csX6" fmla="*/ 29157 w 35593"/>
                <a:gd name="csY6" fmla="*/ 31650 h 89886"/>
                <a:gd name="csX7" fmla="*/ 8471 w 35593"/>
                <a:gd name="csY7" fmla="*/ 81855 h 89886"/>
                <a:gd name="csX8" fmla="*/ 5124 w 35593"/>
                <a:gd name="csY8" fmla="*/ 86665 h 89886"/>
                <a:gd name="csX9" fmla="*/ 8167 w 35593"/>
                <a:gd name="csY9" fmla="*/ 89971 h 89886"/>
                <a:gd name="csX10" fmla="*/ 35850 w 35593"/>
                <a:gd name="csY10" fmla="*/ 31650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93" h="89886">
                  <a:moveTo>
                    <a:pt x="35850" y="31650"/>
                  </a:moveTo>
                  <a:cubicBezTo>
                    <a:pt x="35850" y="11809"/>
                    <a:pt x="28245" y="85"/>
                    <a:pt x="16380" y="85"/>
                  </a:cubicBezTo>
                  <a:cubicBezTo>
                    <a:pt x="6341" y="85"/>
                    <a:pt x="257" y="7600"/>
                    <a:pt x="257" y="16018"/>
                  </a:cubicBezTo>
                  <a:cubicBezTo>
                    <a:pt x="257" y="24135"/>
                    <a:pt x="6341" y="31951"/>
                    <a:pt x="16380" y="31951"/>
                  </a:cubicBezTo>
                  <a:cubicBezTo>
                    <a:pt x="20031" y="31951"/>
                    <a:pt x="23986" y="30748"/>
                    <a:pt x="27028" y="28043"/>
                  </a:cubicBezTo>
                  <a:cubicBezTo>
                    <a:pt x="27941" y="27442"/>
                    <a:pt x="28245" y="27141"/>
                    <a:pt x="28549" y="27141"/>
                  </a:cubicBezTo>
                  <a:cubicBezTo>
                    <a:pt x="28853" y="27141"/>
                    <a:pt x="29157" y="27442"/>
                    <a:pt x="29157" y="31650"/>
                  </a:cubicBezTo>
                  <a:cubicBezTo>
                    <a:pt x="29157" y="53897"/>
                    <a:pt x="18510" y="71934"/>
                    <a:pt x="8471" y="81855"/>
                  </a:cubicBezTo>
                  <a:cubicBezTo>
                    <a:pt x="5124" y="85161"/>
                    <a:pt x="5124" y="85763"/>
                    <a:pt x="5124" y="86665"/>
                  </a:cubicBezTo>
                  <a:cubicBezTo>
                    <a:pt x="5124" y="88769"/>
                    <a:pt x="6645" y="89971"/>
                    <a:pt x="8167" y="89971"/>
                  </a:cubicBezTo>
                  <a:cubicBezTo>
                    <a:pt x="11513" y="89971"/>
                    <a:pt x="35850" y="66823"/>
                    <a:pt x="35850" y="31650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0E6F9EF-2567-2423-44A4-2BA73DEA0308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4759396" y="3710565"/>
              <a:ext cx="32246" cy="31866"/>
            </a:xfrm>
            <a:custGeom>
              <a:avLst/>
              <a:gdLst>
                <a:gd name="csX0" fmla="*/ 32508 w 32246"/>
                <a:gd name="csY0" fmla="*/ 16018 h 31866"/>
                <a:gd name="csX1" fmla="*/ 16385 w 32246"/>
                <a:gd name="csY1" fmla="*/ 85 h 31866"/>
                <a:gd name="csX2" fmla="*/ 261 w 32246"/>
                <a:gd name="csY2" fmla="*/ 16018 h 31866"/>
                <a:gd name="csX3" fmla="*/ 16385 w 32246"/>
                <a:gd name="csY3" fmla="*/ 31951 h 31866"/>
                <a:gd name="csX4" fmla="*/ 32508 w 32246"/>
                <a:gd name="csY4" fmla="*/ 16018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6" h="31866">
                  <a:moveTo>
                    <a:pt x="32508" y="16018"/>
                  </a:moveTo>
                  <a:cubicBezTo>
                    <a:pt x="32508" y="7300"/>
                    <a:pt x="25207" y="85"/>
                    <a:pt x="16385" y="85"/>
                  </a:cubicBezTo>
                  <a:cubicBezTo>
                    <a:pt x="7563" y="85"/>
                    <a:pt x="261" y="7300"/>
                    <a:pt x="261" y="16018"/>
                  </a:cubicBezTo>
                  <a:cubicBezTo>
                    <a:pt x="261" y="24736"/>
                    <a:pt x="7563" y="31951"/>
                    <a:pt x="16385" y="31951"/>
                  </a:cubicBezTo>
                  <a:cubicBezTo>
                    <a:pt x="25207" y="31951"/>
                    <a:pt x="32508" y="24736"/>
                    <a:pt x="32508" y="16018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CF845377-13E9-9103-A053-A21E01F73B70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4894602" y="3710565"/>
              <a:ext cx="32246" cy="31866"/>
            </a:xfrm>
            <a:custGeom>
              <a:avLst/>
              <a:gdLst>
                <a:gd name="csX0" fmla="*/ 32513 w 32246"/>
                <a:gd name="csY0" fmla="*/ 16018 h 31866"/>
                <a:gd name="csX1" fmla="*/ 16389 w 32246"/>
                <a:gd name="csY1" fmla="*/ 85 h 31866"/>
                <a:gd name="csX2" fmla="*/ 266 w 32246"/>
                <a:gd name="csY2" fmla="*/ 16018 h 31866"/>
                <a:gd name="csX3" fmla="*/ 16389 w 32246"/>
                <a:gd name="csY3" fmla="*/ 31951 h 31866"/>
                <a:gd name="csX4" fmla="*/ 32513 w 32246"/>
                <a:gd name="csY4" fmla="*/ 16018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6" h="31866">
                  <a:moveTo>
                    <a:pt x="32513" y="16018"/>
                  </a:moveTo>
                  <a:cubicBezTo>
                    <a:pt x="32513" y="7300"/>
                    <a:pt x="25211" y="85"/>
                    <a:pt x="16389" y="85"/>
                  </a:cubicBezTo>
                  <a:cubicBezTo>
                    <a:pt x="7567" y="85"/>
                    <a:pt x="266" y="7300"/>
                    <a:pt x="266" y="16018"/>
                  </a:cubicBezTo>
                  <a:cubicBezTo>
                    <a:pt x="266" y="24736"/>
                    <a:pt x="7567" y="31951"/>
                    <a:pt x="16389" y="31951"/>
                  </a:cubicBezTo>
                  <a:cubicBezTo>
                    <a:pt x="25211" y="31951"/>
                    <a:pt x="32513" y="24736"/>
                    <a:pt x="32513" y="16018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BD5FB8A-96A3-9CCA-D74A-727DCAFC27FC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5029808" y="3710565"/>
              <a:ext cx="32246" cy="31866"/>
            </a:xfrm>
            <a:custGeom>
              <a:avLst/>
              <a:gdLst>
                <a:gd name="csX0" fmla="*/ 32517 w 32246"/>
                <a:gd name="csY0" fmla="*/ 16018 h 31866"/>
                <a:gd name="csX1" fmla="*/ 16394 w 32246"/>
                <a:gd name="csY1" fmla="*/ 85 h 31866"/>
                <a:gd name="csX2" fmla="*/ 270 w 32246"/>
                <a:gd name="csY2" fmla="*/ 16018 h 31866"/>
                <a:gd name="csX3" fmla="*/ 16394 w 32246"/>
                <a:gd name="csY3" fmla="*/ 31951 h 31866"/>
                <a:gd name="csX4" fmla="*/ 32517 w 32246"/>
                <a:gd name="csY4" fmla="*/ 16018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6" h="31866">
                  <a:moveTo>
                    <a:pt x="32517" y="16018"/>
                  </a:moveTo>
                  <a:cubicBezTo>
                    <a:pt x="32517" y="7300"/>
                    <a:pt x="25216" y="85"/>
                    <a:pt x="16394" y="85"/>
                  </a:cubicBezTo>
                  <a:cubicBezTo>
                    <a:pt x="7571" y="85"/>
                    <a:pt x="270" y="7300"/>
                    <a:pt x="270" y="16018"/>
                  </a:cubicBezTo>
                  <a:cubicBezTo>
                    <a:pt x="270" y="24736"/>
                    <a:pt x="7571" y="31951"/>
                    <a:pt x="16394" y="31951"/>
                  </a:cubicBezTo>
                  <a:cubicBezTo>
                    <a:pt x="25216" y="31951"/>
                    <a:pt x="32517" y="24736"/>
                    <a:pt x="32517" y="16018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05D90E75-25C8-279E-D3E1-9D5AC84369D8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5165014" y="3710565"/>
              <a:ext cx="35593" cy="89886"/>
            </a:xfrm>
            <a:custGeom>
              <a:avLst/>
              <a:gdLst>
                <a:gd name="csX0" fmla="*/ 35868 w 35593"/>
                <a:gd name="csY0" fmla="*/ 31650 h 89886"/>
                <a:gd name="csX1" fmla="*/ 16398 w 35593"/>
                <a:gd name="csY1" fmla="*/ 85 h 89886"/>
                <a:gd name="csX2" fmla="*/ 275 w 35593"/>
                <a:gd name="csY2" fmla="*/ 16018 h 89886"/>
                <a:gd name="csX3" fmla="*/ 16398 w 35593"/>
                <a:gd name="csY3" fmla="*/ 31951 h 89886"/>
                <a:gd name="csX4" fmla="*/ 27046 w 35593"/>
                <a:gd name="csY4" fmla="*/ 28043 h 89886"/>
                <a:gd name="csX5" fmla="*/ 28567 w 35593"/>
                <a:gd name="csY5" fmla="*/ 27141 h 89886"/>
                <a:gd name="csX6" fmla="*/ 29175 w 35593"/>
                <a:gd name="csY6" fmla="*/ 31650 h 89886"/>
                <a:gd name="csX7" fmla="*/ 8488 w 35593"/>
                <a:gd name="csY7" fmla="*/ 81855 h 89886"/>
                <a:gd name="csX8" fmla="*/ 5142 w 35593"/>
                <a:gd name="csY8" fmla="*/ 86665 h 89886"/>
                <a:gd name="csX9" fmla="*/ 8184 w 35593"/>
                <a:gd name="csY9" fmla="*/ 89971 h 89886"/>
                <a:gd name="csX10" fmla="*/ 35868 w 35593"/>
                <a:gd name="csY10" fmla="*/ 31650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93" h="89886">
                  <a:moveTo>
                    <a:pt x="35868" y="31650"/>
                  </a:moveTo>
                  <a:cubicBezTo>
                    <a:pt x="35868" y="11809"/>
                    <a:pt x="28262" y="85"/>
                    <a:pt x="16398" y="85"/>
                  </a:cubicBezTo>
                  <a:cubicBezTo>
                    <a:pt x="6359" y="85"/>
                    <a:pt x="275" y="7600"/>
                    <a:pt x="275" y="16018"/>
                  </a:cubicBezTo>
                  <a:cubicBezTo>
                    <a:pt x="275" y="24135"/>
                    <a:pt x="6359" y="31951"/>
                    <a:pt x="16398" y="31951"/>
                  </a:cubicBezTo>
                  <a:cubicBezTo>
                    <a:pt x="20049" y="31951"/>
                    <a:pt x="24003" y="30748"/>
                    <a:pt x="27046" y="28043"/>
                  </a:cubicBezTo>
                  <a:cubicBezTo>
                    <a:pt x="27958" y="27442"/>
                    <a:pt x="28262" y="27141"/>
                    <a:pt x="28567" y="27141"/>
                  </a:cubicBezTo>
                  <a:cubicBezTo>
                    <a:pt x="28871" y="27141"/>
                    <a:pt x="29175" y="27442"/>
                    <a:pt x="29175" y="31650"/>
                  </a:cubicBezTo>
                  <a:cubicBezTo>
                    <a:pt x="29175" y="53897"/>
                    <a:pt x="18528" y="71934"/>
                    <a:pt x="8488" y="81855"/>
                  </a:cubicBezTo>
                  <a:cubicBezTo>
                    <a:pt x="5142" y="85161"/>
                    <a:pt x="5142" y="85763"/>
                    <a:pt x="5142" y="86665"/>
                  </a:cubicBezTo>
                  <a:cubicBezTo>
                    <a:pt x="5142" y="88769"/>
                    <a:pt x="6663" y="89971"/>
                    <a:pt x="8184" y="89971"/>
                  </a:cubicBezTo>
                  <a:cubicBezTo>
                    <a:pt x="11531" y="89971"/>
                    <a:pt x="35868" y="66823"/>
                    <a:pt x="35868" y="31650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F045F115-29A4-C67D-F279-D12CC4357CC6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5282879" y="3609555"/>
              <a:ext cx="151499" cy="136182"/>
            </a:xfrm>
            <a:custGeom>
              <a:avLst/>
              <a:gdLst>
                <a:gd name="csX0" fmla="*/ 93065 w 151499"/>
                <a:gd name="csY0" fmla="*/ 42172 h 136182"/>
                <a:gd name="csX1" fmla="*/ 123182 w 151499"/>
                <a:gd name="csY1" fmla="*/ 6698 h 136182"/>
                <a:gd name="csX2" fmla="*/ 138393 w 151499"/>
                <a:gd name="csY2" fmla="*/ 10607 h 136182"/>
                <a:gd name="csX3" fmla="*/ 123791 w 151499"/>
                <a:gd name="csY3" fmla="*/ 26840 h 136182"/>
                <a:gd name="csX4" fmla="*/ 135351 w 151499"/>
                <a:gd name="csY4" fmla="*/ 37362 h 136182"/>
                <a:gd name="csX5" fmla="*/ 151778 w 151499"/>
                <a:gd name="csY5" fmla="*/ 19926 h 136182"/>
                <a:gd name="csX6" fmla="*/ 123486 w 151499"/>
                <a:gd name="csY6" fmla="*/ 85 h 136182"/>
                <a:gd name="csX7" fmla="*/ 91544 w 151499"/>
                <a:gd name="csY7" fmla="*/ 22932 h 136182"/>
                <a:gd name="csX8" fmla="*/ 58688 w 151499"/>
                <a:gd name="csY8" fmla="*/ 85 h 136182"/>
                <a:gd name="csX9" fmla="*/ 9710 w 151499"/>
                <a:gd name="csY9" fmla="*/ 46381 h 136182"/>
                <a:gd name="csX10" fmla="*/ 13360 w 151499"/>
                <a:gd name="csY10" fmla="*/ 49387 h 136182"/>
                <a:gd name="csX11" fmla="*/ 17315 w 151499"/>
                <a:gd name="csY11" fmla="*/ 46080 h 136182"/>
                <a:gd name="csX12" fmla="*/ 58080 w 151499"/>
                <a:gd name="csY12" fmla="*/ 6698 h 136182"/>
                <a:gd name="csX13" fmla="*/ 74508 w 151499"/>
                <a:gd name="csY13" fmla="*/ 26840 h 136182"/>
                <a:gd name="csX14" fmla="*/ 58080 w 151499"/>
                <a:gd name="csY14" fmla="*/ 98389 h 136182"/>
                <a:gd name="csX15" fmla="*/ 29180 w 151499"/>
                <a:gd name="csY15" fmla="*/ 129654 h 136182"/>
                <a:gd name="csX16" fmla="*/ 13969 w 151499"/>
                <a:gd name="csY16" fmla="*/ 125746 h 136182"/>
                <a:gd name="csX17" fmla="*/ 28267 w 151499"/>
                <a:gd name="csY17" fmla="*/ 109512 h 136182"/>
                <a:gd name="csX18" fmla="*/ 17011 w 151499"/>
                <a:gd name="csY18" fmla="*/ 98990 h 136182"/>
                <a:gd name="csX19" fmla="*/ 279 w 151499"/>
                <a:gd name="csY19" fmla="*/ 116426 h 136182"/>
                <a:gd name="csX20" fmla="*/ 28875 w 151499"/>
                <a:gd name="csY20" fmla="*/ 136268 h 136182"/>
                <a:gd name="csX21" fmla="*/ 60818 w 151499"/>
                <a:gd name="csY21" fmla="*/ 113420 h 136182"/>
                <a:gd name="csX22" fmla="*/ 93673 w 151499"/>
                <a:gd name="csY22" fmla="*/ 136268 h 136182"/>
                <a:gd name="csX23" fmla="*/ 142348 w 151499"/>
                <a:gd name="csY23" fmla="*/ 89971 h 136182"/>
                <a:gd name="csX24" fmla="*/ 138697 w 151499"/>
                <a:gd name="csY24" fmla="*/ 86965 h 136182"/>
                <a:gd name="csX25" fmla="*/ 134742 w 151499"/>
                <a:gd name="csY25" fmla="*/ 90272 h 136182"/>
                <a:gd name="csX26" fmla="*/ 94282 w 151499"/>
                <a:gd name="csY26" fmla="*/ 129654 h 136182"/>
                <a:gd name="csX27" fmla="*/ 77550 w 151499"/>
                <a:gd name="csY27" fmla="*/ 109813 h 136182"/>
                <a:gd name="csX28" fmla="*/ 82721 w 151499"/>
                <a:gd name="csY28" fmla="*/ 83358 h 136182"/>
                <a:gd name="csX29" fmla="*/ 93065 w 151499"/>
                <a:gd name="csY29" fmla="*/ 42172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99" h="136182">
                  <a:moveTo>
                    <a:pt x="93065" y="42172"/>
                  </a:moveTo>
                  <a:cubicBezTo>
                    <a:pt x="94890" y="34356"/>
                    <a:pt x="101887" y="6698"/>
                    <a:pt x="123182" y="6698"/>
                  </a:cubicBezTo>
                  <a:cubicBezTo>
                    <a:pt x="124703" y="6698"/>
                    <a:pt x="132004" y="6698"/>
                    <a:pt x="138393" y="10607"/>
                  </a:cubicBezTo>
                  <a:cubicBezTo>
                    <a:pt x="129875" y="12110"/>
                    <a:pt x="123791" y="19625"/>
                    <a:pt x="123791" y="26840"/>
                  </a:cubicBezTo>
                  <a:cubicBezTo>
                    <a:pt x="123791" y="31650"/>
                    <a:pt x="127137" y="37362"/>
                    <a:pt x="135351" y="37362"/>
                  </a:cubicBezTo>
                  <a:cubicBezTo>
                    <a:pt x="142043" y="37362"/>
                    <a:pt x="151778" y="31951"/>
                    <a:pt x="151778" y="19926"/>
                  </a:cubicBezTo>
                  <a:cubicBezTo>
                    <a:pt x="151778" y="4293"/>
                    <a:pt x="133830" y="85"/>
                    <a:pt x="123486" y="85"/>
                  </a:cubicBezTo>
                  <a:cubicBezTo>
                    <a:pt x="105842" y="85"/>
                    <a:pt x="95194" y="16018"/>
                    <a:pt x="91544" y="22932"/>
                  </a:cubicBezTo>
                  <a:cubicBezTo>
                    <a:pt x="83938" y="3091"/>
                    <a:pt x="67511" y="85"/>
                    <a:pt x="58688" y="85"/>
                  </a:cubicBezTo>
                  <a:cubicBezTo>
                    <a:pt x="27050" y="85"/>
                    <a:pt x="9710" y="38865"/>
                    <a:pt x="9710" y="46381"/>
                  </a:cubicBezTo>
                  <a:cubicBezTo>
                    <a:pt x="9710" y="49387"/>
                    <a:pt x="12752" y="49387"/>
                    <a:pt x="13360" y="49387"/>
                  </a:cubicBezTo>
                  <a:cubicBezTo>
                    <a:pt x="15794" y="49387"/>
                    <a:pt x="16707" y="48786"/>
                    <a:pt x="17315" y="46080"/>
                  </a:cubicBezTo>
                  <a:cubicBezTo>
                    <a:pt x="27658" y="14214"/>
                    <a:pt x="47737" y="6698"/>
                    <a:pt x="58080" y="6698"/>
                  </a:cubicBezTo>
                  <a:cubicBezTo>
                    <a:pt x="63860" y="6698"/>
                    <a:pt x="74508" y="9404"/>
                    <a:pt x="74508" y="26840"/>
                  </a:cubicBezTo>
                  <a:cubicBezTo>
                    <a:pt x="74508" y="36160"/>
                    <a:pt x="69336" y="56302"/>
                    <a:pt x="58080" y="98389"/>
                  </a:cubicBezTo>
                  <a:cubicBezTo>
                    <a:pt x="53213" y="117028"/>
                    <a:pt x="42565" y="129654"/>
                    <a:pt x="29180" y="129654"/>
                  </a:cubicBezTo>
                  <a:cubicBezTo>
                    <a:pt x="27354" y="129654"/>
                    <a:pt x="20357" y="129654"/>
                    <a:pt x="13969" y="125746"/>
                  </a:cubicBezTo>
                  <a:cubicBezTo>
                    <a:pt x="21574" y="124243"/>
                    <a:pt x="28267" y="117930"/>
                    <a:pt x="28267" y="109512"/>
                  </a:cubicBezTo>
                  <a:cubicBezTo>
                    <a:pt x="28267" y="101395"/>
                    <a:pt x="21574" y="98990"/>
                    <a:pt x="17011" y="98990"/>
                  </a:cubicBezTo>
                  <a:cubicBezTo>
                    <a:pt x="7884" y="98990"/>
                    <a:pt x="279" y="106806"/>
                    <a:pt x="279" y="116426"/>
                  </a:cubicBezTo>
                  <a:cubicBezTo>
                    <a:pt x="279" y="130255"/>
                    <a:pt x="15490" y="136268"/>
                    <a:pt x="28875" y="136268"/>
                  </a:cubicBezTo>
                  <a:cubicBezTo>
                    <a:pt x="48954" y="136268"/>
                    <a:pt x="59905" y="115224"/>
                    <a:pt x="60818" y="113420"/>
                  </a:cubicBezTo>
                  <a:cubicBezTo>
                    <a:pt x="64469" y="124543"/>
                    <a:pt x="75420" y="136268"/>
                    <a:pt x="93673" y="136268"/>
                  </a:cubicBezTo>
                  <a:cubicBezTo>
                    <a:pt x="125007" y="136268"/>
                    <a:pt x="142348" y="97487"/>
                    <a:pt x="142348" y="89971"/>
                  </a:cubicBezTo>
                  <a:cubicBezTo>
                    <a:pt x="142348" y="86965"/>
                    <a:pt x="139610" y="86965"/>
                    <a:pt x="138697" y="86965"/>
                  </a:cubicBezTo>
                  <a:cubicBezTo>
                    <a:pt x="135959" y="86965"/>
                    <a:pt x="135351" y="88168"/>
                    <a:pt x="134742" y="90272"/>
                  </a:cubicBezTo>
                  <a:cubicBezTo>
                    <a:pt x="124703" y="122439"/>
                    <a:pt x="104017" y="129654"/>
                    <a:pt x="94282" y="129654"/>
                  </a:cubicBezTo>
                  <a:cubicBezTo>
                    <a:pt x="82417" y="129654"/>
                    <a:pt x="77550" y="120034"/>
                    <a:pt x="77550" y="109813"/>
                  </a:cubicBezTo>
                  <a:cubicBezTo>
                    <a:pt x="77550" y="103199"/>
                    <a:pt x="79375" y="96585"/>
                    <a:pt x="82721" y="83358"/>
                  </a:cubicBezTo>
                  <a:lnTo>
                    <a:pt x="93065" y="42172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2834F36F-8ACA-7A03-35F9-C5DA5D5C5A4C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5456869" y="3656001"/>
              <a:ext cx="71977" cy="133627"/>
            </a:xfrm>
            <a:custGeom>
              <a:avLst/>
              <a:gdLst>
                <a:gd name="csX0" fmla="*/ 43727 w 71977"/>
                <a:gd name="csY0" fmla="*/ 48487 h 133627"/>
                <a:gd name="csX1" fmla="*/ 65448 w 71977"/>
                <a:gd name="csY1" fmla="*/ 48487 h 133627"/>
                <a:gd name="csX2" fmla="*/ 72262 w 71977"/>
                <a:gd name="csY2" fmla="*/ 43857 h 133627"/>
                <a:gd name="csX3" fmla="*/ 65874 w 71977"/>
                <a:gd name="csY3" fmla="*/ 40911 h 133627"/>
                <a:gd name="csX4" fmla="*/ 45643 w 71977"/>
                <a:gd name="csY4" fmla="*/ 40911 h 133627"/>
                <a:gd name="csX5" fmla="*/ 53522 w 71977"/>
                <a:gd name="csY5" fmla="*/ 9766 h 133627"/>
                <a:gd name="csX6" fmla="*/ 54161 w 71977"/>
                <a:gd name="csY6" fmla="*/ 6820 h 133627"/>
                <a:gd name="csX7" fmla="*/ 46921 w 71977"/>
                <a:gd name="csY7" fmla="*/ 86 h 133627"/>
                <a:gd name="csX8" fmla="*/ 36912 w 71977"/>
                <a:gd name="csY8" fmla="*/ 9135 h 133627"/>
                <a:gd name="csX9" fmla="*/ 28820 w 71977"/>
                <a:gd name="csY9" fmla="*/ 40911 h 133627"/>
                <a:gd name="csX10" fmla="*/ 7099 w 71977"/>
                <a:gd name="csY10" fmla="*/ 40911 h 133627"/>
                <a:gd name="csX11" fmla="*/ 285 w 71977"/>
                <a:gd name="csY11" fmla="*/ 45541 h 133627"/>
                <a:gd name="csX12" fmla="*/ 6673 w 71977"/>
                <a:gd name="csY12" fmla="*/ 48487 h 133627"/>
                <a:gd name="csX13" fmla="*/ 26904 w 71977"/>
                <a:gd name="csY13" fmla="*/ 48487 h 133627"/>
                <a:gd name="csX14" fmla="*/ 14340 w 71977"/>
                <a:gd name="csY14" fmla="*/ 98150 h 133627"/>
                <a:gd name="csX15" fmla="*/ 11145 w 71977"/>
                <a:gd name="csY15" fmla="*/ 113722 h 133627"/>
                <a:gd name="csX16" fmla="*/ 33931 w 71977"/>
                <a:gd name="csY16" fmla="*/ 133714 h 133627"/>
                <a:gd name="csX17" fmla="*/ 70984 w 71977"/>
                <a:gd name="csY17" fmla="*/ 101517 h 133627"/>
                <a:gd name="csX18" fmla="*/ 67577 w 71977"/>
                <a:gd name="csY18" fmla="*/ 98781 h 133627"/>
                <a:gd name="csX19" fmla="*/ 63105 w 71977"/>
                <a:gd name="csY19" fmla="*/ 102780 h 133627"/>
                <a:gd name="csX20" fmla="*/ 34570 w 71977"/>
                <a:gd name="csY20" fmla="*/ 127822 h 133627"/>
                <a:gd name="csX21" fmla="*/ 27117 w 71977"/>
                <a:gd name="csY21" fmla="*/ 117510 h 133627"/>
                <a:gd name="csX22" fmla="*/ 28394 w 71977"/>
                <a:gd name="csY22" fmla="*/ 108882 h 133627"/>
                <a:gd name="csX23" fmla="*/ 43727 w 71977"/>
                <a:gd name="csY23" fmla="*/ 48487 h 133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71977" h="133627">
                  <a:moveTo>
                    <a:pt x="43727" y="48487"/>
                  </a:moveTo>
                  <a:lnTo>
                    <a:pt x="65448" y="48487"/>
                  </a:lnTo>
                  <a:cubicBezTo>
                    <a:pt x="69494" y="48487"/>
                    <a:pt x="72262" y="48487"/>
                    <a:pt x="72262" y="43857"/>
                  </a:cubicBezTo>
                  <a:cubicBezTo>
                    <a:pt x="72262" y="40911"/>
                    <a:pt x="69494" y="40911"/>
                    <a:pt x="65874" y="40911"/>
                  </a:cubicBezTo>
                  <a:lnTo>
                    <a:pt x="45643" y="40911"/>
                  </a:lnTo>
                  <a:lnTo>
                    <a:pt x="53522" y="9766"/>
                  </a:lnTo>
                  <a:cubicBezTo>
                    <a:pt x="53735" y="8714"/>
                    <a:pt x="54161" y="7662"/>
                    <a:pt x="54161" y="6820"/>
                  </a:cubicBezTo>
                  <a:cubicBezTo>
                    <a:pt x="54161" y="3032"/>
                    <a:pt x="51180" y="86"/>
                    <a:pt x="46921" y="86"/>
                  </a:cubicBezTo>
                  <a:cubicBezTo>
                    <a:pt x="41597" y="86"/>
                    <a:pt x="38403" y="3664"/>
                    <a:pt x="36912" y="9135"/>
                  </a:cubicBezTo>
                  <a:cubicBezTo>
                    <a:pt x="35422" y="14396"/>
                    <a:pt x="38190" y="4295"/>
                    <a:pt x="28820" y="40911"/>
                  </a:cubicBezTo>
                  <a:lnTo>
                    <a:pt x="7099" y="40911"/>
                  </a:lnTo>
                  <a:cubicBezTo>
                    <a:pt x="3053" y="40911"/>
                    <a:pt x="285" y="40911"/>
                    <a:pt x="285" y="45541"/>
                  </a:cubicBezTo>
                  <a:cubicBezTo>
                    <a:pt x="285" y="48487"/>
                    <a:pt x="2840" y="48487"/>
                    <a:pt x="6673" y="48487"/>
                  </a:cubicBezTo>
                  <a:lnTo>
                    <a:pt x="26904" y="48487"/>
                  </a:lnTo>
                  <a:lnTo>
                    <a:pt x="14340" y="98150"/>
                  </a:lnTo>
                  <a:cubicBezTo>
                    <a:pt x="13062" y="103411"/>
                    <a:pt x="11145" y="110987"/>
                    <a:pt x="11145" y="113722"/>
                  </a:cubicBezTo>
                  <a:cubicBezTo>
                    <a:pt x="11145" y="126138"/>
                    <a:pt x="21793" y="133714"/>
                    <a:pt x="33931" y="133714"/>
                  </a:cubicBezTo>
                  <a:cubicBezTo>
                    <a:pt x="57569" y="133714"/>
                    <a:pt x="70984" y="104253"/>
                    <a:pt x="70984" y="101517"/>
                  </a:cubicBezTo>
                  <a:cubicBezTo>
                    <a:pt x="70984" y="98781"/>
                    <a:pt x="68216" y="98781"/>
                    <a:pt x="67577" y="98781"/>
                  </a:cubicBezTo>
                  <a:cubicBezTo>
                    <a:pt x="65022" y="98781"/>
                    <a:pt x="64809" y="99202"/>
                    <a:pt x="63105" y="102780"/>
                  </a:cubicBezTo>
                  <a:cubicBezTo>
                    <a:pt x="57143" y="116037"/>
                    <a:pt x="46282" y="127822"/>
                    <a:pt x="34570" y="127822"/>
                  </a:cubicBezTo>
                  <a:cubicBezTo>
                    <a:pt x="30098" y="127822"/>
                    <a:pt x="27117" y="125086"/>
                    <a:pt x="27117" y="117510"/>
                  </a:cubicBezTo>
                  <a:cubicBezTo>
                    <a:pt x="27117" y="115406"/>
                    <a:pt x="27968" y="110987"/>
                    <a:pt x="28394" y="108882"/>
                  </a:cubicBezTo>
                  <a:lnTo>
                    <a:pt x="43727" y="48487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0D7A1C06-8F93-454C-3A12-F9B7AC4826C3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5562823" y="3729654"/>
              <a:ext cx="143954" cy="10311"/>
            </a:xfrm>
            <a:custGeom>
              <a:avLst/>
              <a:gdLst>
                <a:gd name="csX0" fmla="*/ 135724 w 143954"/>
                <a:gd name="csY0" fmla="*/ 10398 h 10311"/>
                <a:gd name="csX1" fmla="*/ 144243 w 143954"/>
                <a:gd name="csY1" fmla="*/ 5347 h 10311"/>
                <a:gd name="csX2" fmla="*/ 135724 w 143954"/>
                <a:gd name="csY2" fmla="*/ 86 h 10311"/>
                <a:gd name="csX3" fmla="*/ 8806 w 143954"/>
                <a:gd name="csY3" fmla="*/ 86 h 10311"/>
                <a:gd name="csX4" fmla="*/ 288 w 143954"/>
                <a:gd name="csY4" fmla="*/ 5137 h 10311"/>
                <a:gd name="csX5" fmla="*/ 8806 w 143954"/>
                <a:gd name="csY5" fmla="*/ 10398 h 10311"/>
                <a:gd name="csX6" fmla="*/ 135724 w 143954"/>
                <a:gd name="csY6" fmla="*/ 10398 h 10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954" h="10311">
                  <a:moveTo>
                    <a:pt x="135724" y="10398"/>
                  </a:moveTo>
                  <a:cubicBezTo>
                    <a:pt x="139132" y="10398"/>
                    <a:pt x="144243" y="10398"/>
                    <a:pt x="144243" y="5347"/>
                  </a:cubicBezTo>
                  <a:cubicBezTo>
                    <a:pt x="144243" y="86"/>
                    <a:pt x="139345" y="86"/>
                    <a:pt x="135724" y="86"/>
                  </a:cubicBezTo>
                  <a:lnTo>
                    <a:pt x="8806" y="86"/>
                  </a:lnTo>
                  <a:cubicBezTo>
                    <a:pt x="5399" y="86"/>
                    <a:pt x="288" y="86"/>
                    <a:pt x="288" y="5137"/>
                  </a:cubicBezTo>
                  <a:cubicBezTo>
                    <a:pt x="288" y="10398"/>
                    <a:pt x="5186" y="10398"/>
                    <a:pt x="8806" y="10398"/>
                  </a:cubicBezTo>
                  <a:lnTo>
                    <a:pt x="135724" y="10398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43AC142A-4A81-7F8A-9062-744967565A30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5753171" y="3647794"/>
              <a:ext cx="77514" cy="139730"/>
            </a:xfrm>
            <a:custGeom>
              <a:avLst/>
              <a:gdLst>
                <a:gd name="csX0" fmla="*/ 48421 w 77514"/>
                <a:gd name="csY0" fmla="*/ 5978 h 139730"/>
                <a:gd name="csX1" fmla="*/ 42032 w 77514"/>
                <a:gd name="csY1" fmla="*/ 86 h 139730"/>
                <a:gd name="csX2" fmla="*/ 294 w 77514"/>
                <a:gd name="csY2" fmla="*/ 13554 h 139730"/>
                <a:gd name="csX3" fmla="*/ 294 w 77514"/>
                <a:gd name="csY3" fmla="*/ 21130 h 139730"/>
                <a:gd name="csX4" fmla="*/ 31172 w 77514"/>
                <a:gd name="csY4" fmla="*/ 15238 h 139730"/>
                <a:gd name="csX5" fmla="*/ 31172 w 77514"/>
                <a:gd name="csY5" fmla="*/ 122561 h 139730"/>
                <a:gd name="csX6" fmla="*/ 9877 w 77514"/>
                <a:gd name="csY6" fmla="*/ 132241 h 139730"/>
                <a:gd name="csX7" fmla="*/ 1785 w 77514"/>
                <a:gd name="csY7" fmla="*/ 132241 h 139730"/>
                <a:gd name="csX8" fmla="*/ 1785 w 77514"/>
                <a:gd name="csY8" fmla="*/ 139817 h 139730"/>
                <a:gd name="csX9" fmla="*/ 39690 w 77514"/>
                <a:gd name="csY9" fmla="*/ 138975 h 139730"/>
                <a:gd name="csX10" fmla="*/ 77808 w 77514"/>
                <a:gd name="csY10" fmla="*/ 139817 h 139730"/>
                <a:gd name="csX11" fmla="*/ 77808 w 77514"/>
                <a:gd name="csY11" fmla="*/ 132241 h 139730"/>
                <a:gd name="csX12" fmla="*/ 69716 w 77514"/>
                <a:gd name="csY12" fmla="*/ 132241 h 139730"/>
                <a:gd name="csX13" fmla="*/ 48421 w 77514"/>
                <a:gd name="csY13" fmla="*/ 122561 h 139730"/>
                <a:gd name="csX14" fmla="*/ 48421 w 77514"/>
                <a:gd name="csY14" fmla="*/ 5978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14" h="139730">
                  <a:moveTo>
                    <a:pt x="48421" y="5978"/>
                  </a:moveTo>
                  <a:cubicBezTo>
                    <a:pt x="48421" y="297"/>
                    <a:pt x="47995" y="86"/>
                    <a:pt x="42032" y="86"/>
                  </a:cubicBezTo>
                  <a:cubicBezTo>
                    <a:pt x="28404" y="13344"/>
                    <a:pt x="9025" y="13554"/>
                    <a:pt x="294" y="13554"/>
                  </a:cubicBezTo>
                  <a:lnTo>
                    <a:pt x="294" y="21130"/>
                  </a:lnTo>
                  <a:cubicBezTo>
                    <a:pt x="5405" y="21130"/>
                    <a:pt x="19460" y="21130"/>
                    <a:pt x="31172" y="15238"/>
                  </a:cubicBezTo>
                  <a:lnTo>
                    <a:pt x="31172" y="122561"/>
                  </a:lnTo>
                  <a:cubicBezTo>
                    <a:pt x="31172" y="129505"/>
                    <a:pt x="31172" y="132241"/>
                    <a:pt x="9877" y="132241"/>
                  </a:cubicBezTo>
                  <a:lnTo>
                    <a:pt x="1785" y="132241"/>
                  </a:lnTo>
                  <a:lnTo>
                    <a:pt x="1785" y="139817"/>
                  </a:lnTo>
                  <a:cubicBezTo>
                    <a:pt x="5618" y="139606"/>
                    <a:pt x="31811" y="138975"/>
                    <a:pt x="39690" y="138975"/>
                  </a:cubicBezTo>
                  <a:cubicBezTo>
                    <a:pt x="46291" y="138975"/>
                    <a:pt x="73123" y="139606"/>
                    <a:pt x="77808" y="139817"/>
                  </a:cubicBezTo>
                  <a:lnTo>
                    <a:pt x="77808" y="132241"/>
                  </a:lnTo>
                  <a:lnTo>
                    <a:pt x="69716" y="132241"/>
                  </a:lnTo>
                  <a:cubicBezTo>
                    <a:pt x="48421" y="132241"/>
                    <a:pt x="48421" y="129505"/>
                    <a:pt x="48421" y="122561"/>
                  </a:cubicBezTo>
                  <a:lnTo>
                    <a:pt x="48421" y="5978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2E38F96A-17A1-609E-B31E-98F34F3DA454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5883774" y="3516963"/>
              <a:ext cx="70577" cy="300624"/>
            </a:xfrm>
            <a:custGeom>
              <a:avLst/>
              <a:gdLst>
                <a:gd name="csX0" fmla="*/ 70876 w 70577"/>
                <a:gd name="csY0" fmla="*/ 150397 h 300624"/>
                <a:gd name="csX1" fmla="*/ 50798 w 70577"/>
                <a:gd name="csY1" fmla="*/ 56602 h 300624"/>
                <a:gd name="csX2" fmla="*/ 3341 w 70577"/>
                <a:gd name="csY2" fmla="*/ 85 h 300624"/>
                <a:gd name="csX3" fmla="*/ 298 w 70577"/>
                <a:gd name="csY3" fmla="*/ 3091 h 300624"/>
                <a:gd name="csX4" fmla="*/ 6079 w 70577"/>
                <a:gd name="csY4" fmla="*/ 10005 h 300624"/>
                <a:gd name="csX5" fmla="*/ 53232 w 70577"/>
                <a:gd name="csY5" fmla="*/ 150397 h 300624"/>
                <a:gd name="csX6" fmla="*/ 4253 w 70577"/>
                <a:gd name="csY6" fmla="*/ 292592 h 300624"/>
                <a:gd name="csX7" fmla="*/ 298 w 70577"/>
                <a:gd name="csY7" fmla="*/ 297703 h 300624"/>
                <a:gd name="csX8" fmla="*/ 3341 w 70577"/>
                <a:gd name="csY8" fmla="*/ 300709 h 300624"/>
                <a:gd name="csX9" fmla="*/ 51711 w 70577"/>
                <a:gd name="csY9" fmla="*/ 242088 h 300624"/>
                <a:gd name="csX10" fmla="*/ 70876 w 70577"/>
                <a:gd name="csY10" fmla="*/ 150397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77" h="300624">
                  <a:moveTo>
                    <a:pt x="70876" y="150397"/>
                  </a:moveTo>
                  <a:cubicBezTo>
                    <a:pt x="70876" y="126948"/>
                    <a:pt x="67530" y="90573"/>
                    <a:pt x="50798" y="56602"/>
                  </a:cubicBezTo>
                  <a:cubicBezTo>
                    <a:pt x="32545" y="19625"/>
                    <a:pt x="6383" y="85"/>
                    <a:pt x="3341" y="85"/>
                  </a:cubicBezTo>
                  <a:cubicBezTo>
                    <a:pt x="1515" y="85"/>
                    <a:pt x="298" y="1287"/>
                    <a:pt x="298" y="3091"/>
                  </a:cubicBezTo>
                  <a:cubicBezTo>
                    <a:pt x="298" y="3993"/>
                    <a:pt x="298" y="4594"/>
                    <a:pt x="6079" y="10005"/>
                  </a:cubicBezTo>
                  <a:cubicBezTo>
                    <a:pt x="35892" y="39767"/>
                    <a:pt x="53232" y="87566"/>
                    <a:pt x="53232" y="150397"/>
                  </a:cubicBezTo>
                  <a:cubicBezTo>
                    <a:pt x="53232" y="201804"/>
                    <a:pt x="41976" y="254714"/>
                    <a:pt x="4253" y="292592"/>
                  </a:cubicBezTo>
                  <a:cubicBezTo>
                    <a:pt x="298" y="296200"/>
                    <a:pt x="298" y="296801"/>
                    <a:pt x="298" y="297703"/>
                  </a:cubicBezTo>
                  <a:cubicBezTo>
                    <a:pt x="298" y="299507"/>
                    <a:pt x="1515" y="300709"/>
                    <a:pt x="3341" y="300709"/>
                  </a:cubicBezTo>
                  <a:cubicBezTo>
                    <a:pt x="6383" y="300709"/>
                    <a:pt x="33762" y="280267"/>
                    <a:pt x="51711" y="242088"/>
                  </a:cubicBezTo>
                  <a:cubicBezTo>
                    <a:pt x="67226" y="209019"/>
                    <a:pt x="70876" y="175649"/>
                    <a:pt x="70876" y="150397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85A23EB2-B03F-060C-86CA-A544D0D00B17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1881461" y="3981428"/>
              <a:ext cx="202303" cy="218554"/>
            </a:xfrm>
            <a:custGeom>
              <a:avLst/>
              <a:gdLst>
                <a:gd name="csX0" fmla="*/ 202471 w 202303"/>
                <a:gd name="csY0" fmla="*/ 110128 h 218554"/>
                <a:gd name="csX1" fmla="*/ 101167 w 202303"/>
                <a:gd name="csY1" fmla="*/ 100 h 218554"/>
                <a:gd name="csX2" fmla="*/ 167 w 202303"/>
                <a:gd name="csY2" fmla="*/ 110128 h 218554"/>
                <a:gd name="csX3" fmla="*/ 101167 w 202303"/>
                <a:gd name="csY3" fmla="*/ 218654 h 218554"/>
                <a:gd name="csX4" fmla="*/ 202471 w 202303"/>
                <a:gd name="csY4" fmla="*/ 110128 h 218554"/>
                <a:gd name="csX5" fmla="*/ 101471 w 202303"/>
                <a:gd name="csY5" fmla="*/ 211739 h 218554"/>
                <a:gd name="csX6" fmla="*/ 29676 w 202303"/>
                <a:gd name="csY6" fmla="*/ 110128 h 218554"/>
                <a:gd name="csX7" fmla="*/ 101167 w 202303"/>
                <a:gd name="csY7" fmla="*/ 6713 h 218554"/>
                <a:gd name="csX8" fmla="*/ 172962 w 202303"/>
                <a:gd name="csY8" fmla="*/ 110128 h 218554"/>
                <a:gd name="csX9" fmla="*/ 101471 w 202303"/>
                <a:gd name="csY9" fmla="*/ 211739 h 218554"/>
                <a:gd name="csX10" fmla="*/ 155622 w 202303"/>
                <a:gd name="csY10" fmla="*/ 87581 h 218554"/>
                <a:gd name="csX11" fmla="*/ 148016 w 202303"/>
                <a:gd name="csY11" fmla="*/ 87581 h 218554"/>
                <a:gd name="csX12" fmla="*/ 148016 w 202303"/>
                <a:gd name="csY12" fmla="*/ 97803 h 218554"/>
                <a:gd name="csX13" fmla="*/ 54622 w 202303"/>
                <a:gd name="csY13" fmla="*/ 97803 h 218554"/>
                <a:gd name="csX14" fmla="*/ 54622 w 202303"/>
                <a:gd name="csY14" fmla="*/ 87581 h 218554"/>
                <a:gd name="csX15" fmla="*/ 47017 w 202303"/>
                <a:gd name="csY15" fmla="*/ 87581 h 218554"/>
                <a:gd name="csX16" fmla="*/ 47017 w 202303"/>
                <a:gd name="csY16" fmla="*/ 130871 h 218554"/>
                <a:gd name="csX17" fmla="*/ 54622 w 202303"/>
                <a:gd name="csY17" fmla="*/ 130871 h 218554"/>
                <a:gd name="csX18" fmla="*/ 54622 w 202303"/>
                <a:gd name="csY18" fmla="*/ 120650 h 218554"/>
                <a:gd name="csX19" fmla="*/ 148016 w 202303"/>
                <a:gd name="csY19" fmla="*/ 120650 h 218554"/>
                <a:gd name="csX20" fmla="*/ 148016 w 202303"/>
                <a:gd name="csY20" fmla="*/ 130871 h 218554"/>
                <a:gd name="csX21" fmla="*/ 155622 w 202303"/>
                <a:gd name="csY21" fmla="*/ 130871 h 218554"/>
                <a:gd name="csX22" fmla="*/ 155622 w 202303"/>
                <a:gd name="csY22" fmla="*/ 87581 h 218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2303" h="218554">
                  <a:moveTo>
                    <a:pt x="202471" y="110128"/>
                  </a:moveTo>
                  <a:cubicBezTo>
                    <a:pt x="202471" y="48801"/>
                    <a:pt x="156534" y="100"/>
                    <a:pt x="101167" y="100"/>
                  </a:cubicBezTo>
                  <a:cubicBezTo>
                    <a:pt x="46712" y="100"/>
                    <a:pt x="167" y="48200"/>
                    <a:pt x="167" y="110128"/>
                  </a:cubicBezTo>
                  <a:cubicBezTo>
                    <a:pt x="167" y="171756"/>
                    <a:pt x="47017" y="218654"/>
                    <a:pt x="101167" y="218654"/>
                  </a:cubicBezTo>
                  <a:cubicBezTo>
                    <a:pt x="156534" y="218654"/>
                    <a:pt x="202471" y="170854"/>
                    <a:pt x="202471" y="110128"/>
                  </a:cubicBezTo>
                  <a:close/>
                  <a:moveTo>
                    <a:pt x="101471" y="211739"/>
                  </a:moveTo>
                  <a:cubicBezTo>
                    <a:pt x="71354" y="211739"/>
                    <a:pt x="29676" y="185886"/>
                    <a:pt x="29676" y="110128"/>
                  </a:cubicBezTo>
                  <a:cubicBezTo>
                    <a:pt x="29676" y="32868"/>
                    <a:pt x="71962" y="6713"/>
                    <a:pt x="101167" y="6713"/>
                  </a:cubicBezTo>
                  <a:cubicBezTo>
                    <a:pt x="131893" y="6713"/>
                    <a:pt x="172962" y="34070"/>
                    <a:pt x="172962" y="110128"/>
                  </a:cubicBezTo>
                  <a:cubicBezTo>
                    <a:pt x="172962" y="186788"/>
                    <a:pt x="130067" y="211739"/>
                    <a:pt x="101471" y="211739"/>
                  </a:cubicBezTo>
                  <a:close/>
                  <a:moveTo>
                    <a:pt x="155622" y="87581"/>
                  </a:moveTo>
                  <a:lnTo>
                    <a:pt x="148016" y="87581"/>
                  </a:lnTo>
                  <a:lnTo>
                    <a:pt x="148016" y="97803"/>
                  </a:lnTo>
                  <a:lnTo>
                    <a:pt x="54622" y="97803"/>
                  </a:lnTo>
                  <a:lnTo>
                    <a:pt x="54622" y="87581"/>
                  </a:lnTo>
                  <a:lnTo>
                    <a:pt x="47017" y="87581"/>
                  </a:lnTo>
                  <a:lnTo>
                    <a:pt x="47017" y="130871"/>
                  </a:lnTo>
                  <a:lnTo>
                    <a:pt x="54622" y="130871"/>
                  </a:lnTo>
                  <a:lnTo>
                    <a:pt x="54622" y="120650"/>
                  </a:lnTo>
                  <a:lnTo>
                    <a:pt x="148016" y="120650"/>
                  </a:lnTo>
                  <a:lnTo>
                    <a:pt x="148016" y="130871"/>
                  </a:lnTo>
                  <a:lnTo>
                    <a:pt x="155622" y="130871"/>
                  </a:lnTo>
                  <a:lnTo>
                    <a:pt x="155622" y="87581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78BD8FFE-5DD6-DED1-30C5-E8B7E38F29E9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2202576" y="4083039"/>
              <a:ext cx="202303" cy="70346"/>
            </a:xfrm>
            <a:custGeom>
              <a:avLst/>
              <a:gdLst>
                <a:gd name="csX0" fmla="*/ 192138 w 202303"/>
                <a:gd name="csY0" fmla="*/ 12125 h 70346"/>
                <a:gd name="csX1" fmla="*/ 202481 w 202303"/>
                <a:gd name="csY1" fmla="*/ 6112 h 70346"/>
                <a:gd name="csX2" fmla="*/ 192442 w 202303"/>
                <a:gd name="csY2" fmla="*/ 100 h 70346"/>
                <a:gd name="csX3" fmla="*/ 10217 w 202303"/>
                <a:gd name="csY3" fmla="*/ 100 h 70346"/>
                <a:gd name="csX4" fmla="*/ 178 w 202303"/>
                <a:gd name="csY4" fmla="*/ 6112 h 70346"/>
                <a:gd name="csX5" fmla="*/ 10521 w 202303"/>
                <a:gd name="csY5" fmla="*/ 12125 h 70346"/>
                <a:gd name="csX6" fmla="*/ 192138 w 202303"/>
                <a:gd name="csY6" fmla="*/ 12125 h 70346"/>
                <a:gd name="csX7" fmla="*/ 192442 w 202303"/>
                <a:gd name="csY7" fmla="*/ 70446 h 70346"/>
                <a:gd name="csX8" fmla="*/ 202481 w 202303"/>
                <a:gd name="csY8" fmla="*/ 64433 h 70346"/>
                <a:gd name="csX9" fmla="*/ 192138 w 202303"/>
                <a:gd name="csY9" fmla="*/ 58421 h 70346"/>
                <a:gd name="csX10" fmla="*/ 10521 w 202303"/>
                <a:gd name="csY10" fmla="*/ 58421 h 70346"/>
                <a:gd name="csX11" fmla="*/ 178 w 202303"/>
                <a:gd name="csY11" fmla="*/ 64433 h 70346"/>
                <a:gd name="csX12" fmla="*/ 10217 w 202303"/>
                <a:gd name="csY12" fmla="*/ 70446 h 70346"/>
                <a:gd name="csX13" fmla="*/ 192442 w 202303"/>
                <a:gd name="csY13" fmla="*/ 70446 h 70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303" h="70346">
                  <a:moveTo>
                    <a:pt x="192138" y="12125"/>
                  </a:moveTo>
                  <a:cubicBezTo>
                    <a:pt x="196701" y="12125"/>
                    <a:pt x="202481" y="12125"/>
                    <a:pt x="202481" y="6112"/>
                  </a:cubicBezTo>
                  <a:cubicBezTo>
                    <a:pt x="202481" y="100"/>
                    <a:pt x="196701" y="100"/>
                    <a:pt x="192442" y="100"/>
                  </a:cubicBezTo>
                  <a:lnTo>
                    <a:pt x="10217" y="100"/>
                  </a:lnTo>
                  <a:cubicBezTo>
                    <a:pt x="5958" y="100"/>
                    <a:pt x="178" y="100"/>
                    <a:pt x="178" y="6112"/>
                  </a:cubicBezTo>
                  <a:cubicBezTo>
                    <a:pt x="178" y="12125"/>
                    <a:pt x="5958" y="12125"/>
                    <a:pt x="10521" y="12125"/>
                  </a:cubicBezTo>
                  <a:lnTo>
                    <a:pt x="192138" y="12125"/>
                  </a:lnTo>
                  <a:close/>
                  <a:moveTo>
                    <a:pt x="192442" y="70446"/>
                  </a:moveTo>
                  <a:cubicBezTo>
                    <a:pt x="196701" y="70446"/>
                    <a:pt x="202481" y="70446"/>
                    <a:pt x="202481" y="64433"/>
                  </a:cubicBezTo>
                  <a:cubicBezTo>
                    <a:pt x="202481" y="58421"/>
                    <a:pt x="196701" y="58421"/>
                    <a:pt x="192138" y="58421"/>
                  </a:cubicBezTo>
                  <a:lnTo>
                    <a:pt x="10521" y="58421"/>
                  </a:lnTo>
                  <a:cubicBezTo>
                    <a:pt x="5958" y="58421"/>
                    <a:pt x="178" y="58421"/>
                    <a:pt x="178" y="64433"/>
                  </a:cubicBezTo>
                  <a:cubicBezTo>
                    <a:pt x="178" y="70446"/>
                    <a:pt x="5958" y="70446"/>
                    <a:pt x="10217" y="70446"/>
                  </a:cubicBezTo>
                  <a:lnTo>
                    <a:pt x="192442" y="70446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3FA0BD68-39B1-7054-575E-4AFC1C3B7281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2528558" y="3967900"/>
              <a:ext cx="107996" cy="300624"/>
            </a:xfrm>
            <a:custGeom>
              <a:avLst/>
              <a:gdLst>
                <a:gd name="csX0" fmla="*/ 64378 w 107996"/>
                <a:gd name="csY0" fmla="*/ 40083 h 300624"/>
                <a:gd name="csX1" fmla="*/ 105447 w 107996"/>
                <a:gd name="csY1" fmla="*/ 6713 h 300624"/>
                <a:gd name="csX2" fmla="*/ 108185 w 107996"/>
                <a:gd name="csY2" fmla="*/ 3406 h 300624"/>
                <a:gd name="csX3" fmla="*/ 102405 w 107996"/>
                <a:gd name="csY3" fmla="*/ 100 h 300624"/>
                <a:gd name="csX4" fmla="*/ 43995 w 107996"/>
                <a:gd name="csY4" fmla="*/ 37678 h 300624"/>
                <a:gd name="csX5" fmla="*/ 43995 w 107996"/>
                <a:gd name="csY5" fmla="*/ 106220 h 300624"/>
                <a:gd name="csX6" fmla="*/ 31827 w 107996"/>
                <a:gd name="csY6" fmla="*/ 137485 h 300624"/>
                <a:gd name="csX7" fmla="*/ 2926 w 107996"/>
                <a:gd name="csY7" fmla="*/ 147105 h 300624"/>
                <a:gd name="csX8" fmla="*/ 188 w 107996"/>
                <a:gd name="csY8" fmla="*/ 150412 h 300624"/>
                <a:gd name="csX9" fmla="*/ 5056 w 107996"/>
                <a:gd name="csY9" fmla="*/ 153719 h 300624"/>
                <a:gd name="csX10" fmla="*/ 43083 w 107996"/>
                <a:gd name="csY10" fmla="*/ 180474 h 300624"/>
                <a:gd name="csX11" fmla="*/ 43995 w 107996"/>
                <a:gd name="csY11" fmla="*/ 195205 h 300624"/>
                <a:gd name="csX12" fmla="*/ 43995 w 107996"/>
                <a:gd name="csY12" fmla="*/ 254729 h 300624"/>
                <a:gd name="csX13" fmla="*/ 58598 w 107996"/>
                <a:gd name="csY13" fmla="*/ 288399 h 300624"/>
                <a:gd name="csX14" fmla="*/ 102405 w 107996"/>
                <a:gd name="csY14" fmla="*/ 300724 h 300624"/>
                <a:gd name="csX15" fmla="*/ 108185 w 107996"/>
                <a:gd name="csY15" fmla="*/ 297417 h 300624"/>
                <a:gd name="csX16" fmla="*/ 103317 w 107996"/>
                <a:gd name="csY16" fmla="*/ 294111 h 300624"/>
                <a:gd name="csX17" fmla="*/ 65291 w 107996"/>
                <a:gd name="csY17" fmla="*/ 267956 h 300624"/>
                <a:gd name="csX18" fmla="*/ 64378 w 107996"/>
                <a:gd name="csY18" fmla="*/ 253827 h 300624"/>
                <a:gd name="csX19" fmla="*/ 64378 w 107996"/>
                <a:gd name="csY19" fmla="*/ 190696 h 300624"/>
                <a:gd name="csX20" fmla="*/ 52209 w 107996"/>
                <a:gd name="csY20" fmla="*/ 162136 h 300624"/>
                <a:gd name="csX21" fmla="*/ 28481 w 107996"/>
                <a:gd name="csY21" fmla="*/ 150412 h 300624"/>
                <a:gd name="csX22" fmla="*/ 64378 w 107996"/>
                <a:gd name="csY22" fmla="*/ 112233 h 300624"/>
                <a:gd name="csX23" fmla="*/ 64378 w 107996"/>
                <a:gd name="csY23" fmla="*/ 40083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07996" h="300624">
                  <a:moveTo>
                    <a:pt x="64378" y="40083"/>
                  </a:moveTo>
                  <a:cubicBezTo>
                    <a:pt x="64378" y="28058"/>
                    <a:pt x="72288" y="8818"/>
                    <a:pt x="105447" y="6713"/>
                  </a:cubicBezTo>
                  <a:cubicBezTo>
                    <a:pt x="106968" y="6413"/>
                    <a:pt x="108185" y="5210"/>
                    <a:pt x="108185" y="3406"/>
                  </a:cubicBezTo>
                  <a:cubicBezTo>
                    <a:pt x="108185" y="100"/>
                    <a:pt x="105751" y="100"/>
                    <a:pt x="102405" y="100"/>
                  </a:cubicBezTo>
                  <a:cubicBezTo>
                    <a:pt x="71983" y="100"/>
                    <a:pt x="44300" y="15432"/>
                    <a:pt x="43995" y="37678"/>
                  </a:cubicBezTo>
                  <a:lnTo>
                    <a:pt x="43995" y="106220"/>
                  </a:lnTo>
                  <a:cubicBezTo>
                    <a:pt x="43995" y="117944"/>
                    <a:pt x="43995" y="127564"/>
                    <a:pt x="31827" y="137485"/>
                  </a:cubicBezTo>
                  <a:cubicBezTo>
                    <a:pt x="21179" y="146203"/>
                    <a:pt x="9619" y="146804"/>
                    <a:pt x="2926" y="147105"/>
                  </a:cubicBezTo>
                  <a:cubicBezTo>
                    <a:pt x="1405" y="147406"/>
                    <a:pt x="188" y="148608"/>
                    <a:pt x="188" y="150412"/>
                  </a:cubicBezTo>
                  <a:cubicBezTo>
                    <a:pt x="188" y="153418"/>
                    <a:pt x="2014" y="153418"/>
                    <a:pt x="5056" y="153719"/>
                  </a:cubicBezTo>
                  <a:cubicBezTo>
                    <a:pt x="25134" y="154921"/>
                    <a:pt x="39736" y="165744"/>
                    <a:pt x="43083" y="180474"/>
                  </a:cubicBezTo>
                  <a:cubicBezTo>
                    <a:pt x="43995" y="183781"/>
                    <a:pt x="43995" y="184383"/>
                    <a:pt x="43995" y="195205"/>
                  </a:cubicBezTo>
                  <a:lnTo>
                    <a:pt x="43995" y="254729"/>
                  </a:lnTo>
                  <a:cubicBezTo>
                    <a:pt x="43995" y="267355"/>
                    <a:pt x="43995" y="276975"/>
                    <a:pt x="58598" y="288399"/>
                  </a:cubicBezTo>
                  <a:cubicBezTo>
                    <a:pt x="70462" y="297417"/>
                    <a:pt x="90540" y="300724"/>
                    <a:pt x="102405" y="300724"/>
                  </a:cubicBezTo>
                  <a:cubicBezTo>
                    <a:pt x="105751" y="300724"/>
                    <a:pt x="108185" y="300724"/>
                    <a:pt x="108185" y="297417"/>
                  </a:cubicBezTo>
                  <a:cubicBezTo>
                    <a:pt x="108185" y="294411"/>
                    <a:pt x="106360" y="294411"/>
                    <a:pt x="103317" y="294111"/>
                  </a:cubicBezTo>
                  <a:cubicBezTo>
                    <a:pt x="84152" y="292908"/>
                    <a:pt x="69245" y="283288"/>
                    <a:pt x="65291" y="267956"/>
                  </a:cubicBezTo>
                  <a:cubicBezTo>
                    <a:pt x="64378" y="265251"/>
                    <a:pt x="64378" y="264649"/>
                    <a:pt x="64378" y="253827"/>
                  </a:cubicBezTo>
                  <a:lnTo>
                    <a:pt x="64378" y="190696"/>
                  </a:lnTo>
                  <a:cubicBezTo>
                    <a:pt x="64378" y="176867"/>
                    <a:pt x="61944" y="171756"/>
                    <a:pt x="52209" y="162136"/>
                  </a:cubicBezTo>
                  <a:cubicBezTo>
                    <a:pt x="45821" y="155823"/>
                    <a:pt x="36999" y="152817"/>
                    <a:pt x="28481" y="150412"/>
                  </a:cubicBezTo>
                  <a:cubicBezTo>
                    <a:pt x="53426" y="143498"/>
                    <a:pt x="64378" y="129669"/>
                    <a:pt x="64378" y="112233"/>
                  </a:cubicBezTo>
                  <a:lnTo>
                    <a:pt x="64378" y="40083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EC6E1633-927A-F69D-A56A-DE213ED7DE00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2670628" y="3987140"/>
              <a:ext cx="245197" cy="209535"/>
            </a:xfrm>
            <a:custGeom>
              <a:avLst/>
              <a:gdLst>
                <a:gd name="csX0" fmla="*/ 212536 w 245197"/>
                <a:gd name="csY0" fmla="*/ 22947 h 209535"/>
                <a:gd name="csX1" fmla="*/ 221358 w 245197"/>
                <a:gd name="csY1" fmla="*/ 15131 h 209535"/>
                <a:gd name="csX2" fmla="*/ 237786 w 245197"/>
                <a:gd name="csY2" fmla="*/ 14229 h 209535"/>
                <a:gd name="csX3" fmla="*/ 245391 w 245197"/>
                <a:gd name="csY3" fmla="*/ 14229 h 209535"/>
                <a:gd name="csX4" fmla="*/ 245391 w 245197"/>
                <a:gd name="csY4" fmla="*/ 100 h 209535"/>
                <a:gd name="csX5" fmla="*/ 204626 w 245197"/>
                <a:gd name="csY5" fmla="*/ 1002 h 209535"/>
                <a:gd name="csX6" fmla="*/ 163557 w 245197"/>
                <a:gd name="csY6" fmla="*/ 100 h 209535"/>
                <a:gd name="csX7" fmla="*/ 163557 w 245197"/>
                <a:gd name="csY7" fmla="*/ 14229 h 209535"/>
                <a:gd name="csX8" fmla="*/ 171163 w 245197"/>
                <a:gd name="csY8" fmla="*/ 14229 h 209535"/>
                <a:gd name="csX9" fmla="*/ 187286 w 245197"/>
                <a:gd name="csY9" fmla="*/ 15131 h 209535"/>
                <a:gd name="csX10" fmla="*/ 196412 w 245197"/>
                <a:gd name="csY10" fmla="*/ 22947 h 209535"/>
                <a:gd name="csX11" fmla="*/ 196412 w 245197"/>
                <a:gd name="csY11" fmla="*/ 136283 h 209535"/>
                <a:gd name="csX12" fmla="*/ 130093 w 245197"/>
                <a:gd name="csY12" fmla="*/ 195506 h 209535"/>
                <a:gd name="csX13" fmla="*/ 76247 w 245197"/>
                <a:gd name="csY13" fmla="*/ 139289 h 209535"/>
                <a:gd name="csX14" fmla="*/ 76247 w 245197"/>
                <a:gd name="csY14" fmla="*/ 14229 h 209535"/>
                <a:gd name="csX15" fmla="*/ 109103 w 245197"/>
                <a:gd name="csY15" fmla="*/ 14229 h 209535"/>
                <a:gd name="csX16" fmla="*/ 109103 w 245197"/>
                <a:gd name="csY16" fmla="*/ 100 h 209535"/>
                <a:gd name="csX17" fmla="*/ 54648 w 245197"/>
                <a:gd name="csY17" fmla="*/ 1002 h 209535"/>
                <a:gd name="csX18" fmla="*/ 193 w 245197"/>
                <a:gd name="csY18" fmla="*/ 100 h 209535"/>
                <a:gd name="csX19" fmla="*/ 193 w 245197"/>
                <a:gd name="csY19" fmla="*/ 14229 h 209535"/>
                <a:gd name="csX20" fmla="*/ 33049 w 245197"/>
                <a:gd name="csY20" fmla="*/ 14229 h 209535"/>
                <a:gd name="csX21" fmla="*/ 33049 w 245197"/>
                <a:gd name="csY21" fmla="*/ 136884 h 209535"/>
                <a:gd name="csX22" fmla="*/ 128877 w 245197"/>
                <a:gd name="csY22" fmla="*/ 209635 h 209535"/>
                <a:gd name="csX23" fmla="*/ 212536 w 245197"/>
                <a:gd name="csY23" fmla="*/ 137485 h 209535"/>
                <a:gd name="csX24" fmla="*/ 212536 w 245197"/>
                <a:gd name="csY24" fmla="*/ 22947 h 209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45197" h="209535">
                  <a:moveTo>
                    <a:pt x="212536" y="22947"/>
                  </a:moveTo>
                  <a:cubicBezTo>
                    <a:pt x="212536" y="16333"/>
                    <a:pt x="212840" y="16033"/>
                    <a:pt x="221358" y="15131"/>
                  </a:cubicBezTo>
                  <a:cubicBezTo>
                    <a:pt x="228659" y="14229"/>
                    <a:pt x="229268" y="14229"/>
                    <a:pt x="237786" y="14229"/>
                  </a:cubicBezTo>
                  <a:lnTo>
                    <a:pt x="245391" y="14229"/>
                  </a:lnTo>
                  <a:lnTo>
                    <a:pt x="245391" y="100"/>
                  </a:lnTo>
                  <a:cubicBezTo>
                    <a:pt x="233831" y="1002"/>
                    <a:pt x="216491" y="1002"/>
                    <a:pt x="204626" y="1002"/>
                  </a:cubicBezTo>
                  <a:cubicBezTo>
                    <a:pt x="191849" y="1002"/>
                    <a:pt x="176030" y="1002"/>
                    <a:pt x="163557" y="100"/>
                  </a:cubicBezTo>
                  <a:lnTo>
                    <a:pt x="163557" y="14229"/>
                  </a:lnTo>
                  <a:lnTo>
                    <a:pt x="171163" y="14229"/>
                  </a:lnTo>
                  <a:cubicBezTo>
                    <a:pt x="176638" y="14229"/>
                    <a:pt x="181810" y="14530"/>
                    <a:pt x="187286" y="15131"/>
                  </a:cubicBezTo>
                  <a:cubicBezTo>
                    <a:pt x="196108" y="16033"/>
                    <a:pt x="196412" y="16333"/>
                    <a:pt x="196412" y="22947"/>
                  </a:cubicBezTo>
                  <a:lnTo>
                    <a:pt x="196412" y="136283"/>
                  </a:lnTo>
                  <a:cubicBezTo>
                    <a:pt x="196412" y="180775"/>
                    <a:pt x="163253" y="195506"/>
                    <a:pt x="130093" y="195506"/>
                  </a:cubicBezTo>
                  <a:cubicBezTo>
                    <a:pt x="76856" y="195506"/>
                    <a:pt x="76247" y="156124"/>
                    <a:pt x="76247" y="139289"/>
                  </a:cubicBezTo>
                  <a:lnTo>
                    <a:pt x="76247" y="14229"/>
                  </a:lnTo>
                  <a:lnTo>
                    <a:pt x="109103" y="14229"/>
                  </a:lnTo>
                  <a:lnTo>
                    <a:pt x="109103" y="100"/>
                  </a:lnTo>
                  <a:cubicBezTo>
                    <a:pt x="97542" y="1002"/>
                    <a:pt x="67729" y="1002"/>
                    <a:pt x="54648" y="1002"/>
                  </a:cubicBezTo>
                  <a:cubicBezTo>
                    <a:pt x="41567" y="1002"/>
                    <a:pt x="11754" y="1002"/>
                    <a:pt x="193" y="100"/>
                  </a:cubicBezTo>
                  <a:lnTo>
                    <a:pt x="193" y="14229"/>
                  </a:lnTo>
                  <a:lnTo>
                    <a:pt x="33049" y="14229"/>
                  </a:lnTo>
                  <a:lnTo>
                    <a:pt x="33049" y="136884"/>
                  </a:lnTo>
                  <a:cubicBezTo>
                    <a:pt x="33049" y="176867"/>
                    <a:pt x="65904" y="209635"/>
                    <a:pt x="128877" y="209635"/>
                  </a:cubicBezTo>
                  <a:cubicBezTo>
                    <a:pt x="186677" y="209635"/>
                    <a:pt x="212536" y="174462"/>
                    <a:pt x="212536" y="137485"/>
                  </a:cubicBezTo>
                  <a:lnTo>
                    <a:pt x="212536" y="22947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9571A2DF-8B98-EA93-EE6C-0C370755F6A8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2954071" y="4161502"/>
              <a:ext cx="35593" cy="89886"/>
            </a:xfrm>
            <a:custGeom>
              <a:avLst/>
              <a:gdLst>
                <a:gd name="csX0" fmla="*/ 35795 w 35593"/>
                <a:gd name="csY0" fmla="*/ 31665 h 89886"/>
                <a:gd name="csX1" fmla="*/ 16326 w 35593"/>
                <a:gd name="csY1" fmla="*/ 100 h 89886"/>
                <a:gd name="csX2" fmla="*/ 202 w 35593"/>
                <a:gd name="csY2" fmla="*/ 16033 h 89886"/>
                <a:gd name="csX3" fmla="*/ 16326 w 35593"/>
                <a:gd name="csY3" fmla="*/ 31966 h 89886"/>
                <a:gd name="csX4" fmla="*/ 26973 w 35593"/>
                <a:gd name="csY4" fmla="*/ 28058 h 89886"/>
                <a:gd name="csX5" fmla="*/ 28494 w 35593"/>
                <a:gd name="csY5" fmla="*/ 27156 h 89886"/>
                <a:gd name="csX6" fmla="*/ 29103 w 35593"/>
                <a:gd name="csY6" fmla="*/ 31665 h 89886"/>
                <a:gd name="csX7" fmla="*/ 8416 w 35593"/>
                <a:gd name="csY7" fmla="*/ 81870 h 89886"/>
                <a:gd name="csX8" fmla="*/ 5070 w 35593"/>
                <a:gd name="csY8" fmla="*/ 86680 h 89886"/>
                <a:gd name="csX9" fmla="*/ 8112 w 35593"/>
                <a:gd name="csY9" fmla="*/ 89986 h 89886"/>
                <a:gd name="csX10" fmla="*/ 35795 w 35593"/>
                <a:gd name="csY10" fmla="*/ 31665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93" h="89886">
                  <a:moveTo>
                    <a:pt x="35795" y="31665"/>
                  </a:moveTo>
                  <a:cubicBezTo>
                    <a:pt x="35795" y="11824"/>
                    <a:pt x="28190" y="100"/>
                    <a:pt x="16326" y="100"/>
                  </a:cubicBezTo>
                  <a:cubicBezTo>
                    <a:pt x="6287" y="100"/>
                    <a:pt x="202" y="7615"/>
                    <a:pt x="202" y="16033"/>
                  </a:cubicBezTo>
                  <a:cubicBezTo>
                    <a:pt x="202" y="24150"/>
                    <a:pt x="6287" y="31966"/>
                    <a:pt x="16326" y="31966"/>
                  </a:cubicBezTo>
                  <a:cubicBezTo>
                    <a:pt x="19976" y="31966"/>
                    <a:pt x="23931" y="30763"/>
                    <a:pt x="26973" y="28058"/>
                  </a:cubicBezTo>
                  <a:cubicBezTo>
                    <a:pt x="27886" y="27456"/>
                    <a:pt x="28190" y="27156"/>
                    <a:pt x="28494" y="27156"/>
                  </a:cubicBezTo>
                  <a:cubicBezTo>
                    <a:pt x="28799" y="27156"/>
                    <a:pt x="29103" y="27456"/>
                    <a:pt x="29103" y="31665"/>
                  </a:cubicBezTo>
                  <a:cubicBezTo>
                    <a:pt x="29103" y="53911"/>
                    <a:pt x="18455" y="71949"/>
                    <a:pt x="8416" y="81870"/>
                  </a:cubicBezTo>
                  <a:cubicBezTo>
                    <a:pt x="5070" y="85176"/>
                    <a:pt x="5070" y="85778"/>
                    <a:pt x="5070" y="86680"/>
                  </a:cubicBezTo>
                  <a:cubicBezTo>
                    <a:pt x="5070" y="88784"/>
                    <a:pt x="6591" y="89986"/>
                    <a:pt x="8112" y="89986"/>
                  </a:cubicBezTo>
                  <a:cubicBezTo>
                    <a:pt x="11458" y="89986"/>
                    <a:pt x="35795" y="66838"/>
                    <a:pt x="35795" y="31665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051F3BB8-2430-64FE-3B7F-4BEB1B8E896F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3070415" y="3987140"/>
              <a:ext cx="346805" cy="208633"/>
            </a:xfrm>
            <a:custGeom>
              <a:avLst/>
              <a:gdLst>
                <a:gd name="csX0" fmla="*/ 318112 w 346805"/>
                <a:gd name="csY0" fmla="*/ 21444 h 208633"/>
                <a:gd name="csX1" fmla="*/ 329672 w 346805"/>
                <a:gd name="csY1" fmla="*/ 14830 h 208633"/>
                <a:gd name="csX2" fmla="*/ 347012 w 346805"/>
                <a:gd name="csY2" fmla="*/ 14229 h 208633"/>
                <a:gd name="csX3" fmla="*/ 347012 w 346805"/>
                <a:gd name="csY3" fmla="*/ 100 h 208633"/>
                <a:gd name="csX4" fmla="*/ 314461 w 346805"/>
                <a:gd name="csY4" fmla="*/ 1002 h 208633"/>
                <a:gd name="csX5" fmla="*/ 273088 w 346805"/>
                <a:gd name="csY5" fmla="*/ 100 h 208633"/>
                <a:gd name="csX6" fmla="*/ 273088 w 346805"/>
                <a:gd name="csY6" fmla="*/ 14229 h 208633"/>
                <a:gd name="csX7" fmla="*/ 304118 w 346805"/>
                <a:gd name="csY7" fmla="*/ 17536 h 208633"/>
                <a:gd name="csX8" fmla="*/ 251793 w 346805"/>
                <a:gd name="csY8" fmla="*/ 151915 h 208633"/>
                <a:gd name="csX9" fmla="*/ 197947 w 346805"/>
                <a:gd name="csY9" fmla="*/ 14229 h 208633"/>
                <a:gd name="csX10" fmla="*/ 227151 w 346805"/>
                <a:gd name="csY10" fmla="*/ 14229 h 208633"/>
                <a:gd name="csX11" fmla="*/ 227151 w 346805"/>
                <a:gd name="csY11" fmla="*/ 100 h 208633"/>
                <a:gd name="csX12" fmla="*/ 173914 w 346805"/>
                <a:gd name="csY12" fmla="*/ 1002 h 208633"/>
                <a:gd name="csX13" fmla="*/ 127369 w 346805"/>
                <a:gd name="csY13" fmla="*/ 100 h 208633"/>
                <a:gd name="csX14" fmla="*/ 127369 w 346805"/>
                <a:gd name="csY14" fmla="*/ 14229 h 208633"/>
                <a:gd name="csX15" fmla="*/ 153531 w 346805"/>
                <a:gd name="csY15" fmla="*/ 14229 h 208633"/>
                <a:gd name="csX16" fmla="*/ 166004 w 346805"/>
                <a:gd name="csY16" fmla="*/ 46095 h 208633"/>
                <a:gd name="csX17" fmla="*/ 124631 w 346805"/>
                <a:gd name="csY17" fmla="*/ 151915 h 208633"/>
                <a:gd name="csX18" fmla="*/ 70785 w 346805"/>
                <a:gd name="csY18" fmla="*/ 14229 h 208633"/>
                <a:gd name="csX19" fmla="*/ 99989 w 346805"/>
                <a:gd name="csY19" fmla="*/ 14229 h 208633"/>
                <a:gd name="csX20" fmla="*/ 99989 w 346805"/>
                <a:gd name="csY20" fmla="*/ 100 h 208633"/>
                <a:gd name="csX21" fmla="*/ 46752 w 346805"/>
                <a:gd name="csY21" fmla="*/ 1002 h 208633"/>
                <a:gd name="csX22" fmla="*/ 207 w 346805"/>
                <a:gd name="csY22" fmla="*/ 100 h 208633"/>
                <a:gd name="csX23" fmla="*/ 207 w 346805"/>
                <a:gd name="csY23" fmla="*/ 14229 h 208633"/>
                <a:gd name="csX24" fmla="*/ 26369 w 346805"/>
                <a:gd name="csY24" fmla="*/ 14229 h 208633"/>
                <a:gd name="csX25" fmla="*/ 99381 w 346805"/>
                <a:gd name="csY25" fmla="*/ 200917 h 208633"/>
                <a:gd name="csX26" fmla="*/ 110028 w 346805"/>
                <a:gd name="csY26" fmla="*/ 208733 h 208633"/>
                <a:gd name="csX27" fmla="*/ 120676 w 346805"/>
                <a:gd name="csY27" fmla="*/ 200917 h 208633"/>
                <a:gd name="csX28" fmla="*/ 173609 w 346805"/>
                <a:gd name="csY28" fmla="*/ 65636 h 208633"/>
                <a:gd name="csX29" fmla="*/ 226543 w 346805"/>
                <a:gd name="csY29" fmla="*/ 200917 h 208633"/>
                <a:gd name="csX30" fmla="*/ 237190 w 346805"/>
                <a:gd name="csY30" fmla="*/ 208733 h 208633"/>
                <a:gd name="csX31" fmla="*/ 247838 w 346805"/>
                <a:gd name="csY31" fmla="*/ 200917 h 208633"/>
                <a:gd name="csX32" fmla="*/ 318112 w 346805"/>
                <a:gd name="csY32" fmla="*/ 21444 h 2086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346805" h="208633">
                  <a:moveTo>
                    <a:pt x="318112" y="21444"/>
                  </a:moveTo>
                  <a:cubicBezTo>
                    <a:pt x="319937" y="16333"/>
                    <a:pt x="320241" y="15732"/>
                    <a:pt x="329672" y="14830"/>
                  </a:cubicBezTo>
                  <a:cubicBezTo>
                    <a:pt x="335756" y="14229"/>
                    <a:pt x="342145" y="14229"/>
                    <a:pt x="347012" y="14229"/>
                  </a:cubicBezTo>
                  <a:lnTo>
                    <a:pt x="347012" y="100"/>
                  </a:lnTo>
                  <a:cubicBezTo>
                    <a:pt x="338798" y="400"/>
                    <a:pt x="328151" y="1002"/>
                    <a:pt x="314461" y="1002"/>
                  </a:cubicBezTo>
                  <a:cubicBezTo>
                    <a:pt x="302901" y="1002"/>
                    <a:pt x="284040" y="1002"/>
                    <a:pt x="273088" y="100"/>
                  </a:cubicBezTo>
                  <a:lnTo>
                    <a:pt x="273088" y="14229"/>
                  </a:lnTo>
                  <a:cubicBezTo>
                    <a:pt x="280693" y="14229"/>
                    <a:pt x="295296" y="14229"/>
                    <a:pt x="304118" y="17536"/>
                  </a:cubicBezTo>
                  <a:lnTo>
                    <a:pt x="251793" y="151915"/>
                  </a:lnTo>
                  <a:lnTo>
                    <a:pt x="197947" y="14229"/>
                  </a:lnTo>
                  <a:lnTo>
                    <a:pt x="227151" y="14229"/>
                  </a:lnTo>
                  <a:lnTo>
                    <a:pt x="227151" y="100"/>
                  </a:lnTo>
                  <a:cubicBezTo>
                    <a:pt x="215591" y="1002"/>
                    <a:pt x="186995" y="1002"/>
                    <a:pt x="173914" y="1002"/>
                  </a:cubicBezTo>
                  <a:cubicBezTo>
                    <a:pt x="162049" y="1002"/>
                    <a:pt x="138016" y="1002"/>
                    <a:pt x="127369" y="100"/>
                  </a:cubicBezTo>
                  <a:lnTo>
                    <a:pt x="127369" y="14229"/>
                  </a:lnTo>
                  <a:lnTo>
                    <a:pt x="153531" y="14229"/>
                  </a:lnTo>
                  <a:lnTo>
                    <a:pt x="166004" y="46095"/>
                  </a:lnTo>
                  <a:lnTo>
                    <a:pt x="124631" y="151915"/>
                  </a:lnTo>
                  <a:lnTo>
                    <a:pt x="70785" y="14229"/>
                  </a:lnTo>
                  <a:lnTo>
                    <a:pt x="99989" y="14229"/>
                  </a:lnTo>
                  <a:lnTo>
                    <a:pt x="99989" y="100"/>
                  </a:lnTo>
                  <a:cubicBezTo>
                    <a:pt x="88429" y="1002"/>
                    <a:pt x="59833" y="1002"/>
                    <a:pt x="46752" y="1002"/>
                  </a:cubicBezTo>
                  <a:cubicBezTo>
                    <a:pt x="34887" y="1002"/>
                    <a:pt x="10854" y="1002"/>
                    <a:pt x="207" y="100"/>
                  </a:cubicBezTo>
                  <a:lnTo>
                    <a:pt x="207" y="14229"/>
                  </a:lnTo>
                  <a:lnTo>
                    <a:pt x="26369" y="14229"/>
                  </a:lnTo>
                  <a:lnTo>
                    <a:pt x="99381" y="200917"/>
                  </a:lnTo>
                  <a:cubicBezTo>
                    <a:pt x="101206" y="205727"/>
                    <a:pt x="102423" y="208733"/>
                    <a:pt x="110028" y="208733"/>
                  </a:cubicBezTo>
                  <a:cubicBezTo>
                    <a:pt x="117634" y="208733"/>
                    <a:pt x="118851" y="205727"/>
                    <a:pt x="120676" y="200917"/>
                  </a:cubicBezTo>
                  <a:lnTo>
                    <a:pt x="173609" y="65636"/>
                  </a:lnTo>
                  <a:lnTo>
                    <a:pt x="226543" y="200917"/>
                  </a:lnTo>
                  <a:cubicBezTo>
                    <a:pt x="228368" y="205727"/>
                    <a:pt x="229585" y="208733"/>
                    <a:pt x="237190" y="208733"/>
                  </a:cubicBezTo>
                  <a:cubicBezTo>
                    <a:pt x="244796" y="208733"/>
                    <a:pt x="246013" y="205727"/>
                    <a:pt x="247838" y="200917"/>
                  </a:cubicBezTo>
                  <a:lnTo>
                    <a:pt x="318112" y="21444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9B913881-9A5D-F9D1-CD1A-5E7C4C471503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3435012" y="4145658"/>
              <a:ext cx="113928" cy="94907"/>
            </a:xfrm>
            <a:custGeom>
              <a:avLst/>
              <a:gdLst>
                <a:gd name="csX0" fmla="*/ 43022 w 113928"/>
                <a:gd name="csY0" fmla="*/ 70598 h 94907"/>
                <a:gd name="csX1" fmla="*/ 23004 w 113928"/>
                <a:gd name="csY1" fmla="*/ 89116 h 94907"/>
                <a:gd name="csX2" fmla="*/ 11505 w 113928"/>
                <a:gd name="csY2" fmla="*/ 86170 h 94907"/>
                <a:gd name="csX3" fmla="*/ 20875 w 113928"/>
                <a:gd name="csY3" fmla="*/ 74596 h 94907"/>
                <a:gd name="csX4" fmla="*/ 12357 w 113928"/>
                <a:gd name="csY4" fmla="*/ 66810 h 94907"/>
                <a:gd name="csX5" fmla="*/ 219 w 113928"/>
                <a:gd name="csY5" fmla="*/ 79646 h 94907"/>
                <a:gd name="csX6" fmla="*/ 22578 w 113928"/>
                <a:gd name="csY6" fmla="*/ 95008 h 94907"/>
                <a:gd name="csX7" fmla="*/ 46429 w 113928"/>
                <a:gd name="csY7" fmla="*/ 80067 h 94907"/>
                <a:gd name="csX8" fmla="*/ 71770 w 113928"/>
                <a:gd name="csY8" fmla="*/ 95008 h 94907"/>
                <a:gd name="csX9" fmla="*/ 109249 w 113928"/>
                <a:gd name="csY9" fmla="*/ 62811 h 94907"/>
                <a:gd name="csX10" fmla="*/ 105842 w 113928"/>
                <a:gd name="csY10" fmla="*/ 60076 h 94907"/>
                <a:gd name="csX11" fmla="*/ 101796 w 113928"/>
                <a:gd name="csY11" fmla="*/ 63653 h 94907"/>
                <a:gd name="csX12" fmla="*/ 72622 w 113928"/>
                <a:gd name="csY12" fmla="*/ 89116 h 94907"/>
                <a:gd name="csX13" fmla="*/ 59632 w 113928"/>
                <a:gd name="csY13" fmla="*/ 75438 h 94907"/>
                <a:gd name="csX14" fmla="*/ 70705 w 113928"/>
                <a:gd name="csY14" fmla="*/ 27458 h 94907"/>
                <a:gd name="csX15" fmla="*/ 91574 w 113928"/>
                <a:gd name="csY15" fmla="*/ 5993 h 94907"/>
                <a:gd name="csX16" fmla="*/ 103074 w 113928"/>
                <a:gd name="csY16" fmla="*/ 8939 h 94907"/>
                <a:gd name="csX17" fmla="*/ 93704 w 113928"/>
                <a:gd name="csY17" fmla="*/ 20514 h 94907"/>
                <a:gd name="csX18" fmla="*/ 102222 w 113928"/>
                <a:gd name="csY18" fmla="*/ 28300 h 94907"/>
                <a:gd name="csX19" fmla="*/ 114147 w 113928"/>
                <a:gd name="csY19" fmla="*/ 15463 h 94907"/>
                <a:gd name="csX20" fmla="*/ 92000 w 113928"/>
                <a:gd name="csY20" fmla="*/ 101 h 94907"/>
                <a:gd name="csX21" fmla="*/ 68150 w 113928"/>
                <a:gd name="csY21" fmla="*/ 15042 h 94907"/>
                <a:gd name="csX22" fmla="*/ 42596 w 113928"/>
                <a:gd name="csY22" fmla="*/ 101 h 94907"/>
                <a:gd name="csX23" fmla="*/ 5116 w 113928"/>
                <a:gd name="csY23" fmla="*/ 32298 h 94907"/>
                <a:gd name="csX24" fmla="*/ 8737 w 113928"/>
                <a:gd name="csY24" fmla="*/ 35034 h 94907"/>
                <a:gd name="csX25" fmla="*/ 12783 w 113928"/>
                <a:gd name="csY25" fmla="*/ 31456 h 94907"/>
                <a:gd name="csX26" fmla="*/ 41957 w 113928"/>
                <a:gd name="csY26" fmla="*/ 5993 h 94907"/>
                <a:gd name="csX27" fmla="*/ 54734 w 113928"/>
                <a:gd name="csY27" fmla="*/ 19882 h 94907"/>
                <a:gd name="csX28" fmla="*/ 50262 w 113928"/>
                <a:gd name="csY28" fmla="*/ 41768 h 94907"/>
                <a:gd name="csX29" fmla="*/ 43022 w 113928"/>
                <a:gd name="csY29" fmla="*/ 70598 h 94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13928" h="94907">
                  <a:moveTo>
                    <a:pt x="43022" y="70598"/>
                  </a:moveTo>
                  <a:cubicBezTo>
                    <a:pt x="40892" y="77752"/>
                    <a:pt x="33865" y="89116"/>
                    <a:pt x="23004" y="89116"/>
                  </a:cubicBezTo>
                  <a:cubicBezTo>
                    <a:pt x="22365" y="89116"/>
                    <a:pt x="15977" y="89116"/>
                    <a:pt x="11505" y="86170"/>
                  </a:cubicBezTo>
                  <a:cubicBezTo>
                    <a:pt x="20236" y="83434"/>
                    <a:pt x="20875" y="75859"/>
                    <a:pt x="20875" y="74596"/>
                  </a:cubicBezTo>
                  <a:cubicBezTo>
                    <a:pt x="20875" y="69966"/>
                    <a:pt x="17255" y="66810"/>
                    <a:pt x="12357" y="66810"/>
                  </a:cubicBezTo>
                  <a:cubicBezTo>
                    <a:pt x="6394" y="66810"/>
                    <a:pt x="219" y="71860"/>
                    <a:pt x="219" y="79646"/>
                  </a:cubicBezTo>
                  <a:cubicBezTo>
                    <a:pt x="219" y="90168"/>
                    <a:pt x="12144" y="95008"/>
                    <a:pt x="22578" y="95008"/>
                  </a:cubicBezTo>
                  <a:cubicBezTo>
                    <a:pt x="32374" y="95008"/>
                    <a:pt x="41105" y="88906"/>
                    <a:pt x="46429" y="80067"/>
                  </a:cubicBezTo>
                  <a:cubicBezTo>
                    <a:pt x="51540" y="91220"/>
                    <a:pt x="63252" y="95008"/>
                    <a:pt x="71770" y="95008"/>
                  </a:cubicBezTo>
                  <a:cubicBezTo>
                    <a:pt x="96259" y="95008"/>
                    <a:pt x="109249" y="68704"/>
                    <a:pt x="109249" y="62811"/>
                  </a:cubicBezTo>
                  <a:cubicBezTo>
                    <a:pt x="109249" y="60076"/>
                    <a:pt x="106481" y="60076"/>
                    <a:pt x="105842" y="60076"/>
                  </a:cubicBezTo>
                  <a:cubicBezTo>
                    <a:pt x="102861" y="60076"/>
                    <a:pt x="102648" y="61128"/>
                    <a:pt x="101796" y="63653"/>
                  </a:cubicBezTo>
                  <a:cubicBezTo>
                    <a:pt x="97324" y="78173"/>
                    <a:pt x="84547" y="89116"/>
                    <a:pt x="72622" y="89116"/>
                  </a:cubicBezTo>
                  <a:cubicBezTo>
                    <a:pt x="64104" y="89116"/>
                    <a:pt x="59632" y="83434"/>
                    <a:pt x="59632" y="75438"/>
                  </a:cubicBezTo>
                  <a:cubicBezTo>
                    <a:pt x="59632" y="69966"/>
                    <a:pt x="64743" y="50816"/>
                    <a:pt x="70705" y="27458"/>
                  </a:cubicBezTo>
                  <a:cubicBezTo>
                    <a:pt x="74964" y="11254"/>
                    <a:pt x="84547" y="5993"/>
                    <a:pt x="91574" y="5993"/>
                  </a:cubicBezTo>
                  <a:cubicBezTo>
                    <a:pt x="92000" y="5993"/>
                    <a:pt x="98602" y="5993"/>
                    <a:pt x="103074" y="8939"/>
                  </a:cubicBezTo>
                  <a:cubicBezTo>
                    <a:pt x="96259" y="10833"/>
                    <a:pt x="93704" y="16726"/>
                    <a:pt x="93704" y="20514"/>
                  </a:cubicBezTo>
                  <a:cubicBezTo>
                    <a:pt x="93704" y="25143"/>
                    <a:pt x="97324" y="28300"/>
                    <a:pt x="102222" y="28300"/>
                  </a:cubicBezTo>
                  <a:cubicBezTo>
                    <a:pt x="107120" y="28300"/>
                    <a:pt x="114147" y="24301"/>
                    <a:pt x="114147" y="15463"/>
                  </a:cubicBezTo>
                  <a:cubicBezTo>
                    <a:pt x="114147" y="3679"/>
                    <a:pt x="100518" y="101"/>
                    <a:pt x="92000" y="101"/>
                  </a:cubicBezTo>
                  <a:cubicBezTo>
                    <a:pt x="81353" y="101"/>
                    <a:pt x="72835" y="7046"/>
                    <a:pt x="68150" y="15042"/>
                  </a:cubicBezTo>
                  <a:cubicBezTo>
                    <a:pt x="64317" y="6414"/>
                    <a:pt x="54521" y="101"/>
                    <a:pt x="42596" y="101"/>
                  </a:cubicBezTo>
                  <a:cubicBezTo>
                    <a:pt x="18745" y="101"/>
                    <a:pt x="5116" y="25985"/>
                    <a:pt x="5116" y="32298"/>
                  </a:cubicBezTo>
                  <a:cubicBezTo>
                    <a:pt x="5116" y="35034"/>
                    <a:pt x="8098" y="35034"/>
                    <a:pt x="8737" y="35034"/>
                  </a:cubicBezTo>
                  <a:cubicBezTo>
                    <a:pt x="11505" y="35034"/>
                    <a:pt x="11718" y="34192"/>
                    <a:pt x="12783" y="31456"/>
                  </a:cubicBezTo>
                  <a:cubicBezTo>
                    <a:pt x="18106" y="15042"/>
                    <a:pt x="31522" y="5993"/>
                    <a:pt x="41957" y="5993"/>
                  </a:cubicBezTo>
                  <a:cubicBezTo>
                    <a:pt x="48984" y="5993"/>
                    <a:pt x="54734" y="9781"/>
                    <a:pt x="54734" y="19882"/>
                  </a:cubicBezTo>
                  <a:cubicBezTo>
                    <a:pt x="54734" y="24091"/>
                    <a:pt x="52179" y="34613"/>
                    <a:pt x="50262" y="41768"/>
                  </a:cubicBezTo>
                  <a:lnTo>
                    <a:pt x="43022" y="70598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9BE24613-F4E1-9BB8-2554-9E637ADDF502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3578716" y="4092418"/>
              <a:ext cx="116058" cy="148147"/>
            </a:xfrm>
            <a:custGeom>
              <a:avLst/>
              <a:gdLst>
                <a:gd name="csX0" fmla="*/ 50905 w 116058"/>
                <a:gd name="csY0" fmla="*/ 6414 h 148147"/>
                <a:gd name="csX1" fmla="*/ 51757 w 116058"/>
                <a:gd name="csY1" fmla="*/ 3047 h 148147"/>
                <a:gd name="csX2" fmla="*/ 48350 w 116058"/>
                <a:gd name="csY2" fmla="*/ 101 h 148147"/>
                <a:gd name="csX3" fmla="*/ 21092 w 116058"/>
                <a:gd name="csY3" fmla="*/ 2206 h 148147"/>
                <a:gd name="csX4" fmla="*/ 16407 w 116058"/>
                <a:gd name="csY4" fmla="*/ 7046 h 148147"/>
                <a:gd name="csX5" fmla="*/ 21944 w 116058"/>
                <a:gd name="csY5" fmla="*/ 9992 h 148147"/>
                <a:gd name="csX6" fmla="*/ 32166 w 116058"/>
                <a:gd name="csY6" fmla="*/ 13148 h 148147"/>
                <a:gd name="csX7" fmla="*/ 31314 w 116058"/>
                <a:gd name="csY7" fmla="*/ 17778 h 148147"/>
                <a:gd name="csX8" fmla="*/ 1288 w 116058"/>
                <a:gd name="csY8" fmla="*/ 136885 h 148147"/>
                <a:gd name="csX9" fmla="*/ 223 w 116058"/>
                <a:gd name="csY9" fmla="*/ 141515 h 148147"/>
                <a:gd name="csX10" fmla="*/ 7463 w 116058"/>
                <a:gd name="csY10" fmla="*/ 148249 h 148147"/>
                <a:gd name="csX11" fmla="*/ 16194 w 116058"/>
                <a:gd name="csY11" fmla="*/ 142778 h 148147"/>
                <a:gd name="csX12" fmla="*/ 19815 w 116058"/>
                <a:gd name="csY12" fmla="*/ 129520 h 148147"/>
                <a:gd name="csX13" fmla="*/ 24712 w 116058"/>
                <a:gd name="csY13" fmla="*/ 110791 h 148147"/>
                <a:gd name="csX14" fmla="*/ 28120 w 116058"/>
                <a:gd name="csY14" fmla="*/ 96481 h 148147"/>
                <a:gd name="csX15" fmla="*/ 34508 w 116058"/>
                <a:gd name="csY15" fmla="*/ 81540 h 148147"/>
                <a:gd name="csX16" fmla="*/ 68580 w 116058"/>
                <a:gd name="csY16" fmla="*/ 59234 h 148147"/>
                <a:gd name="csX17" fmla="*/ 81144 w 116058"/>
                <a:gd name="csY17" fmla="*/ 73965 h 148147"/>
                <a:gd name="csX18" fmla="*/ 68580 w 116058"/>
                <a:gd name="csY18" fmla="*/ 118788 h 148147"/>
                <a:gd name="csX19" fmla="*/ 65386 w 116058"/>
                <a:gd name="csY19" fmla="*/ 130151 h 148147"/>
                <a:gd name="csX20" fmla="*/ 85616 w 116058"/>
                <a:gd name="csY20" fmla="*/ 148249 h 148147"/>
                <a:gd name="csX21" fmla="*/ 116281 w 116058"/>
                <a:gd name="csY21" fmla="*/ 116052 h 148147"/>
                <a:gd name="csX22" fmla="*/ 112874 w 116058"/>
                <a:gd name="csY22" fmla="*/ 113316 h 148147"/>
                <a:gd name="csX23" fmla="*/ 108828 w 116058"/>
                <a:gd name="csY23" fmla="*/ 116894 h 148147"/>
                <a:gd name="csX24" fmla="*/ 86255 w 116058"/>
                <a:gd name="csY24" fmla="*/ 142357 h 148147"/>
                <a:gd name="csX25" fmla="*/ 80931 w 116058"/>
                <a:gd name="csY25" fmla="*/ 134991 h 148147"/>
                <a:gd name="csX26" fmla="*/ 85829 w 116058"/>
                <a:gd name="csY26" fmla="*/ 117946 h 148147"/>
                <a:gd name="csX27" fmla="*/ 97116 w 116058"/>
                <a:gd name="csY27" fmla="*/ 77332 h 148147"/>
                <a:gd name="csX28" fmla="*/ 89236 w 116058"/>
                <a:gd name="csY28" fmla="*/ 59024 h 148147"/>
                <a:gd name="csX29" fmla="*/ 69432 w 116058"/>
                <a:gd name="csY29" fmla="*/ 53342 h 148147"/>
                <a:gd name="csX30" fmla="*/ 34721 w 116058"/>
                <a:gd name="csY30" fmla="*/ 70808 h 148147"/>
                <a:gd name="csX31" fmla="*/ 50905 w 116058"/>
                <a:gd name="csY31" fmla="*/ 6414 h 148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16058" h="148147">
                  <a:moveTo>
                    <a:pt x="50905" y="6414"/>
                  </a:moveTo>
                  <a:cubicBezTo>
                    <a:pt x="51118" y="5993"/>
                    <a:pt x="51757" y="3258"/>
                    <a:pt x="51757" y="3047"/>
                  </a:cubicBezTo>
                  <a:cubicBezTo>
                    <a:pt x="51757" y="1995"/>
                    <a:pt x="50905" y="101"/>
                    <a:pt x="48350" y="101"/>
                  </a:cubicBezTo>
                  <a:cubicBezTo>
                    <a:pt x="44091" y="101"/>
                    <a:pt x="26416" y="1785"/>
                    <a:pt x="21092" y="2206"/>
                  </a:cubicBezTo>
                  <a:cubicBezTo>
                    <a:pt x="19389" y="2416"/>
                    <a:pt x="16407" y="2626"/>
                    <a:pt x="16407" y="7046"/>
                  </a:cubicBezTo>
                  <a:cubicBezTo>
                    <a:pt x="16407" y="9992"/>
                    <a:pt x="19389" y="9992"/>
                    <a:pt x="21944" y="9992"/>
                  </a:cubicBezTo>
                  <a:cubicBezTo>
                    <a:pt x="32166" y="9992"/>
                    <a:pt x="32166" y="11465"/>
                    <a:pt x="32166" y="13148"/>
                  </a:cubicBezTo>
                  <a:cubicBezTo>
                    <a:pt x="32166" y="14621"/>
                    <a:pt x="31740" y="15884"/>
                    <a:pt x="31314" y="17778"/>
                  </a:cubicBezTo>
                  <a:lnTo>
                    <a:pt x="1288" y="136885"/>
                  </a:lnTo>
                  <a:cubicBezTo>
                    <a:pt x="223" y="140673"/>
                    <a:pt x="223" y="141094"/>
                    <a:pt x="223" y="141515"/>
                  </a:cubicBezTo>
                  <a:cubicBezTo>
                    <a:pt x="223" y="144672"/>
                    <a:pt x="2778" y="148249"/>
                    <a:pt x="7463" y="148249"/>
                  </a:cubicBezTo>
                  <a:cubicBezTo>
                    <a:pt x="9806" y="148249"/>
                    <a:pt x="13852" y="147197"/>
                    <a:pt x="16194" y="142778"/>
                  </a:cubicBezTo>
                  <a:cubicBezTo>
                    <a:pt x="16833" y="141515"/>
                    <a:pt x="18750" y="133939"/>
                    <a:pt x="19815" y="129520"/>
                  </a:cubicBezTo>
                  <a:lnTo>
                    <a:pt x="24712" y="110791"/>
                  </a:lnTo>
                  <a:cubicBezTo>
                    <a:pt x="25351" y="107635"/>
                    <a:pt x="27481" y="99638"/>
                    <a:pt x="28120" y="96481"/>
                  </a:cubicBezTo>
                  <a:cubicBezTo>
                    <a:pt x="30249" y="88485"/>
                    <a:pt x="30249" y="88274"/>
                    <a:pt x="34508" y="81540"/>
                  </a:cubicBezTo>
                  <a:cubicBezTo>
                    <a:pt x="41323" y="71229"/>
                    <a:pt x="51970" y="59234"/>
                    <a:pt x="68580" y="59234"/>
                  </a:cubicBezTo>
                  <a:cubicBezTo>
                    <a:pt x="80505" y="59234"/>
                    <a:pt x="81144" y="68914"/>
                    <a:pt x="81144" y="73965"/>
                  </a:cubicBezTo>
                  <a:cubicBezTo>
                    <a:pt x="81144" y="86591"/>
                    <a:pt x="71987" y="109949"/>
                    <a:pt x="68580" y="118788"/>
                  </a:cubicBezTo>
                  <a:cubicBezTo>
                    <a:pt x="66238" y="124680"/>
                    <a:pt x="65386" y="126574"/>
                    <a:pt x="65386" y="130151"/>
                  </a:cubicBezTo>
                  <a:cubicBezTo>
                    <a:pt x="65386" y="141305"/>
                    <a:pt x="74756" y="148249"/>
                    <a:pt x="85616" y="148249"/>
                  </a:cubicBezTo>
                  <a:cubicBezTo>
                    <a:pt x="106911" y="148249"/>
                    <a:pt x="116281" y="119209"/>
                    <a:pt x="116281" y="116052"/>
                  </a:cubicBezTo>
                  <a:cubicBezTo>
                    <a:pt x="116281" y="113316"/>
                    <a:pt x="113513" y="113316"/>
                    <a:pt x="112874" y="113316"/>
                  </a:cubicBezTo>
                  <a:cubicBezTo>
                    <a:pt x="109893" y="113316"/>
                    <a:pt x="109680" y="114579"/>
                    <a:pt x="108828" y="116894"/>
                  </a:cubicBezTo>
                  <a:cubicBezTo>
                    <a:pt x="103930" y="133729"/>
                    <a:pt x="94560" y="142357"/>
                    <a:pt x="86255" y="142357"/>
                  </a:cubicBezTo>
                  <a:cubicBezTo>
                    <a:pt x="81783" y="142357"/>
                    <a:pt x="80931" y="139411"/>
                    <a:pt x="80931" y="134991"/>
                  </a:cubicBezTo>
                  <a:cubicBezTo>
                    <a:pt x="80931" y="130151"/>
                    <a:pt x="81996" y="127416"/>
                    <a:pt x="85829" y="117946"/>
                  </a:cubicBezTo>
                  <a:cubicBezTo>
                    <a:pt x="88385" y="111422"/>
                    <a:pt x="97116" y="89116"/>
                    <a:pt x="97116" y="77332"/>
                  </a:cubicBezTo>
                  <a:cubicBezTo>
                    <a:pt x="97116" y="73965"/>
                    <a:pt x="97116" y="65126"/>
                    <a:pt x="89236" y="59024"/>
                  </a:cubicBezTo>
                  <a:cubicBezTo>
                    <a:pt x="85616" y="56288"/>
                    <a:pt x="79441" y="53342"/>
                    <a:pt x="69432" y="53342"/>
                  </a:cubicBezTo>
                  <a:cubicBezTo>
                    <a:pt x="53887" y="53342"/>
                    <a:pt x="42600" y="61759"/>
                    <a:pt x="34721" y="70808"/>
                  </a:cubicBezTo>
                  <a:lnTo>
                    <a:pt x="50905" y="6414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2DD2AFE5-7CAD-A812-9B7B-94990EE8DB81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3746543" y="4161502"/>
              <a:ext cx="35593" cy="89886"/>
            </a:xfrm>
            <a:custGeom>
              <a:avLst/>
              <a:gdLst>
                <a:gd name="csX0" fmla="*/ 35821 w 35593"/>
                <a:gd name="csY0" fmla="*/ 31665 h 89886"/>
                <a:gd name="csX1" fmla="*/ 16352 w 35593"/>
                <a:gd name="csY1" fmla="*/ 100 h 89886"/>
                <a:gd name="csX2" fmla="*/ 228 w 35593"/>
                <a:gd name="csY2" fmla="*/ 16033 h 89886"/>
                <a:gd name="csX3" fmla="*/ 16352 w 35593"/>
                <a:gd name="csY3" fmla="*/ 31966 h 89886"/>
                <a:gd name="csX4" fmla="*/ 26999 w 35593"/>
                <a:gd name="csY4" fmla="*/ 28058 h 89886"/>
                <a:gd name="csX5" fmla="*/ 28520 w 35593"/>
                <a:gd name="csY5" fmla="*/ 27156 h 89886"/>
                <a:gd name="csX6" fmla="*/ 29129 w 35593"/>
                <a:gd name="csY6" fmla="*/ 31665 h 89886"/>
                <a:gd name="csX7" fmla="*/ 8442 w 35593"/>
                <a:gd name="csY7" fmla="*/ 81870 h 89886"/>
                <a:gd name="csX8" fmla="*/ 5096 w 35593"/>
                <a:gd name="csY8" fmla="*/ 86680 h 89886"/>
                <a:gd name="csX9" fmla="*/ 8138 w 35593"/>
                <a:gd name="csY9" fmla="*/ 89986 h 89886"/>
                <a:gd name="csX10" fmla="*/ 35821 w 35593"/>
                <a:gd name="csY10" fmla="*/ 31665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93" h="89886">
                  <a:moveTo>
                    <a:pt x="35821" y="31665"/>
                  </a:moveTo>
                  <a:cubicBezTo>
                    <a:pt x="35821" y="11824"/>
                    <a:pt x="28216" y="100"/>
                    <a:pt x="16352" y="100"/>
                  </a:cubicBezTo>
                  <a:cubicBezTo>
                    <a:pt x="6313" y="100"/>
                    <a:pt x="228" y="7615"/>
                    <a:pt x="228" y="16033"/>
                  </a:cubicBezTo>
                  <a:cubicBezTo>
                    <a:pt x="228" y="24150"/>
                    <a:pt x="6313" y="31966"/>
                    <a:pt x="16352" y="31966"/>
                  </a:cubicBezTo>
                  <a:cubicBezTo>
                    <a:pt x="20002" y="31966"/>
                    <a:pt x="23957" y="30763"/>
                    <a:pt x="26999" y="28058"/>
                  </a:cubicBezTo>
                  <a:cubicBezTo>
                    <a:pt x="27912" y="27456"/>
                    <a:pt x="28216" y="27156"/>
                    <a:pt x="28520" y="27156"/>
                  </a:cubicBezTo>
                  <a:cubicBezTo>
                    <a:pt x="28824" y="27156"/>
                    <a:pt x="29129" y="27456"/>
                    <a:pt x="29129" y="31665"/>
                  </a:cubicBezTo>
                  <a:cubicBezTo>
                    <a:pt x="29129" y="53911"/>
                    <a:pt x="18481" y="71949"/>
                    <a:pt x="8442" y="81870"/>
                  </a:cubicBezTo>
                  <a:cubicBezTo>
                    <a:pt x="5096" y="85176"/>
                    <a:pt x="5096" y="85778"/>
                    <a:pt x="5096" y="86680"/>
                  </a:cubicBezTo>
                  <a:cubicBezTo>
                    <a:pt x="5096" y="88784"/>
                    <a:pt x="6617" y="89986"/>
                    <a:pt x="8138" y="89986"/>
                  </a:cubicBezTo>
                  <a:cubicBezTo>
                    <a:pt x="11484" y="89986"/>
                    <a:pt x="35821" y="66838"/>
                    <a:pt x="35821" y="31665"/>
                  </a:cubicBez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F01BDC8A-521A-F17B-CDCE-9DCB5346D755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3862888" y="3987140"/>
              <a:ext cx="346805" cy="208633"/>
            </a:xfrm>
            <a:custGeom>
              <a:avLst/>
              <a:gdLst>
                <a:gd name="csX0" fmla="*/ 318138 w 346805"/>
                <a:gd name="csY0" fmla="*/ 21444 h 208633"/>
                <a:gd name="csX1" fmla="*/ 329698 w 346805"/>
                <a:gd name="csY1" fmla="*/ 14830 h 208633"/>
                <a:gd name="csX2" fmla="*/ 347038 w 346805"/>
                <a:gd name="csY2" fmla="*/ 14229 h 208633"/>
                <a:gd name="csX3" fmla="*/ 347038 w 346805"/>
                <a:gd name="csY3" fmla="*/ 100 h 208633"/>
                <a:gd name="csX4" fmla="*/ 314487 w 346805"/>
                <a:gd name="csY4" fmla="*/ 1002 h 208633"/>
                <a:gd name="csX5" fmla="*/ 273114 w 346805"/>
                <a:gd name="csY5" fmla="*/ 100 h 208633"/>
                <a:gd name="csX6" fmla="*/ 273114 w 346805"/>
                <a:gd name="csY6" fmla="*/ 14229 h 208633"/>
                <a:gd name="csX7" fmla="*/ 304144 w 346805"/>
                <a:gd name="csY7" fmla="*/ 17536 h 208633"/>
                <a:gd name="csX8" fmla="*/ 251819 w 346805"/>
                <a:gd name="csY8" fmla="*/ 151915 h 208633"/>
                <a:gd name="csX9" fmla="*/ 197973 w 346805"/>
                <a:gd name="csY9" fmla="*/ 14229 h 208633"/>
                <a:gd name="csX10" fmla="*/ 227177 w 346805"/>
                <a:gd name="csY10" fmla="*/ 14229 h 208633"/>
                <a:gd name="csX11" fmla="*/ 227177 w 346805"/>
                <a:gd name="csY11" fmla="*/ 100 h 208633"/>
                <a:gd name="csX12" fmla="*/ 173940 w 346805"/>
                <a:gd name="csY12" fmla="*/ 1002 h 208633"/>
                <a:gd name="csX13" fmla="*/ 127395 w 346805"/>
                <a:gd name="csY13" fmla="*/ 100 h 208633"/>
                <a:gd name="csX14" fmla="*/ 127395 w 346805"/>
                <a:gd name="csY14" fmla="*/ 14229 h 208633"/>
                <a:gd name="csX15" fmla="*/ 153557 w 346805"/>
                <a:gd name="csY15" fmla="*/ 14229 h 208633"/>
                <a:gd name="csX16" fmla="*/ 166030 w 346805"/>
                <a:gd name="csY16" fmla="*/ 46095 h 208633"/>
                <a:gd name="csX17" fmla="*/ 124657 w 346805"/>
                <a:gd name="csY17" fmla="*/ 151915 h 208633"/>
                <a:gd name="csX18" fmla="*/ 70811 w 346805"/>
                <a:gd name="csY18" fmla="*/ 14229 h 208633"/>
                <a:gd name="csX19" fmla="*/ 100015 w 346805"/>
                <a:gd name="csY19" fmla="*/ 14229 h 208633"/>
                <a:gd name="csX20" fmla="*/ 100015 w 346805"/>
                <a:gd name="csY20" fmla="*/ 100 h 208633"/>
                <a:gd name="csX21" fmla="*/ 46778 w 346805"/>
                <a:gd name="csY21" fmla="*/ 1002 h 208633"/>
                <a:gd name="csX22" fmla="*/ 233 w 346805"/>
                <a:gd name="csY22" fmla="*/ 100 h 208633"/>
                <a:gd name="csX23" fmla="*/ 233 w 346805"/>
                <a:gd name="csY23" fmla="*/ 14229 h 208633"/>
                <a:gd name="csX24" fmla="*/ 26395 w 346805"/>
                <a:gd name="csY24" fmla="*/ 14229 h 208633"/>
                <a:gd name="csX25" fmla="*/ 99407 w 346805"/>
                <a:gd name="csY25" fmla="*/ 200917 h 208633"/>
                <a:gd name="csX26" fmla="*/ 110054 w 346805"/>
                <a:gd name="csY26" fmla="*/ 208733 h 208633"/>
                <a:gd name="csX27" fmla="*/ 120702 w 346805"/>
                <a:gd name="csY27" fmla="*/ 200917 h 208633"/>
                <a:gd name="csX28" fmla="*/ 173635 w 346805"/>
                <a:gd name="csY28" fmla="*/ 65636 h 208633"/>
                <a:gd name="csX29" fmla="*/ 226569 w 346805"/>
                <a:gd name="csY29" fmla="*/ 200917 h 208633"/>
                <a:gd name="csX30" fmla="*/ 237216 w 346805"/>
                <a:gd name="csY30" fmla="*/ 208733 h 208633"/>
                <a:gd name="csX31" fmla="*/ 247864 w 346805"/>
                <a:gd name="csY31" fmla="*/ 200917 h 208633"/>
                <a:gd name="csX32" fmla="*/ 318138 w 346805"/>
                <a:gd name="csY32" fmla="*/ 21444 h 2086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346805" h="208633">
                  <a:moveTo>
                    <a:pt x="318138" y="21444"/>
                  </a:moveTo>
                  <a:cubicBezTo>
                    <a:pt x="319963" y="16333"/>
                    <a:pt x="320267" y="15732"/>
                    <a:pt x="329698" y="14830"/>
                  </a:cubicBezTo>
                  <a:cubicBezTo>
                    <a:pt x="335782" y="14229"/>
                    <a:pt x="342171" y="14229"/>
                    <a:pt x="347038" y="14229"/>
                  </a:cubicBezTo>
                  <a:lnTo>
                    <a:pt x="347038" y="100"/>
                  </a:lnTo>
                  <a:cubicBezTo>
                    <a:pt x="338824" y="400"/>
                    <a:pt x="328177" y="1002"/>
                    <a:pt x="314487" y="1002"/>
                  </a:cubicBezTo>
                  <a:cubicBezTo>
                    <a:pt x="302927" y="1002"/>
                    <a:pt x="284066" y="1002"/>
                    <a:pt x="273114" y="100"/>
                  </a:cubicBezTo>
                  <a:lnTo>
                    <a:pt x="273114" y="14229"/>
                  </a:lnTo>
                  <a:cubicBezTo>
                    <a:pt x="280719" y="14229"/>
                    <a:pt x="295322" y="14229"/>
                    <a:pt x="304144" y="17536"/>
                  </a:cubicBezTo>
                  <a:lnTo>
                    <a:pt x="251819" y="151915"/>
                  </a:lnTo>
                  <a:lnTo>
                    <a:pt x="197973" y="14229"/>
                  </a:lnTo>
                  <a:lnTo>
                    <a:pt x="227177" y="14229"/>
                  </a:lnTo>
                  <a:lnTo>
                    <a:pt x="227177" y="100"/>
                  </a:lnTo>
                  <a:cubicBezTo>
                    <a:pt x="215617" y="1002"/>
                    <a:pt x="187021" y="1002"/>
                    <a:pt x="173940" y="1002"/>
                  </a:cubicBezTo>
                  <a:cubicBezTo>
                    <a:pt x="162075" y="1002"/>
                    <a:pt x="138042" y="1002"/>
                    <a:pt x="127395" y="100"/>
                  </a:cubicBezTo>
                  <a:lnTo>
                    <a:pt x="127395" y="14229"/>
                  </a:lnTo>
                  <a:lnTo>
                    <a:pt x="153557" y="14229"/>
                  </a:lnTo>
                  <a:lnTo>
                    <a:pt x="166030" y="46095"/>
                  </a:lnTo>
                  <a:lnTo>
                    <a:pt x="124657" y="151915"/>
                  </a:lnTo>
                  <a:lnTo>
                    <a:pt x="70811" y="14229"/>
                  </a:lnTo>
                  <a:lnTo>
                    <a:pt x="100015" y="14229"/>
                  </a:lnTo>
                  <a:lnTo>
                    <a:pt x="100015" y="100"/>
                  </a:lnTo>
                  <a:cubicBezTo>
                    <a:pt x="88455" y="1002"/>
                    <a:pt x="59859" y="1002"/>
                    <a:pt x="46778" y="1002"/>
                  </a:cubicBezTo>
                  <a:cubicBezTo>
                    <a:pt x="34913" y="1002"/>
                    <a:pt x="10880" y="1002"/>
                    <a:pt x="233" y="100"/>
                  </a:cubicBezTo>
                  <a:lnTo>
                    <a:pt x="233" y="14229"/>
                  </a:lnTo>
                  <a:lnTo>
                    <a:pt x="26395" y="14229"/>
                  </a:lnTo>
                  <a:lnTo>
                    <a:pt x="99407" y="200917"/>
                  </a:lnTo>
                  <a:cubicBezTo>
                    <a:pt x="101232" y="205727"/>
                    <a:pt x="102449" y="208733"/>
                    <a:pt x="110054" y="208733"/>
                  </a:cubicBezTo>
                  <a:cubicBezTo>
                    <a:pt x="117660" y="208733"/>
                    <a:pt x="118877" y="205727"/>
                    <a:pt x="120702" y="200917"/>
                  </a:cubicBezTo>
                  <a:lnTo>
                    <a:pt x="173635" y="65636"/>
                  </a:lnTo>
                  <a:lnTo>
                    <a:pt x="226569" y="200917"/>
                  </a:lnTo>
                  <a:cubicBezTo>
                    <a:pt x="228394" y="205727"/>
                    <a:pt x="229611" y="208733"/>
                    <a:pt x="237216" y="208733"/>
                  </a:cubicBezTo>
                  <a:cubicBezTo>
                    <a:pt x="244822" y="208733"/>
                    <a:pt x="246039" y="205727"/>
                    <a:pt x="247864" y="200917"/>
                  </a:cubicBezTo>
                  <a:lnTo>
                    <a:pt x="318138" y="21444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BAA9D449-5814-01B5-3BE3-FF5C465BD42B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4233234" y="4092418"/>
              <a:ext cx="116058" cy="148147"/>
            </a:xfrm>
            <a:custGeom>
              <a:avLst/>
              <a:gdLst>
                <a:gd name="csX0" fmla="*/ 50927 w 116058"/>
                <a:gd name="csY0" fmla="*/ 6414 h 148147"/>
                <a:gd name="csX1" fmla="*/ 51779 w 116058"/>
                <a:gd name="csY1" fmla="*/ 3047 h 148147"/>
                <a:gd name="csX2" fmla="*/ 48371 w 116058"/>
                <a:gd name="csY2" fmla="*/ 101 h 148147"/>
                <a:gd name="csX3" fmla="*/ 21114 w 116058"/>
                <a:gd name="csY3" fmla="*/ 2206 h 148147"/>
                <a:gd name="csX4" fmla="*/ 16429 w 116058"/>
                <a:gd name="csY4" fmla="*/ 7046 h 148147"/>
                <a:gd name="csX5" fmla="*/ 21965 w 116058"/>
                <a:gd name="csY5" fmla="*/ 9992 h 148147"/>
                <a:gd name="csX6" fmla="*/ 32187 w 116058"/>
                <a:gd name="csY6" fmla="*/ 13148 h 148147"/>
                <a:gd name="csX7" fmla="*/ 31335 w 116058"/>
                <a:gd name="csY7" fmla="*/ 17778 h 148147"/>
                <a:gd name="csX8" fmla="*/ 1309 w 116058"/>
                <a:gd name="csY8" fmla="*/ 136885 h 148147"/>
                <a:gd name="csX9" fmla="*/ 244 w 116058"/>
                <a:gd name="csY9" fmla="*/ 141515 h 148147"/>
                <a:gd name="csX10" fmla="*/ 7485 w 116058"/>
                <a:gd name="csY10" fmla="*/ 148249 h 148147"/>
                <a:gd name="csX11" fmla="*/ 16216 w 116058"/>
                <a:gd name="csY11" fmla="*/ 142778 h 148147"/>
                <a:gd name="csX12" fmla="*/ 19836 w 116058"/>
                <a:gd name="csY12" fmla="*/ 129520 h 148147"/>
                <a:gd name="csX13" fmla="*/ 24734 w 116058"/>
                <a:gd name="csY13" fmla="*/ 110791 h 148147"/>
                <a:gd name="csX14" fmla="*/ 28141 w 116058"/>
                <a:gd name="csY14" fmla="*/ 96481 h 148147"/>
                <a:gd name="csX15" fmla="*/ 34530 w 116058"/>
                <a:gd name="csY15" fmla="*/ 81540 h 148147"/>
                <a:gd name="csX16" fmla="*/ 68602 w 116058"/>
                <a:gd name="csY16" fmla="*/ 59234 h 148147"/>
                <a:gd name="csX17" fmla="*/ 81166 w 116058"/>
                <a:gd name="csY17" fmla="*/ 73965 h 148147"/>
                <a:gd name="csX18" fmla="*/ 68602 w 116058"/>
                <a:gd name="csY18" fmla="*/ 118788 h 148147"/>
                <a:gd name="csX19" fmla="*/ 65407 w 116058"/>
                <a:gd name="csY19" fmla="*/ 130151 h 148147"/>
                <a:gd name="csX20" fmla="*/ 85638 w 116058"/>
                <a:gd name="csY20" fmla="*/ 148249 h 148147"/>
                <a:gd name="csX21" fmla="*/ 116303 w 116058"/>
                <a:gd name="csY21" fmla="*/ 116052 h 148147"/>
                <a:gd name="csX22" fmla="*/ 112895 w 116058"/>
                <a:gd name="csY22" fmla="*/ 113316 h 148147"/>
                <a:gd name="csX23" fmla="*/ 108849 w 116058"/>
                <a:gd name="csY23" fmla="*/ 116894 h 148147"/>
                <a:gd name="csX24" fmla="*/ 86277 w 116058"/>
                <a:gd name="csY24" fmla="*/ 142357 h 148147"/>
                <a:gd name="csX25" fmla="*/ 80953 w 116058"/>
                <a:gd name="csY25" fmla="*/ 134991 h 148147"/>
                <a:gd name="csX26" fmla="*/ 85851 w 116058"/>
                <a:gd name="csY26" fmla="*/ 117946 h 148147"/>
                <a:gd name="csX27" fmla="*/ 97137 w 116058"/>
                <a:gd name="csY27" fmla="*/ 77332 h 148147"/>
                <a:gd name="csX28" fmla="*/ 89258 w 116058"/>
                <a:gd name="csY28" fmla="*/ 59024 h 148147"/>
                <a:gd name="csX29" fmla="*/ 69453 w 116058"/>
                <a:gd name="csY29" fmla="*/ 53342 h 148147"/>
                <a:gd name="csX30" fmla="*/ 34742 w 116058"/>
                <a:gd name="csY30" fmla="*/ 70808 h 148147"/>
                <a:gd name="csX31" fmla="*/ 50927 w 116058"/>
                <a:gd name="csY31" fmla="*/ 6414 h 148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16058" h="148147">
                  <a:moveTo>
                    <a:pt x="50927" y="6414"/>
                  </a:moveTo>
                  <a:cubicBezTo>
                    <a:pt x="51140" y="5993"/>
                    <a:pt x="51779" y="3258"/>
                    <a:pt x="51779" y="3047"/>
                  </a:cubicBezTo>
                  <a:cubicBezTo>
                    <a:pt x="51779" y="1995"/>
                    <a:pt x="50927" y="101"/>
                    <a:pt x="48371" y="101"/>
                  </a:cubicBezTo>
                  <a:cubicBezTo>
                    <a:pt x="44112" y="101"/>
                    <a:pt x="26437" y="1785"/>
                    <a:pt x="21114" y="2206"/>
                  </a:cubicBezTo>
                  <a:cubicBezTo>
                    <a:pt x="19410" y="2416"/>
                    <a:pt x="16429" y="2626"/>
                    <a:pt x="16429" y="7046"/>
                  </a:cubicBezTo>
                  <a:cubicBezTo>
                    <a:pt x="16429" y="9992"/>
                    <a:pt x="19410" y="9992"/>
                    <a:pt x="21965" y="9992"/>
                  </a:cubicBezTo>
                  <a:cubicBezTo>
                    <a:pt x="32187" y="9992"/>
                    <a:pt x="32187" y="11465"/>
                    <a:pt x="32187" y="13148"/>
                  </a:cubicBezTo>
                  <a:cubicBezTo>
                    <a:pt x="32187" y="14621"/>
                    <a:pt x="31761" y="15884"/>
                    <a:pt x="31335" y="17778"/>
                  </a:cubicBezTo>
                  <a:lnTo>
                    <a:pt x="1309" y="136885"/>
                  </a:lnTo>
                  <a:cubicBezTo>
                    <a:pt x="244" y="140673"/>
                    <a:pt x="244" y="141094"/>
                    <a:pt x="244" y="141515"/>
                  </a:cubicBezTo>
                  <a:cubicBezTo>
                    <a:pt x="244" y="144672"/>
                    <a:pt x="2800" y="148249"/>
                    <a:pt x="7485" y="148249"/>
                  </a:cubicBezTo>
                  <a:cubicBezTo>
                    <a:pt x="9827" y="148249"/>
                    <a:pt x="13873" y="147197"/>
                    <a:pt x="16216" y="142778"/>
                  </a:cubicBezTo>
                  <a:cubicBezTo>
                    <a:pt x="16855" y="141515"/>
                    <a:pt x="18771" y="133939"/>
                    <a:pt x="19836" y="129520"/>
                  </a:cubicBezTo>
                  <a:lnTo>
                    <a:pt x="24734" y="110791"/>
                  </a:lnTo>
                  <a:cubicBezTo>
                    <a:pt x="25373" y="107635"/>
                    <a:pt x="27502" y="99638"/>
                    <a:pt x="28141" y="96481"/>
                  </a:cubicBezTo>
                  <a:cubicBezTo>
                    <a:pt x="30271" y="88485"/>
                    <a:pt x="30271" y="88274"/>
                    <a:pt x="34530" y="81540"/>
                  </a:cubicBezTo>
                  <a:cubicBezTo>
                    <a:pt x="41344" y="71229"/>
                    <a:pt x="51992" y="59234"/>
                    <a:pt x="68602" y="59234"/>
                  </a:cubicBezTo>
                  <a:cubicBezTo>
                    <a:pt x="80527" y="59234"/>
                    <a:pt x="81166" y="68914"/>
                    <a:pt x="81166" y="73965"/>
                  </a:cubicBezTo>
                  <a:cubicBezTo>
                    <a:pt x="81166" y="86591"/>
                    <a:pt x="72009" y="109949"/>
                    <a:pt x="68602" y="118788"/>
                  </a:cubicBezTo>
                  <a:cubicBezTo>
                    <a:pt x="66259" y="124680"/>
                    <a:pt x="65407" y="126574"/>
                    <a:pt x="65407" y="130151"/>
                  </a:cubicBezTo>
                  <a:cubicBezTo>
                    <a:pt x="65407" y="141305"/>
                    <a:pt x="74777" y="148249"/>
                    <a:pt x="85638" y="148249"/>
                  </a:cubicBezTo>
                  <a:cubicBezTo>
                    <a:pt x="106933" y="148249"/>
                    <a:pt x="116303" y="119209"/>
                    <a:pt x="116303" y="116052"/>
                  </a:cubicBezTo>
                  <a:cubicBezTo>
                    <a:pt x="116303" y="113316"/>
                    <a:pt x="113534" y="113316"/>
                    <a:pt x="112895" y="113316"/>
                  </a:cubicBezTo>
                  <a:cubicBezTo>
                    <a:pt x="109914" y="113316"/>
                    <a:pt x="109701" y="114579"/>
                    <a:pt x="108849" y="116894"/>
                  </a:cubicBezTo>
                  <a:cubicBezTo>
                    <a:pt x="103952" y="133729"/>
                    <a:pt x="94582" y="142357"/>
                    <a:pt x="86277" y="142357"/>
                  </a:cubicBezTo>
                  <a:cubicBezTo>
                    <a:pt x="81805" y="142357"/>
                    <a:pt x="80953" y="139411"/>
                    <a:pt x="80953" y="134991"/>
                  </a:cubicBezTo>
                  <a:cubicBezTo>
                    <a:pt x="80953" y="130151"/>
                    <a:pt x="82018" y="127416"/>
                    <a:pt x="85851" y="117946"/>
                  </a:cubicBezTo>
                  <a:cubicBezTo>
                    <a:pt x="88406" y="111422"/>
                    <a:pt x="97137" y="89116"/>
                    <a:pt x="97137" y="77332"/>
                  </a:cubicBezTo>
                  <a:cubicBezTo>
                    <a:pt x="97137" y="73965"/>
                    <a:pt x="97137" y="65126"/>
                    <a:pt x="89258" y="59024"/>
                  </a:cubicBezTo>
                  <a:cubicBezTo>
                    <a:pt x="85638" y="56288"/>
                    <a:pt x="79462" y="53342"/>
                    <a:pt x="69453" y="53342"/>
                  </a:cubicBezTo>
                  <a:cubicBezTo>
                    <a:pt x="53908" y="53342"/>
                    <a:pt x="42622" y="61759"/>
                    <a:pt x="34742" y="70808"/>
                  </a:cubicBezTo>
                  <a:lnTo>
                    <a:pt x="50927" y="6414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64B452B1-FF11-CAFE-55B5-E45359B84091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4375660" y="4092418"/>
              <a:ext cx="116058" cy="148147"/>
            </a:xfrm>
            <a:custGeom>
              <a:avLst/>
              <a:gdLst>
                <a:gd name="csX0" fmla="*/ 50931 w 116058"/>
                <a:gd name="csY0" fmla="*/ 6414 h 148147"/>
                <a:gd name="csX1" fmla="*/ 51783 w 116058"/>
                <a:gd name="csY1" fmla="*/ 3047 h 148147"/>
                <a:gd name="csX2" fmla="*/ 48376 w 116058"/>
                <a:gd name="csY2" fmla="*/ 101 h 148147"/>
                <a:gd name="csX3" fmla="*/ 21118 w 116058"/>
                <a:gd name="csY3" fmla="*/ 2206 h 148147"/>
                <a:gd name="csX4" fmla="*/ 16433 w 116058"/>
                <a:gd name="csY4" fmla="*/ 7046 h 148147"/>
                <a:gd name="csX5" fmla="*/ 21970 w 116058"/>
                <a:gd name="csY5" fmla="*/ 9992 h 148147"/>
                <a:gd name="csX6" fmla="*/ 32192 w 116058"/>
                <a:gd name="csY6" fmla="*/ 13148 h 148147"/>
                <a:gd name="csX7" fmla="*/ 31340 w 116058"/>
                <a:gd name="csY7" fmla="*/ 17778 h 148147"/>
                <a:gd name="csX8" fmla="*/ 1314 w 116058"/>
                <a:gd name="csY8" fmla="*/ 136885 h 148147"/>
                <a:gd name="csX9" fmla="*/ 249 w 116058"/>
                <a:gd name="csY9" fmla="*/ 141515 h 148147"/>
                <a:gd name="csX10" fmla="*/ 7489 w 116058"/>
                <a:gd name="csY10" fmla="*/ 148249 h 148147"/>
                <a:gd name="csX11" fmla="*/ 16220 w 116058"/>
                <a:gd name="csY11" fmla="*/ 142778 h 148147"/>
                <a:gd name="csX12" fmla="*/ 19841 w 116058"/>
                <a:gd name="csY12" fmla="*/ 129520 h 148147"/>
                <a:gd name="csX13" fmla="*/ 24738 w 116058"/>
                <a:gd name="csY13" fmla="*/ 110791 h 148147"/>
                <a:gd name="csX14" fmla="*/ 28146 w 116058"/>
                <a:gd name="csY14" fmla="*/ 96481 h 148147"/>
                <a:gd name="csX15" fmla="*/ 34534 w 116058"/>
                <a:gd name="csY15" fmla="*/ 81540 h 148147"/>
                <a:gd name="csX16" fmla="*/ 68606 w 116058"/>
                <a:gd name="csY16" fmla="*/ 59234 h 148147"/>
                <a:gd name="csX17" fmla="*/ 81170 w 116058"/>
                <a:gd name="csY17" fmla="*/ 73965 h 148147"/>
                <a:gd name="csX18" fmla="*/ 68606 w 116058"/>
                <a:gd name="csY18" fmla="*/ 118788 h 148147"/>
                <a:gd name="csX19" fmla="*/ 65412 w 116058"/>
                <a:gd name="csY19" fmla="*/ 130151 h 148147"/>
                <a:gd name="csX20" fmla="*/ 85642 w 116058"/>
                <a:gd name="csY20" fmla="*/ 148249 h 148147"/>
                <a:gd name="csX21" fmla="*/ 116307 w 116058"/>
                <a:gd name="csY21" fmla="*/ 116052 h 148147"/>
                <a:gd name="csX22" fmla="*/ 112900 w 116058"/>
                <a:gd name="csY22" fmla="*/ 113316 h 148147"/>
                <a:gd name="csX23" fmla="*/ 108854 w 116058"/>
                <a:gd name="csY23" fmla="*/ 116894 h 148147"/>
                <a:gd name="csX24" fmla="*/ 86281 w 116058"/>
                <a:gd name="csY24" fmla="*/ 142357 h 148147"/>
                <a:gd name="csX25" fmla="*/ 80957 w 116058"/>
                <a:gd name="csY25" fmla="*/ 134991 h 148147"/>
                <a:gd name="csX26" fmla="*/ 85855 w 116058"/>
                <a:gd name="csY26" fmla="*/ 117946 h 148147"/>
                <a:gd name="csX27" fmla="*/ 97142 w 116058"/>
                <a:gd name="csY27" fmla="*/ 77332 h 148147"/>
                <a:gd name="csX28" fmla="*/ 89263 w 116058"/>
                <a:gd name="csY28" fmla="*/ 59024 h 148147"/>
                <a:gd name="csX29" fmla="*/ 69458 w 116058"/>
                <a:gd name="csY29" fmla="*/ 53342 h 148147"/>
                <a:gd name="csX30" fmla="*/ 34747 w 116058"/>
                <a:gd name="csY30" fmla="*/ 70808 h 148147"/>
                <a:gd name="csX31" fmla="*/ 50931 w 116058"/>
                <a:gd name="csY31" fmla="*/ 6414 h 148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16058" h="148147">
                  <a:moveTo>
                    <a:pt x="50931" y="6414"/>
                  </a:moveTo>
                  <a:cubicBezTo>
                    <a:pt x="51144" y="5993"/>
                    <a:pt x="51783" y="3258"/>
                    <a:pt x="51783" y="3047"/>
                  </a:cubicBezTo>
                  <a:cubicBezTo>
                    <a:pt x="51783" y="1995"/>
                    <a:pt x="50931" y="101"/>
                    <a:pt x="48376" y="101"/>
                  </a:cubicBezTo>
                  <a:cubicBezTo>
                    <a:pt x="44117" y="101"/>
                    <a:pt x="26442" y="1785"/>
                    <a:pt x="21118" y="2206"/>
                  </a:cubicBezTo>
                  <a:cubicBezTo>
                    <a:pt x="19415" y="2416"/>
                    <a:pt x="16433" y="2626"/>
                    <a:pt x="16433" y="7046"/>
                  </a:cubicBezTo>
                  <a:cubicBezTo>
                    <a:pt x="16433" y="9992"/>
                    <a:pt x="19415" y="9992"/>
                    <a:pt x="21970" y="9992"/>
                  </a:cubicBezTo>
                  <a:cubicBezTo>
                    <a:pt x="32192" y="9992"/>
                    <a:pt x="32192" y="11465"/>
                    <a:pt x="32192" y="13148"/>
                  </a:cubicBezTo>
                  <a:cubicBezTo>
                    <a:pt x="32192" y="14621"/>
                    <a:pt x="31766" y="15884"/>
                    <a:pt x="31340" y="17778"/>
                  </a:cubicBezTo>
                  <a:lnTo>
                    <a:pt x="1314" y="136885"/>
                  </a:lnTo>
                  <a:cubicBezTo>
                    <a:pt x="249" y="140673"/>
                    <a:pt x="249" y="141094"/>
                    <a:pt x="249" y="141515"/>
                  </a:cubicBezTo>
                  <a:cubicBezTo>
                    <a:pt x="249" y="144672"/>
                    <a:pt x="2805" y="148249"/>
                    <a:pt x="7489" y="148249"/>
                  </a:cubicBezTo>
                  <a:cubicBezTo>
                    <a:pt x="9832" y="148249"/>
                    <a:pt x="13878" y="147197"/>
                    <a:pt x="16220" y="142778"/>
                  </a:cubicBezTo>
                  <a:cubicBezTo>
                    <a:pt x="16859" y="141515"/>
                    <a:pt x="18776" y="133939"/>
                    <a:pt x="19841" y="129520"/>
                  </a:cubicBezTo>
                  <a:lnTo>
                    <a:pt x="24738" y="110791"/>
                  </a:lnTo>
                  <a:cubicBezTo>
                    <a:pt x="25377" y="107635"/>
                    <a:pt x="27507" y="99638"/>
                    <a:pt x="28146" y="96481"/>
                  </a:cubicBezTo>
                  <a:cubicBezTo>
                    <a:pt x="30275" y="88485"/>
                    <a:pt x="30275" y="88274"/>
                    <a:pt x="34534" y="81540"/>
                  </a:cubicBezTo>
                  <a:cubicBezTo>
                    <a:pt x="41349" y="71229"/>
                    <a:pt x="51996" y="59234"/>
                    <a:pt x="68606" y="59234"/>
                  </a:cubicBezTo>
                  <a:cubicBezTo>
                    <a:pt x="80532" y="59234"/>
                    <a:pt x="81170" y="68914"/>
                    <a:pt x="81170" y="73965"/>
                  </a:cubicBezTo>
                  <a:cubicBezTo>
                    <a:pt x="81170" y="86591"/>
                    <a:pt x="72014" y="109949"/>
                    <a:pt x="68606" y="118788"/>
                  </a:cubicBezTo>
                  <a:cubicBezTo>
                    <a:pt x="66264" y="124680"/>
                    <a:pt x="65412" y="126574"/>
                    <a:pt x="65412" y="130151"/>
                  </a:cubicBezTo>
                  <a:cubicBezTo>
                    <a:pt x="65412" y="141305"/>
                    <a:pt x="74782" y="148249"/>
                    <a:pt x="85642" y="148249"/>
                  </a:cubicBezTo>
                  <a:cubicBezTo>
                    <a:pt x="106937" y="148249"/>
                    <a:pt x="116307" y="119209"/>
                    <a:pt x="116307" y="116052"/>
                  </a:cubicBezTo>
                  <a:cubicBezTo>
                    <a:pt x="116307" y="113316"/>
                    <a:pt x="113539" y="113316"/>
                    <a:pt x="112900" y="113316"/>
                  </a:cubicBezTo>
                  <a:cubicBezTo>
                    <a:pt x="109919" y="113316"/>
                    <a:pt x="109706" y="114579"/>
                    <a:pt x="108854" y="116894"/>
                  </a:cubicBezTo>
                  <a:cubicBezTo>
                    <a:pt x="103956" y="133729"/>
                    <a:pt x="94586" y="142357"/>
                    <a:pt x="86281" y="142357"/>
                  </a:cubicBezTo>
                  <a:cubicBezTo>
                    <a:pt x="81809" y="142357"/>
                    <a:pt x="80957" y="139411"/>
                    <a:pt x="80957" y="134991"/>
                  </a:cubicBezTo>
                  <a:cubicBezTo>
                    <a:pt x="80957" y="130151"/>
                    <a:pt x="82022" y="127416"/>
                    <a:pt x="85855" y="117946"/>
                  </a:cubicBezTo>
                  <a:cubicBezTo>
                    <a:pt x="88411" y="111422"/>
                    <a:pt x="97142" y="89116"/>
                    <a:pt x="97142" y="77332"/>
                  </a:cubicBezTo>
                  <a:cubicBezTo>
                    <a:pt x="97142" y="73965"/>
                    <a:pt x="97142" y="65126"/>
                    <a:pt x="89263" y="59024"/>
                  </a:cubicBezTo>
                  <a:cubicBezTo>
                    <a:pt x="85642" y="56288"/>
                    <a:pt x="79467" y="53342"/>
                    <a:pt x="69458" y="53342"/>
                  </a:cubicBezTo>
                  <a:cubicBezTo>
                    <a:pt x="53913" y="53342"/>
                    <a:pt x="42626" y="61759"/>
                    <a:pt x="34747" y="70808"/>
                  </a:cubicBezTo>
                  <a:lnTo>
                    <a:pt x="50931" y="6414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68801D59-43E6-6164-F7D3-E82302355189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4539229" y="3967900"/>
              <a:ext cx="107996" cy="300624"/>
            </a:xfrm>
            <a:custGeom>
              <a:avLst/>
              <a:gdLst>
                <a:gd name="csX0" fmla="*/ 44061 w 107996"/>
                <a:gd name="csY0" fmla="*/ 260741 h 300624"/>
                <a:gd name="csX1" fmla="*/ 2992 w 107996"/>
                <a:gd name="csY1" fmla="*/ 294111 h 300624"/>
                <a:gd name="csX2" fmla="*/ 254 w 107996"/>
                <a:gd name="csY2" fmla="*/ 297417 h 300624"/>
                <a:gd name="csX3" fmla="*/ 6339 w 107996"/>
                <a:gd name="csY3" fmla="*/ 300724 h 300624"/>
                <a:gd name="csX4" fmla="*/ 64444 w 107996"/>
                <a:gd name="csY4" fmla="*/ 263146 h 300624"/>
                <a:gd name="csX5" fmla="*/ 64444 w 107996"/>
                <a:gd name="csY5" fmla="*/ 194604 h 300624"/>
                <a:gd name="csX6" fmla="*/ 76612 w 107996"/>
                <a:gd name="csY6" fmla="*/ 163339 h 300624"/>
                <a:gd name="csX7" fmla="*/ 105513 w 107996"/>
                <a:gd name="csY7" fmla="*/ 153719 h 300624"/>
                <a:gd name="csX8" fmla="*/ 108251 w 107996"/>
                <a:gd name="csY8" fmla="*/ 150412 h 300624"/>
                <a:gd name="csX9" fmla="*/ 103383 w 107996"/>
                <a:gd name="csY9" fmla="*/ 147105 h 300624"/>
                <a:gd name="csX10" fmla="*/ 65356 w 107996"/>
                <a:gd name="csY10" fmla="*/ 120349 h 300624"/>
                <a:gd name="csX11" fmla="*/ 64444 w 107996"/>
                <a:gd name="csY11" fmla="*/ 105619 h 300624"/>
                <a:gd name="csX12" fmla="*/ 64444 w 107996"/>
                <a:gd name="csY12" fmla="*/ 46095 h 300624"/>
                <a:gd name="csX13" fmla="*/ 49841 w 107996"/>
                <a:gd name="csY13" fmla="*/ 12425 h 300624"/>
                <a:gd name="csX14" fmla="*/ 6339 w 107996"/>
                <a:gd name="csY14" fmla="*/ 100 h 300624"/>
                <a:gd name="csX15" fmla="*/ 254 w 107996"/>
                <a:gd name="csY15" fmla="*/ 3406 h 300624"/>
                <a:gd name="csX16" fmla="*/ 5122 w 107996"/>
                <a:gd name="csY16" fmla="*/ 6713 h 300624"/>
                <a:gd name="csX17" fmla="*/ 43149 w 107996"/>
                <a:gd name="csY17" fmla="*/ 32868 h 300624"/>
                <a:gd name="csX18" fmla="*/ 44061 w 107996"/>
                <a:gd name="csY18" fmla="*/ 46997 h 300624"/>
                <a:gd name="csX19" fmla="*/ 44061 w 107996"/>
                <a:gd name="csY19" fmla="*/ 110128 h 300624"/>
                <a:gd name="csX20" fmla="*/ 56230 w 107996"/>
                <a:gd name="csY20" fmla="*/ 138688 h 300624"/>
                <a:gd name="csX21" fmla="*/ 79959 w 107996"/>
                <a:gd name="csY21" fmla="*/ 150412 h 300624"/>
                <a:gd name="csX22" fmla="*/ 44061 w 107996"/>
                <a:gd name="csY22" fmla="*/ 188591 h 300624"/>
                <a:gd name="csX23" fmla="*/ 44061 w 107996"/>
                <a:gd name="csY23" fmla="*/ 260741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07996" h="300624">
                  <a:moveTo>
                    <a:pt x="44061" y="260741"/>
                  </a:moveTo>
                  <a:cubicBezTo>
                    <a:pt x="44061" y="272766"/>
                    <a:pt x="36152" y="292006"/>
                    <a:pt x="2992" y="294111"/>
                  </a:cubicBezTo>
                  <a:cubicBezTo>
                    <a:pt x="1471" y="294411"/>
                    <a:pt x="254" y="295614"/>
                    <a:pt x="254" y="297417"/>
                  </a:cubicBezTo>
                  <a:cubicBezTo>
                    <a:pt x="254" y="300724"/>
                    <a:pt x="3601" y="300724"/>
                    <a:pt x="6339" y="300724"/>
                  </a:cubicBezTo>
                  <a:cubicBezTo>
                    <a:pt x="35848" y="300724"/>
                    <a:pt x="64140" y="285994"/>
                    <a:pt x="64444" y="263146"/>
                  </a:cubicBezTo>
                  <a:lnTo>
                    <a:pt x="64444" y="194604"/>
                  </a:lnTo>
                  <a:cubicBezTo>
                    <a:pt x="64444" y="182879"/>
                    <a:pt x="64444" y="173259"/>
                    <a:pt x="76612" y="163339"/>
                  </a:cubicBezTo>
                  <a:cubicBezTo>
                    <a:pt x="87260" y="154621"/>
                    <a:pt x="98820" y="154019"/>
                    <a:pt x="105513" y="153719"/>
                  </a:cubicBezTo>
                  <a:cubicBezTo>
                    <a:pt x="107034" y="153418"/>
                    <a:pt x="108251" y="152216"/>
                    <a:pt x="108251" y="150412"/>
                  </a:cubicBezTo>
                  <a:cubicBezTo>
                    <a:pt x="108251" y="147406"/>
                    <a:pt x="106425" y="147406"/>
                    <a:pt x="103383" y="147105"/>
                  </a:cubicBezTo>
                  <a:cubicBezTo>
                    <a:pt x="83305" y="145903"/>
                    <a:pt x="68703" y="135080"/>
                    <a:pt x="65356" y="120349"/>
                  </a:cubicBezTo>
                  <a:cubicBezTo>
                    <a:pt x="64444" y="117043"/>
                    <a:pt x="64444" y="116441"/>
                    <a:pt x="64444" y="105619"/>
                  </a:cubicBezTo>
                  <a:lnTo>
                    <a:pt x="64444" y="46095"/>
                  </a:lnTo>
                  <a:cubicBezTo>
                    <a:pt x="64444" y="33469"/>
                    <a:pt x="64444" y="23849"/>
                    <a:pt x="49841" y="12425"/>
                  </a:cubicBezTo>
                  <a:cubicBezTo>
                    <a:pt x="37673" y="3106"/>
                    <a:pt x="16682" y="100"/>
                    <a:pt x="6339" y="100"/>
                  </a:cubicBezTo>
                  <a:cubicBezTo>
                    <a:pt x="3601" y="100"/>
                    <a:pt x="254" y="100"/>
                    <a:pt x="254" y="3406"/>
                  </a:cubicBezTo>
                  <a:cubicBezTo>
                    <a:pt x="254" y="6413"/>
                    <a:pt x="2080" y="6413"/>
                    <a:pt x="5122" y="6713"/>
                  </a:cubicBezTo>
                  <a:cubicBezTo>
                    <a:pt x="24287" y="7916"/>
                    <a:pt x="39194" y="17536"/>
                    <a:pt x="43149" y="32868"/>
                  </a:cubicBezTo>
                  <a:cubicBezTo>
                    <a:pt x="44061" y="35573"/>
                    <a:pt x="44061" y="36175"/>
                    <a:pt x="44061" y="46997"/>
                  </a:cubicBezTo>
                  <a:lnTo>
                    <a:pt x="44061" y="110128"/>
                  </a:lnTo>
                  <a:cubicBezTo>
                    <a:pt x="44061" y="123957"/>
                    <a:pt x="46495" y="129068"/>
                    <a:pt x="56230" y="138688"/>
                  </a:cubicBezTo>
                  <a:cubicBezTo>
                    <a:pt x="62618" y="145001"/>
                    <a:pt x="71441" y="148007"/>
                    <a:pt x="79959" y="150412"/>
                  </a:cubicBezTo>
                  <a:cubicBezTo>
                    <a:pt x="55013" y="157326"/>
                    <a:pt x="44061" y="171155"/>
                    <a:pt x="44061" y="188591"/>
                  </a:cubicBezTo>
                  <a:lnTo>
                    <a:pt x="44061" y="260741"/>
                  </a:lnTo>
                  <a:close/>
                </a:path>
              </a:pathLst>
            </a:custGeom>
            <a:solidFill>
              <a:srgbClr val="000000"/>
            </a:solidFill>
            <a:ln w="3052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3" name="Content Placeholder 2 2">
            <a:extLst>
              <a:ext uri="{FF2B5EF4-FFF2-40B4-BE49-F238E27FC236}">
                <a16:creationId xmlns:a16="http://schemas.microsoft.com/office/drawing/2014/main" id="{83248B96-9E7E-A85D-7600-50A29387CAA8}"/>
              </a:ext>
            </a:extLst>
          </p:cNvPr>
          <p:cNvSpPr txBox="1">
            <a:spLocks/>
          </p:cNvSpPr>
          <p:nvPr/>
        </p:nvSpPr>
        <p:spPr>
          <a:xfrm>
            <a:off x="447339" y="1581255"/>
            <a:ext cx="3496508" cy="530283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latin typeface="Nunito" pitchFamily="2" charset="0"/>
              </a:rPr>
              <a:t>have           a            cat</a:t>
            </a:r>
          </a:p>
        </p:txBody>
      </p:sp>
      <p:grpSp>
        <p:nvGrpSpPr>
          <p:cNvPr id="108" name="Group 107" descr="\documentclass{article}&#10;\usepackage{nunito}&#10;\usepackage[linguistics]{forest}&#10;\usepackage{amsmath,amssymb}&#10;\pagestyle{empty}&#10;\begin{document}&#10;&#10;\begin{align*}&#10;L &amp;= \sum_t L_t \\&#10;  &amp;= \sum_t -\log P_\Theta(x_t\mid x_1, \ldots, x_{t-1}) \\&#10;  &amp;= -\log P_\Theta(\mathbf{x})&#10;\end{align*}&#10;&#10;&#10;\end{document}" title="IguanaTex Shape Display">
            <a:extLst>
              <a:ext uri="{FF2B5EF4-FFF2-40B4-BE49-F238E27FC236}">
                <a16:creationId xmlns:a16="http://schemas.microsoft.com/office/drawing/2014/main" id="{96409787-8F01-DA93-F621-180F09D402F1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6866111" y="2648309"/>
            <a:ext cx="4530342" cy="1925475"/>
            <a:chOff x="7386441" y="4815005"/>
            <a:chExt cx="4530342" cy="1925475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6D60597-D8D5-DB54-6127-9002B17BD3E8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386441" y="4895460"/>
              <a:ext cx="183411" cy="205805"/>
            </a:xfrm>
            <a:custGeom>
              <a:avLst/>
              <a:gdLst>
                <a:gd name="csX0" fmla="*/ 101885 w 183411"/>
                <a:gd name="csY0" fmla="*/ 23588 h 205805"/>
                <a:gd name="csX1" fmla="*/ 134073 w 183411"/>
                <a:gd name="csY1" fmla="*/ 9426 h 205805"/>
                <a:gd name="csX2" fmla="*/ 145612 w 183411"/>
                <a:gd name="csY2" fmla="*/ 3701 h 205805"/>
                <a:gd name="csX3" fmla="*/ 140754 w 183411"/>
                <a:gd name="csY3" fmla="*/ 85 h 205805"/>
                <a:gd name="csX4" fmla="*/ 95812 w 183411"/>
                <a:gd name="csY4" fmla="*/ 989 h 205805"/>
                <a:gd name="csX5" fmla="*/ 55425 w 183411"/>
                <a:gd name="csY5" fmla="*/ 85 h 205805"/>
                <a:gd name="csX6" fmla="*/ 49655 w 183411"/>
                <a:gd name="csY6" fmla="*/ 6111 h 205805"/>
                <a:gd name="csX7" fmla="*/ 58158 w 183411"/>
                <a:gd name="csY7" fmla="*/ 9426 h 205805"/>
                <a:gd name="csX8" fmla="*/ 69697 w 183411"/>
                <a:gd name="csY8" fmla="*/ 10028 h 205805"/>
                <a:gd name="csX9" fmla="*/ 77896 w 183411"/>
                <a:gd name="csY9" fmla="*/ 14850 h 205805"/>
                <a:gd name="csX10" fmla="*/ 76681 w 183411"/>
                <a:gd name="csY10" fmla="*/ 20575 h 205805"/>
                <a:gd name="csX11" fmla="*/ 35991 w 183411"/>
                <a:gd name="csY11" fmla="*/ 182387 h 205805"/>
                <a:gd name="csX12" fmla="*/ 8357 w 183411"/>
                <a:gd name="csY12" fmla="*/ 196549 h 205805"/>
                <a:gd name="csX13" fmla="*/ 159 w 183411"/>
                <a:gd name="csY13" fmla="*/ 202575 h 205805"/>
                <a:gd name="csX14" fmla="*/ 8357 w 183411"/>
                <a:gd name="csY14" fmla="*/ 205890 h 205805"/>
                <a:gd name="csX15" fmla="*/ 148953 w 183411"/>
                <a:gd name="csY15" fmla="*/ 205890 h 205805"/>
                <a:gd name="csX16" fmla="*/ 158366 w 183411"/>
                <a:gd name="csY16" fmla="*/ 200767 h 205805"/>
                <a:gd name="csX17" fmla="*/ 182355 w 183411"/>
                <a:gd name="csY17" fmla="*/ 135681 h 205805"/>
                <a:gd name="csX18" fmla="*/ 183570 w 183411"/>
                <a:gd name="csY18" fmla="*/ 131463 h 205805"/>
                <a:gd name="csX19" fmla="*/ 179926 w 183411"/>
                <a:gd name="csY19" fmla="*/ 128148 h 205805"/>
                <a:gd name="csX20" fmla="*/ 174764 w 183411"/>
                <a:gd name="csY20" fmla="*/ 134476 h 205805"/>
                <a:gd name="csX21" fmla="*/ 98545 w 183411"/>
                <a:gd name="csY21" fmla="*/ 196549 h 205805"/>
                <a:gd name="csX22" fmla="*/ 70001 w 183411"/>
                <a:gd name="csY22" fmla="*/ 196549 h 205805"/>
                <a:gd name="csX23" fmla="*/ 63320 w 183411"/>
                <a:gd name="csY23" fmla="*/ 196248 h 205805"/>
                <a:gd name="csX24" fmla="*/ 59373 w 183411"/>
                <a:gd name="csY24" fmla="*/ 193234 h 205805"/>
                <a:gd name="csX25" fmla="*/ 60891 w 183411"/>
                <a:gd name="csY25" fmla="*/ 186304 h 205805"/>
                <a:gd name="csX26" fmla="*/ 101885 w 183411"/>
                <a:gd name="csY26" fmla="*/ 23588 h 2058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83411" h="205805">
                  <a:moveTo>
                    <a:pt x="101885" y="23588"/>
                  </a:moveTo>
                  <a:cubicBezTo>
                    <a:pt x="104618" y="12740"/>
                    <a:pt x="105529" y="9426"/>
                    <a:pt x="134073" y="9426"/>
                  </a:cubicBezTo>
                  <a:cubicBezTo>
                    <a:pt x="143183" y="9426"/>
                    <a:pt x="145612" y="9426"/>
                    <a:pt x="145612" y="3701"/>
                  </a:cubicBezTo>
                  <a:cubicBezTo>
                    <a:pt x="145612" y="85"/>
                    <a:pt x="142272" y="85"/>
                    <a:pt x="140754" y="85"/>
                  </a:cubicBezTo>
                  <a:cubicBezTo>
                    <a:pt x="130733" y="85"/>
                    <a:pt x="105833" y="989"/>
                    <a:pt x="95812" y="989"/>
                  </a:cubicBezTo>
                  <a:cubicBezTo>
                    <a:pt x="86702" y="989"/>
                    <a:pt x="64535" y="85"/>
                    <a:pt x="55425" y="85"/>
                  </a:cubicBezTo>
                  <a:cubicBezTo>
                    <a:pt x="53299" y="85"/>
                    <a:pt x="49655" y="85"/>
                    <a:pt x="49655" y="6111"/>
                  </a:cubicBezTo>
                  <a:cubicBezTo>
                    <a:pt x="49655" y="9426"/>
                    <a:pt x="52388" y="9426"/>
                    <a:pt x="58158" y="9426"/>
                  </a:cubicBezTo>
                  <a:cubicBezTo>
                    <a:pt x="58765" y="9426"/>
                    <a:pt x="64535" y="9426"/>
                    <a:pt x="69697" y="10028"/>
                  </a:cubicBezTo>
                  <a:cubicBezTo>
                    <a:pt x="75163" y="10631"/>
                    <a:pt x="77896" y="10932"/>
                    <a:pt x="77896" y="14850"/>
                  </a:cubicBezTo>
                  <a:cubicBezTo>
                    <a:pt x="77896" y="16055"/>
                    <a:pt x="77592" y="16959"/>
                    <a:pt x="76681" y="20575"/>
                  </a:cubicBezTo>
                  <a:lnTo>
                    <a:pt x="35991" y="182387"/>
                  </a:lnTo>
                  <a:cubicBezTo>
                    <a:pt x="32954" y="194138"/>
                    <a:pt x="32347" y="196549"/>
                    <a:pt x="8357" y="196549"/>
                  </a:cubicBezTo>
                  <a:cubicBezTo>
                    <a:pt x="3195" y="196549"/>
                    <a:pt x="159" y="196549"/>
                    <a:pt x="159" y="202575"/>
                  </a:cubicBezTo>
                  <a:cubicBezTo>
                    <a:pt x="159" y="205890"/>
                    <a:pt x="2892" y="205890"/>
                    <a:pt x="8357" y="205890"/>
                  </a:cubicBezTo>
                  <a:lnTo>
                    <a:pt x="148953" y="205890"/>
                  </a:lnTo>
                  <a:cubicBezTo>
                    <a:pt x="156241" y="205890"/>
                    <a:pt x="156544" y="205890"/>
                    <a:pt x="158366" y="200767"/>
                  </a:cubicBezTo>
                  <a:lnTo>
                    <a:pt x="182355" y="135681"/>
                  </a:lnTo>
                  <a:cubicBezTo>
                    <a:pt x="183570" y="132367"/>
                    <a:pt x="183570" y="131764"/>
                    <a:pt x="183570" y="131463"/>
                  </a:cubicBezTo>
                  <a:cubicBezTo>
                    <a:pt x="183570" y="130257"/>
                    <a:pt x="182659" y="128148"/>
                    <a:pt x="179926" y="128148"/>
                  </a:cubicBezTo>
                  <a:cubicBezTo>
                    <a:pt x="177193" y="128148"/>
                    <a:pt x="176889" y="129655"/>
                    <a:pt x="174764" y="134476"/>
                  </a:cubicBezTo>
                  <a:cubicBezTo>
                    <a:pt x="164439" y="162198"/>
                    <a:pt x="151078" y="196549"/>
                    <a:pt x="98545" y="196549"/>
                  </a:cubicBezTo>
                  <a:lnTo>
                    <a:pt x="70001" y="196549"/>
                  </a:lnTo>
                  <a:cubicBezTo>
                    <a:pt x="65749" y="196549"/>
                    <a:pt x="65142" y="196549"/>
                    <a:pt x="63320" y="196248"/>
                  </a:cubicBezTo>
                  <a:cubicBezTo>
                    <a:pt x="60284" y="195946"/>
                    <a:pt x="59373" y="195645"/>
                    <a:pt x="59373" y="193234"/>
                  </a:cubicBezTo>
                  <a:cubicBezTo>
                    <a:pt x="59373" y="192330"/>
                    <a:pt x="59373" y="191728"/>
                    <a:pt x="60891" y="186304"/>
                  </a:cubicBezTo>
                  <a:lnTo>
                    <a:pt x="101885" y="2358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B09C80E-B4F7-2D62-7785-4D8A0771342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682610" y="4990679"/>
              <a:ext cx="201934" cy="70510"/>
            </a:xfrm>
            <a:custGeom>
              <a:avLst/>
              <a:gdLst>
                <a:gd name="csX0" fmla="*/ 191778 w 201934"/>
                <a:gd name="csY0" fmla="*/ 12138 h 70510"/>
                <a:gd name="csX1" fmla="*/ 202103 w 201934"/>
                <a:gd name="csY1" fmla="*/ 6111 h 70510"/>
                <a:gd name="csX2" fmla="*/ 192082 w 201934"/>
                <a:gd name="csY2" fmla="*/ 85 h 70510"/>
                <a:gd name="csX3" fmla="*/ 10189 w 201934"/>
                <a:gd name="csY3" fmla="*/ 85 h 70510"/>
                <a:gd name="csX4" fmla="*/ 168 w 201934"/>
                <a:gd name="csY4" fmla="*/ 6111 h 70510"/>
                <a:gd name="csX5" fmla="*/ 10493 w 201934"/>
                <a:gd name="csY5" fmla="*/ 12138 h 70510"/>
                <a:gd name="csX6" fmla="*/ 191778 w 201934"/>
                <a:gd name="csY6" fmla="*/ 12138 h 70510"/>
                <a:gd name="csX7" fmla="*/ 192082 w 201934"/>
                <a:gd name="csY7" fmla="*/ 70595 h 70510"/>
                <a:gd name="csX8" fmla="*/ 202103 w 201934"/>
                <a:gd name="csY8" fmla="*/ 64568 h 70510"/>
                <a:gd name="csX9" fmla="*/ 191778 w 201934"/>
                <a:gd name="csY9" fmla="*/ 58542 h 70510"/>
                <a:gd name="csX10" fmla="*/ 10493 w 201934"/>
                <a:gd name="csY10" fmla="*/ 58542 h 70510"/>
                <a:gd name="csX11" fmla="*/ 168 w 201934"/>
                <a:gd name="csY11" fmla="*/ 64568 h 70510"/>
                <a:gd name="csX12" fmla="*/ 10189 w 201934"/>
                <a:gd name="csY12" fmla="*/ 70595 h 70510"/>
                <a:gd name="csX13" fmla="*/ 192082 w 201934"/>
                <a:gd name="csY13" fmla="*/ 70595 h 7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934" h="70510">
                  <a:moveTo>
                    <a:pt x="191778" y="12138"/>
                  </a:moveTo>
                  <a:cubicBezTo>
                    <a:pt x="196333" y="12138"/>
                    <a:pt x="202103" y="12138"/>
                    <a:pt x="202103" y="6111"/>
                  </a:cubicBezTo>
                  <a:cubicBezTo>
                    <a:pt x="202103" y="85"/>
                    <a:pt x="196333" y="85"/>
                    <a:pt x="192082" y="85"/>
                  </a:cubicBezTo>
                  <a:lnTo>
                    <a:pt x="10189" y="85"/>
                  </a:lnTo>
                  <a:cubicBezTo>
                    <a:pt x="5938" y="85"/>
                    <a:pt x="168" y="85"/>
                    <a:pt x="168" y="6111"/>
                  </a:cubicBezTo>
                  <a:cubicBezTo>
                    <a:pt x="168" y="12138"/>
                    <a:pt x="5938" y="12138"/>
                    <a:pt x="10493" y="12138"/>
                  </a:cubicBezTo>
                  <a:lnTo>
                    <a:pt x="191778" y="12138"/>
                  </a:lnTo>
                  <a:close/>
                  <a:moveTo>
                    <a:pt x="192082" y="70595"/>
                  </a:moveTo>
                  <a:cubicBezTo>
                    <a:pt x="196333" y="70595"/>
                    <a:pt x="202103" y="70595"/>
                    <a:pt x="202103" y="64568"/>
                  </a:cubicBezTo>
                  <a:cubicBezTo>
                    <a:pt x="202103" y="58542"/>
                    <a:pt x="196333" y="58542"/>
                    <a:pt x="191778" y="58542"/>
                  </a:cubicBezTo>
                  <a:lnTo>
                    <a:pt x="10493" y="58542"/>
                  </a:lnTo>
                  <a:cubicBezTo>
                    <a:pt x="5938" y="58542"/>
                    <a:pt x="168" y="58542"/>
                    <a:pt x="168" y="64568"/>
                  </a:cubicBezTo>
                  <a:cubicBezTo>
                    <a:pt x="168" y="70595"/>
                    <a:pt x="5938" y="70595"/>
                    <a:pt x="10189" y="70595"/>
                  </a:cubicBezTo>
                  <a:lnTo>
                    <a:pt x="192082" y="70595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1776476-4610-1D11-D110-2E50E4C38AE4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003140" y="4815005"/>
              <a:ext cx="404173" cy="421855"/>
            </a:xfrm>
            <a:custGeom>
              <a:avLst/>
              <a:gdLst>
                <a:gd name="csX0" fmla="*/ 367609 w 404173"/>
                <a:gd name="csY0" fmla="*/ 421931 h 421855"/>
                <a:gd name="csX1" fmla="*/ 404352 w 404173"/>
                <a:gd name="csY1" fmla="*/ 325507 h 421855"/>
                <a:gd name="csX2" fmla="*/ 396760 w 404173"/>
                <a:gd name="csY2" fmla="*/ 325507 h 421855"/>
                <a:gd name="csX3" fmla="*/ 317808 w 404173"/>
                <a:gd name="csY3" fmla="*/ 386374 h 421855"/>
                <a:gd name="csX4" fmla="*/ 223370 w 404173"/>
                <a:gd name="csY4" fmla="*/ 395715 h 421855"/>
                <a:gd name="csX5" fmla="*/ 40262 w 404173"/>
                <a:gd name="csY5" fmla="*/ 395715 h 421855"/>
                <a:gd name="csX6" fmla="*/ 194826 w 404173"/>
                <a:gd name="csY6" fmla="*/ 215824 h 421855"/>
                <a:gd name="csX7" fmla="*/ 197559 w 404173"/>
                <a:gd name="csY7" fmla="*/ 211003 h 421855"/>
                <a:gd name="csX8" fmla="*/ 195433 w 404173"/>
                <a:gd name="csY8" fmla="*/ 206483 h 421855"/>
                <a:gd name="csX9" fmla="*/ 53927 w 404173"/>
                <a:gd name="csY9" fmla="*/ 14539 h 421855"/>
                <a:gd name="csX10" fmla="*/ 220333 w 404173"/>
                <a:gd name="csY10" fmla="*/ 14539 h 421855"/>
                <a:gd name="csX11" fmla="*/ 291390 w 404173"/>
                <a:gd name="csY11" fmla="*/ 19360 h 421855"/>
                <a:gd name="csX12" fmla="*/ 358195 w 404173"/>
                <a:gd name="csY12" fmla="*/ 41959 h 421855"/>
                <a:gd name="csX13" fmla="*/ 396760 w 404173"/>
                <a:gd name="csY13" fmla="*/ 84748 h 421855"/>
                <a:gd name="csX14" fmla="*/ 404352 w 404173"/>
                <a:gd name="csY14" fmla="*/ 84748 h 421855"/>
                <a:gd name="csX15" fmla="*/ 367609 w 404173"/>
                <a:gd name="csY15" fmla="*/ 75 h 421855"/>
                <a:gd name="csX16" fmla="*/ 8681 w 404173"/>
                <a:gd name="csY16" fmla="*/ 75 h 421855"/>
                <a:gd name="csX17" fmla="*/ 482 w 404173"/>
                <a:gd name="csY17" fmla="*/ 2184 h 421855"/>
                <a:gd name="csX18" fmla="*/ 179 w 404173"/>
                <a:gd name="csY18" fmla="*/ 12128 h 421855"/>
                <a:gd name="csX19" fmla="*/ 160815 w 404173"/>
                <a:gd name="csY19" fmla="*/ 230288 h 421855"/>
                <a:gd name="csX20" fmla="*/ 3519 w 404173"/>
                <a:gd name="csY20" fmla="*/ 413192 h 421855"/>
                <a:gd name="csX21" fmla="*/ 482 w 404173"/>
                <a:gd name="csY21" fmla="*/ 418616 h 421855"/>
                <a:gd name="csX22" fmla="*/ 8681 w 404173"/>
                <a:gd name="csY22" fmla="*/ 421931 h 421855"/>
                <a:gd name="csX23" fmla="*/ 367609 w 404173"/>
                <a:gd name="csY23" fmla="*/ 421931 h 421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173" h="421855">
                  <a:moveTo>
                    <a:pt x="367609" y="421931"/>
                  </a:moveTo>
                  <a:lnTo>
                    <a:pt x="404352" y="325507"/>
                  </a:lnTo>
                  <a:lnTo>
                    <a:pt x="396760" y="325507"/>
                  </a:lnTo>
                  <a:cubicBezTo>
                    <a:pt x="384918" y="356845"/>
                    <a:pt x="352729" y="377335"/>
                    <a:pt x="317808" y="386374"/>
                  </a:cubicBezTo>
                  <a:cubicBezTo>
                    <a:pt x="311432" y="387881"/>
                    <a:pt x="281673" y="395715"/>
                    <a:pt x="223370" y="395715"/>
                  </a:cubicBezTo>
                  <a:lnTo>
                    <a:pt x="40262" y="395715"/>
                  </a:lnTo>
                  <a:lnTo>
                    <a:pt x="194826" y="215824"/>
                  </a:lnTo>
                  <a:cubicBezTo>
                    <a:pt x="196951" y="213414"/>
                    <a:pt x="197559" y="212510"/>
                    <a:pt x="197559" y="211003"/>
                  </a:cubicBezTo>
                  <a:cubicBezTo>
                    <a:pt x="197559" y="210400"/>
                    <a:pt x="197559" y="209496"/>
                    <a:pt x="195433" y="206483"/>
                  </a:cubicBezTo>
                  <a:lnTo>
                    <a:pt x="53927" y="14539"/>
                  </a:lnTo>
                  <a:lnTo>
                    <a:pt x="220333" y="14539"/>
                  </a:lnTo>
                  <a:cubicBezTo>
                    <a:pt x="261024" y="14539"/>
                    <a:pt x="288657" y="18757"/>
                    <a:pt x="291390" y="19360"/>
                  </a:cubicBezTo>
                  <a:cubicBezTo>
                    <a:pt x="307788" y="21771"/>
                    <a:pt x="334206" y="26893"/>
                    <a:pt x="358195" y="41959"/>
                  </a:cubicBezTo>
                  <a:cubicBezTo>
                    <a:pt x="365787" y="46781"/>
                    <a:pt x="386436" y="60340"/>
                    <a:pt x="396760" y="84748"/>
                  </a:cubicBezTo>
                  <a:lnTo>
                    <a:pt x="404352" y="84748"/>
                  </a:lnTo>
                  <a:lnTo>
                    <a:pt x="367609" y="75"/>
                  </a:lnTo>
                  <a:lnTo>
                    <a:pt x="8681" y="75"/>
                  </a:lnTo>
                  <a:cubicBezTo>
                    <a:pt x="1697" y="75"/>
                    <a:pt x="1393" y="377"/>
                    <a:pt x="482" y="2184"/>
                  </a:cubicBezTo>
                  <a:cubicBezTo>
                    <a:pt x="179" y="3088"/>
                    <a:pt x="179" y="8814"/>
                    <a:pt x="179" y="12128"/>
                  </a:cubicBezTo>
                  <a:lnTo>
                    <a:pt x="160815" y="230288"/>
                  </a:lnTo>
                  <a:lnTo>
                    <a:pt x="3519" y="413192"/>
                  </a:lnTo>
                  <a:cubicBezTo>
                    <a:pt x="482" y="416808"/>
                    <a:pt x="482" y="418315"/>
                    <a:pt x="482" y="418616"/>
                  </a:cubicBezTo>
                  <a:cubicBezTo>
                    <a:pt x="482" y="421931"/>
                    <a:pt x="3215" y="421931"/>
                    <a:pt x="8681" y="421931"/>
                  </a:cubicBezTo>
                  <a:lnTo>
                    <a:pt x="367609" y="421931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1E06804-5D61-8FC7-FF59-B4D869021029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168509" y="5315962"/>
              <a:ext cx="71846" cy="133939"/>
            </a:xfrm>
            <a:custGeom>
              <a:avLst/>
              <a:gdLst>
                <a:gd name="csX0" fmla="*/ 43547 w 71846"/>
                <a:gd name="csY0" fmla="*/ 48610 h 133939"/>
                <a:gd name="csX1" fmla="*/ 65229 w 71846"/>
                <a:gd name="csY1" fmla="*/ 48610 h 133939"/>
                <a:gd name="csX2" fmla="*/ 72031 w 71846"/>
                <a:gd name="csY2" fmla="*/ 43969 h 133939"/>
                <a:gd name="csX3" fmla="*/ 65654 w 71846"/>
                <a:gd name="csY3" fmla="*/ 41016 h 133939"/>
                <a:gd name="csX4" fmla="*/ 45460 w 71846"/>
                <a:gd name="csY4" fmla="*/ 41016 h 133939"/>
                <a:gd name="csX5" fmla="*/ 53325 w 71846"/>
                <a:gd name="csY5" fmla="*/ 9799 h 133939"/>
                <a:gd name="csX6" fmla="*/ 53963 w 71846"/>
                <a:gd name="csY6" fmla="*/ 6846 h 133939"/>
                <a:gd name="csX7" fmla="*/ 46736 w 71846"/>
                <a:gd name="csY7" fmla="*/ 96 h 133939"/>
                <a:gd name="csX8" fmla="*/ 36745 w 71846"/>
                <a:gd name="csY8" fmla="*/ 9166 h 133939"/>
                <a:gd name="csX9" fmla="*/ 28668 w 71846"/>
                <a:gd name="csY9" fmla="*/ 41016 h 133939"/>
                <a:gd name="csX10" fmla="*/ 6986 w 71846"/>
                <a:gd name="csY10" fmla="*/ 41016 h 133939"/>
                <a:gd name="csX11" fmla="*/ 184 w 71846"/>
                <a:gd name="csY11" fmla="*/ 45657 h 133939"/>
                <a:gd name="csX12" fmla="*/ 6561 w 71846"/>
                <a:gd name="csY12" fmla="*/ 48610 h 133939"/>
                <a:gd name="csX13" fmla="*/ 26755 w 71846"/>
                <a:gd name="csY13" fmla="*/ 48610 h 133939"/>
                <a:gd name="csX14" fmla="*/ 14214 w 71846"/>
                <a:gd name="csY14" fmla="*/ 98388 h 133939"/>
                <a:gd name="csX15" fmla="*/ 11025 w 71846"/>
                <a:gd name="csY15" fmla="*/ 113997 h 133939"/>
                <a:gd name="csX16" fmla="*/ 33769 w 71846"/>
                <a:gd name="csY16" fmla="*/ 134035 h 133939"/>
                <a:gd name="csX17" fmla="*/ 70755 w 71846"/>
                <a:gd name="csY17" fmla="*/ 101763 h 133939"/>
                <a:gd name="csX18" fmla="*/ 67354 w 71846"/>
                <a:gd name="csY18" fmla="*/ 99021 h 133939"/>
                <a:gd name="csX19" fmla="*/ 62890 w 71846"/>
                <a:gd name="csY19" fmla="*/ 103029 h 133939"/>
                <a:gd name="csX20" fmla="*/ 34407 w 71846"/>
                <a:gd name="csY20" fmla="*/ 128129 h 133939"/>
                <a:gd name="csX21" fmla="*/ 26967 w 71846"/>
                <a:gd name="csY21" fmla="*/ 117794 h 133939"/>
                <a:gd name="csX22" fmla="*/ 28243 w 71846"/>
                <a:gd name="csY22" fmla="*/ 109146 h 133939"/>
                <a:gd name="csX23" fmla="*/ 43547 w 71846"/>
                <a:gd name="csY23" fmla="*/ 48610 h 133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71846" h="133939">
                  <a:moveTo>
                    <a:pt x="43547" y="48610"/>
                  </a:moveTo>
                  <a:lnTo>
                    <a:pt x="65229" y="48610"/>
                  </a:lnTo>
                  <a:cubicBezTo>
                    <a:pt x="69267" y="48610"/>
                    <a:pt x="72031" y="48610"/>
                    <a:pt x="72031" y="43969"/>
                  </a:cubicBezTo>
                  <a:cubicBezTo>
                    <a:pt x="72031" y="41016"/>
                    <a:pt x="69267" y="41016"/>
                    <a:pt x="65654" y="41016"/>
                  </a:cubicBezTo>
                  <a:lnTo>
                    <a:pt x="45460" y="41016"/>
                  </a:lnTo>
                  <a:lnTo>
                    <a:pt x="53325" y="9799"/>
                  </a:lnTo>
                  <a:cubicBezTo>
                    <a:pt x="53538" y="8744"/>
                    <a:pt x="53963" y="7690"/>
                    <a:pt x="53963" y="6846"/>
                  </a:cubicBezTo>
                  <a:cubicBezTo>
                    <a:pt x="53963" y="3049"/>
                    <a:pt x="50987" y="96"/>
                    <a:pt x="46736" y="96"/>
                  </a:cubicBezTo>
                  <a:cubicBezTo>
                    <a:pt x="41422" y="96"/>
                    <a:pt x="38233" y="3682"/>
                    <a:pt x="36745" y="9166"/>
                  </a:cubicBezTo>
                  <a:cubicBezTo>
                    <a:pt x="35257" y="14439"/>
                    <a:pt x="38021" y="4315"/>
                    <a:pt x="28668" y="41016"/>
                  </a:cubicBezTo>
                  <a:lnTo>
                    <a:pt x="6986" y="41016"/>
                  </a:lnTo>
                  <a:cubicBezTo>
                    <a:pt x="2948" y="41016"/>
                    <a:pt x="184" y="41016"/>
                    <a:pt x="184" y="45657"/>
                  </a:cubicBezTo>
                  <a:cubicBezTo>
                    <a:pt x="184" y="48610"/>
                    <a:pt x="2735" y="48610"/>
                    <a:pt x="6561" y="48610"/>
                  </a:cubicBezTo>
                  <a:lnTo>
                    <a:pt x="26755" y="48610"/>
                  </a:lnTo>
                  <a:lnTo>
                    <a:pt x="14214" y="98388"/>
                  </a:lnTo>
                  <a:cubicBezTo>
                    <a:pt x="12938" y="103662"/>
                    <a:pt x="11025" y="111255"/>
                    <a:pt x="11025" y="113997"/>
                  </a:cubicBezTo>
                  <a:cubicBezTo>
                    <a:pt x="11025" y="126442"/>
                    <a:pt x="21653" y="134035"/>
                    <a:pt x="33769" y="134035"/>
                  </a:cubicBezTo>
                  <a:cubicBezTo>
                    <a:pt x="57364" y="134035"/>
                    <a:pt x="70755" y="104505"/>
                    <a:pt x="70755" y="101763"/>
                  </a:cubicBezTo>
                  <a:cubicBezTo>
                    <a:pt x="70755" y="99021"/>
                    <a:pt x="67992" y="99021"/>
                    <a:pt x="67354" y="99021"/>
                  </a:cubicBezTo>
                  <a:cubicBezTo>
                    <a:pt x="64803" y="99021"/>
                    <a:pt x="64591" y="99443"/>
                    <a:pt x="62890" y="103029"/>
                  </a:cubicBezTo>
                  <a:cubicBezTo>
                    <a:pt x="56939" y="116317"/>
                    <a:pt x="46098" y="128129"/>
                    <a:pt x="34407" y="128129"/>
                  </a:cubicBezTo>
                  <a:cubicBezTo>
                    <a:pt x="29943" y="128129"/>
                    <a:pt x="26967" y="125387"/>
                    <a:pt x="26967" y="117794"/>
                  </a:cubicBezTo>
                  <a:cubicBezTo>
                    <a:pt x="26967" y="115685"/>
                    <a:pt x="27818" y="111255"/>
                    <a:pt x="28243" y="109146"/>
                  </a:cubicBezTo>
                  <a:lnTo>
                    <a:pt x="43547" y="48610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4774D69-1883-83AF-4DAA-8532FB820913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487209" y="4895460"/>
              <a:ext cx="183411" cy="205805"/>
            </a:xfrm>
            <a:custGeom>
              <a:avLst/>
              <a:gdLst>
                <a:gd name="csX0" fmla="*/ 101921 w 183411"/>
                <a:gd name="csY0" fmla="*/ 23588 h 205805"/>
                <a:gd name="csX1" fmla="*/ 134109 w 183411"/>
                <a:gd name="csY1" fmla="*/ 9426 h 205805"/>
                <a:gd name="csX2" fmla="*/ 145648 w 183411"/>
                <a:gd name="csY2" fmla="*/ 3701 h 205805"/>
                <a:gd name="csX3" fmla="*/ 140790 w 183411"/>
                <a:gd name="csY3" fmla="*/ 85 h 205805"/>
                <a:gd name="csX4" fmla="*/ 95848 w 183411"/>
                <a:gd name="csY4" fmla="*/ 989 h 205805"/>
                <a:gd name="csX5" fmla="*/ 55461 w 183411"/>
                <a:gd name="csY5" fmla="*/ 85 h 205805"/>
                <a:gd name="csX6" fmla="*/ 49692 w 183411"/>
                <a:gd name="csY6" fmla="*/ 6111 h 205805"/>
                <a:gd name="csX7" fmla="*/ 58194 w 183411"/>
                <a:gd name="csY7" fmla="*/ 9426 h 205805"/>
                <a:gd name="csX8" fmla="*/ 69733 w 183411"/>
                <a:gd name="csY8" fmla="*/ 10028 h 205805"/>
                <a:gd name="csX9" fmla="*/ 77932 w 183411"/>
                <a:gd name="csY9" fmla="*/ 14850 h 205805"/>
                <a:gd name="csX10" fmla="*/ 76717 w 183411"/>
                <a:gd name="csY10" fmla="*/ 20575 h 205805"/>
                <a:gd name="csX11" fmla="*/ 36027 w 183411"/>
                <a:gd name="csY11" fmla="*/ 182387 h 205805"/>
                <a:gd name="csX12" fmla="*/ 8394 w 183411"/>
                <a:gd name="csY12" fmla="*/ 196549 h 205805"/>
                <a:gd name="csX13" fmla="*/ 195 w 183411"/>
                <a:gd name="csY13" fmla="*/ 202575 h 205805"/>
                <a:gd name="csX14" fmla="*/ 8394 w 183411"/>
                <a:gd name="csY14" fmla="*/ 205890 h 205805"/>
                <a:gd name="csX15" fmla="*/ 148989 w 183411"/>
                <a:gd name="csY15" fmla="*/ 205890 h 205805"/>
                <a:gd name="csX16" fmla="*/ 158402 w 183411"/>
                <a:gd name="csY16" fmla="*/ 200767 h 205805"/>
                <a:gd name="csX17" fmla="*/ 182391 w 183411"/>
                <a:gd name="csY17" fmla="*/ 135681 h 205805"/>
                <a:gd name="csX18" fmla="*/ 183606 w 183411"/>
                <a:gd name="csY18" fmla="*/ 131463 h 205805"/>
                <a:gd name="csX19" fmla="*/ 179962 w 183411"/>
                <a:gd name="csY19" fmla="*/ 128148 h 205805"/>
                <a:gd name="csX20" fmla="*/ 174800 w 183411"/>
                <a:gd name="csY20" fmla="*/ 134476 h 205805"/>
                <a:gd name="csX21" fmla="*/ 98581 w 183411"/>
                <a:gd name="csY21" fmla="*/ 196549 h 205805"/>
                <a:gd name="csX22" fmla="*/ 70037 w 183411"/>
                <a:gd name="csY22" fmla="*/ 196549 h 205805"/>
                <a:gd name="csX23" fmla="*/ 63356 w 183411"/>
                <a:gd name="csY23" fmla="*/ 196248 h 205805"/>
                <a:gd name="csX24" fmla="*/ 59409 w 183411"/>
                <a:gd name="csY24" fmla="*/ 193234 h 205805"/>
                <a:gd name="csX25" fmla="*/ 60927 w 183411"/>
                <a:gd name="csY25" fmla="*/ 186304 h 205805"/>
                <a:gd name="csX26" fmla="*/ 101921 w 183411"/>
                <a:gd name="csY26" fmla="*/ 23588 h 2058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83411" h="205805">
                  <a:moveTo>
                    <a:pt x="101921" y="23588"/>
                  </a:moveTo>
                  <a:cubicBezTo>
                    <a:pt x="104654" y="12740"/>
                    <a:pt x="105565" y="9426"/>
                    <a:pt x="134109" y="9426"/>
                  </a:cubicBezTo>
                  <a:cubicBezTo>
                    <a:pt x="143219" y="9426"/>
                    <a:pt x="145648" y="9426"/>
                    <a:pt x="145648" y="3701"/>
                  </a:cubicBezTo>
                  <a:cubicBezTo>
                    <a:pt x="145648" y="85"/>
                    <a:pt x="142308" y="85"/>
                    <a:pt x="140790" y="85"/>
                  </a:cubicBezTo>
                  <a:cubicBezTo>
                    <a:pt x="130769" y="85"/>
                    <a:pt x="105869" y="989"/>
                    <a:pt x="95848" y="989"/>
                  </a:cubicBezTo>
                  <a:cubicBezTo>
                    <a:pt x="86738" y="989"/>
                    <a:pt x="64571" y="85"/>
                    <a:pt x="55461" y="85"/>
                  </a:cubicBezTo>
                  <a:cubicBezTo>
                    <a:pt x="53335" y="85"/>
                    <a:pt x="49692" y="85"/>
                    <a:pt x="49692" y="6111"/>
                  </a:cubicBezTo>
                  <a:cubicBezTo>
                    <a:pt x="49692" y="9426"/>
                    <a:pt x="52424" y="9426"/>
                    <a:pt x="58194" y="9426"/>
                  </a:cubicBezTo>
                  <a:cubicBezTo>
                    <a:pt x="58801" y="9426"/>
                    <a:pt x="64571" y="9426"/>
                    <a:pt x="69733" y="10028"/>
                  </a:cubicBezTo>
                  <a:cubicBezTo>
                    <a:pt x="75199" y="10631"/>
                    <a:pt x="77932" y="10932"/>
                    <a:pt x="77932" y="14850"/>
                  </a:cubicBezTo>
                  <a:cubicBezTo>
                    <a:pt x="77932" y="16055"/>
                    <a:pt x="77628" y="16959"/>
                    <a:pt x="76717" y="20575"/>
                  </a:cubicBezTo>
                  <a:lnTo>
                    <a:pt x="36027" y="182387"/>
                  </a:lnTo>
                  <a:cubicBezTo>
                    <a:pt x="32990" y="194138"/>
                    <a:pt x="32383" y="196549"/>
                    <a:pt x="8394" y="196549"/>
                  </a:cubicBezTo>
                  <a:cubicBezTo>
                    <a:pt x="3231" y="196549"/>
                    <a:pt x="195" y="196549"/>
                    <a:pt x="195" y="202575"/>
                  </a:cubicBezTo>
                  <a:cubicBezTo>
                    <a:pt x="195" y="205890"/>
                    <a:pt x="2928" y="205890"/>
                    <a:pt x="8394" y="205890"/>
                  </a:cubicBezTo>
                  <a:lnTo>
                    <a:pt x="148989" y="205890"/>
                  </a:lnTo>
                  <a:cubicBezTo>
                    <a:pt x="156277" y="205890"/>
                    <a:pt x="156580" y="205890"/>
                    <a:pt x="158402" y="200767"/>
                  </a:cubicBezTo>
                  <a:lnTo>
                    <a:pt x="182391" y="135681"/>
                  </a:lnTo>
                  <a:cubicBezTo>
                    <a:pt x="183606" y="132367"/>
                    <a:pt x="183606" y="131764"/>
                    <a:pt x="183606" y="131463"/>
                  </a:cubicBezTo>
                  <a:cubicBezTo>
                    <a:pt x="183606" y="130257"/>
                    <a:pt x="182695" y="128148"/>
                    <a:pt x="179962" y="128148"/>
                  </a:cubicBezTo>
                  <a:cubicBezTo>
                    <a:pt x="177229" y="128148"/>
                    <a:pt x="176926" y="129655"/>
                    <a:pt x="174800" y="134476"/>
                  </a:cubicBezTo>
                  <a:cubicBezTo>
                    <a:pt x="164475" y="162198"/>
                    <a:pt x="151114" y="196549"/>
                    <a:pt x="98581" y="196549"/>
                  </a:cubicBezTo>
                  <a:lnTo>
                    <a:pt x="70037" y="196549"/>
                  </a:lnTo>
                  <a:cubicBezTo>
                    <a:pt x="65786" y="196549"/>
                    <a:pt x="65178" y="196549"/>
                    <a:pt x="63356" y="196248"/>
                  </a:cubicBezTo>
                  <a:cubicBezTo>
                    <a:pt x="60320" y="195946"/>
                    <a:pt x="59409" y="195645"/>
                    <a:pt x="59409" y="193234"/>
                  </a:cubicBezTo>
                  <a:cubicBezTo>
                    <a:pt x="59409" y="192330"/>
                    <a:pt x="59409" y="191728"/>
                    <a:pt x="60927" y="186304"/>
                  </a:cubicBezTo>
                  <a:lnTo>
                    <a:pt x="101921" y="2358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9C385F4-1639-02CE-BC7B-A18ED25FA19E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690953" y="5014634"/>
              <a:ext cx="71846" cy="133939"/>
            </a:xfrm>
            <a:custGeom>
              <a:avLst/>
              <a:gdLst>
                <a:gd name="csX0" fmla="*/ 43564 w 71846"/>
                <a:gd name="csY0" fmla="*/ 48600 h 133939"/>
                <a:gd name="csX1" fmla="*/ 65246 w 71846"/>
                <a:gd name="csY1" fmla="*/ 48600 h 133939"/>
                <a:gd name="csX2" fmla="*/ 72048 w 71846"/>
                <a:gd name="csY2" fmla="*/ 43959 h 133939"/>
                <a:gd name="csX3" fmla="*/ 65671 w 71846"/>
                <a:gd name="csY3" fmla="*/ 41006 h 133939"/>
                <a:gd name="csX4" fmla="*/ 45477 w 71846"/>
                <a:gd name="csY4" fmla="*/ 41006 h 133939"/>
                <a:gd name="csX5" fmla="*/ 53342 w 71846"/>
                <a:gd name="csY5" fmla="*/ 9789 h 133939"/>
                <a:gd name="csX6" fmla="*/ 53980 w 71846"/>
                <a:gd name="csY6" fmla="*/ 6836 h 133939"/>
                <a:gd name="csX7" fmla="*/ 46753 w 71846"/>
                <a:gd name="csY7" fmla="*/ 86 h 133939"/>
                <a:gd name="csX8" fmla="*/ 36762 w 71846"/>
                <a:gd name="csY8" fmla="*/ 9156 h 133939"/>
                <a:gd name="csX9" fmla="*/ 28685 w 71846"/>
                <a:gd name="csY9" fmla="*/ 41006 h 133939"/>
                <a:gd name="csX10" fmla="*/ 7004 w 71846"/>
                <a:gd name="csY10" fmla="*/ 41006 h 133939"/>
                <a:gd name="csX11" fmla="*/ 202 w 71846"/>
                <a:gd name="csY11" fmla="*/ 45647 h 133939"/>
                <a:gd name="csX12" fmla="*/ 6578 w 71846"/>
                <a:gd name="csY12" fmla="*/ 48600 h 133939"/>
                <a:gd name="csX13" fmla="*/ 26772 w 71846"/>
                <a:gd name="csY13" fmla="*/ 48600 h 133939"/>
                <a:gd name="csX14" fmla="*/ 14231 w 71846"/>
                <a:gd name="csY14" fmla="*/ 98379 h 133939"/>
                <a:gd name="csX15" fmla="*/ 11042 w 71846"/>
                <a:gd name="csY15" fmla="*/ 113987 h 133939"/>
                <a:gd name="csX16" fmla="*/ 33786 w 71846"/>
                <a:gd name="csY16" fmla="*/ 134025 h 133939"/>
                <a:gd name="csX17" fmla="*/ 70772 w 71846"/>
                <a:gd name="csY17" fmla="*/ 101753 h 133939"/>
                <a:gd name="csX18" fmla="*/ 67371 w 71846"/>
                <a:gd name="csY18" fmla="*/ 99011 h 133939"/>
                <a:gd name="csX19" fmla="*/ 62908 w 71846"/>
                <a:gd name="csY19" fmla="*/ 103019 h 133939"/>
                <a:gd name="csX20" fmla="*/ 34424 w 71846"/>
                <a:gd name="csY20" fmla="*/ 128119 h 133939"/>
                <a:gd name="csX21" fmla="*/ 26984 w 71846"/>
                <a:gd name="csY21" fmla="*/ 117784 h 133939"/>
                <a:gd name="csX22" fmla="*/ 28260 w 71846"/>
                <a:gd name="csY22" fmla="*/ 109136 h 133939"/>
                <a:gd name="csX23" fmla="*/ 43564 w 71846"/>
                <a:gd name="csY23" fmla="*/ 48600 h 133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71846" h="133939">
                  <a:moveTo>
                    <a:pt x="43564" y="48600"/>
                  </a:moveTo>
                  <a:lnTo>
                    <a:pt x="65246" y="48600"/>
                  </a:lnTo>
                  <a:cubicBezTo>
                    <a:pt x="69284" y="48600"/>
                    <a:pt x="72048" y="48600"/>
                    <a:pt x="72048" y="43959"/>
                  </a:cubicBezTo>
                  <a:cubicBezTo>
                    <a:pt x="72048" y="41006"/>
                    <a:pt x="69284" y="41006"/>
                    <a:pt x="65671" y="41006"/>
                  </a:cubicBezTo>
                  <a:lnTo>
                    <a:pt x="45477" y="41006"/>
                  </a:lnTo>
                  <a:lnTo>
                    <a:pt x="53342" y="9789"/>
                  </a:lnTo>
                  <a:cubicBezTo>
                    <a:pt x="53555" y="8734"/>
                    <a:pt x="53980" y="7680"/>
                    <a:pt x="53980" y="6836"/>
                  </a:cubicBezTo>
                  <a:cubicBezTo>
                    <a:pt x="53980" y="3039"/>
                    <a:pt x="51004" y="86"/>
                    <a:pt x="46753" y="86"/>
                  </a:cubicBezTo>
                  <a:cubicBezTo>
                    <a:pt x="41439" y="86"/>
                    <a:pt x="38250" y="3672"/>
                    <a:pt x="36762" y="9156"/>
                  </a:cubicBezTo>
                  <a:cubicBezTo>
                    <a:pt x="35274" y="14429"/>
                    <a:pt x="38038" y="4305"/>
                    <a:pt x="28685" y="41006"/>
                  </a:cubicBezTo>
                  <a:lnTo>
                    <a:pt x="7004" y="41006"/>
                  </a:lnTo>
                  <a:cubicBezTo>
                    <a:pt x="2965" y="41006"/>
                    <a:pt x="202" y="41006"/>
                    <a:pt x="202" y="45647"/>
                  </a:cubicBezTo>
                  <a:cubicBezTo>
                    <a:pt x="202" y="48600"/>
                    <a:pt x="2752" y="48600"/>
                    <a:pt x="6578" y="48600"/>
                  </a:cubicBezTo>
                  <a:lnTo>
                    <a:pt x="26772" y="48600"/>
                  </a:lnTo>
                  <a:lnTo>
                    <a:pt x="14231" y="98379"/>
                  </a:lnTo>
                  <a:cubicBezTo>
                    <a:pt x="12955" y="103652"/>
                    <a:pt x="11042" y="111245"/>
                    <a:pt x="11042" y="113987"/>
                  </a:cubicBezTo>
                  <a:cubicBezTo>
                    <a:pt x="11042" y="126432"/>
                    <a:pt x="21670" y="134025"/>
                    <a:pt x="33786" y="134025"/>
                  </a:cubicBezTo>
                  <a:cubicBezTo>
                    <a:pt x="57381" y="134025"/>
                    <a:pt x="70772" y="104495"/>
                    <a:pt x="70772" y="101753"/>
                  </a:cubicBezTo>
                  <a:cubicBezTo>
                    <a:pt x="70772" y="99011"/>
                    <a:pt x="68009" y="99011"/>
                    <a:pt x="67371" y="99011"/>
                  </a:cubicBezTo>
                  <a:cubicBezTo>
                    <a:pt x="64821" y="99011"/>
                    <a:pt x="64608" y="99433"/>
                    <a:pt x="62908" y="103019"/>
                  </a:cubicBezTo>
                  <a:cubicBezTo>
                    <a:pt x="56956" y="116307"/>
                    <a:pt x="46115" y="128119"/>
                    <a:pt x="34424" y="128119"/>
                  </a:cubicBezTo>
                  <a:cubicBezTo>
                    <a:pt x="29960" y="128119"/>
                    <a:pt x="26984" y="125377"/>
                    <a:pt x="26984" y="117784"/>
                  </a:cubicBezTo>
                  <a:cubicBezTo>
                    <a:pt x="26984" y="115675"/>
                    <a:pt x="27835" y="111245"/>
                    <a:pt x="28260" y="109136"/>
                  </a:cubicBezTo>
                  <a:lnTo>
                    <a:pt x="43564" y="48600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3FA3E8F-E40D-C1BE-F815-EC7E3C23E842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7682610" y="5804261"/>
              <a:ext cx="201934" cy="70510"/>
            </a:xfrm>
            <a:custGeom>
              <a:avLst/>
              <a:gdLst>
                <a:gd name="csX0" fmla="*/ 191778 w 201934"/>
                <a:gd name="csY0" fmla="*/ 12165 h 70510"/>
                <a:gd name="csX1" fmla="*/ 202103 w 201934"/>
                <a:gd name="csY1" fmla="*/ 6138 h 70510"/>
                <a:gd name="csX2" fmla="*/ 192082 w 201934"/>
                <a:gd name="csY2" fmla="*/ 112 h 70510"/>
                <a:gd name="csX3" fmla="*/ 10189 w 201934"/>
                <a:gd name="csY3" fmla="*/ 112 h 70510"/>
                <a:gd name="csX4" fmla="*/ 168 w 201934"/>
                <a:gd name="csY4" fmla="*/ 6138 h 70510"/>
                <a:gd name="csX5" fmla="*/ 10493 w 201934"/>
                <a:gd name="csY5" fmla="*/ 12165 h 70510"/>
                <a:gd name="csX6" fmla="*/ 191778 w 201934"/>
                <a:gd name="csY6" fmla="*/ 12165 h 70510"/>
                <a:gd name="csX7" fmla="*/ 192082 w 201934"/>
                <a:gd name="csY7" fmla="*/ 70622 h 70510"/>
                <a:gd name="csX8" fmla="*/ 202103 w 201934"/>
                <a:gd name="csY8" fmla="*/ 64595 h 70510"/>
                <a:gd name="csX9" fmla="*/ 191778 w 201934"/>
                <a:gd name="csY9" fmla="*/ 58569 h 70510"/>
                <a:gd name="csX10" fmla="*/ 10493 w 201934"/>
                <a:gd name="csY10" fmla="*/ 58569 h 70510"/>
                <a:gd name="csX11" fmla="*/ 168 w 201934"/>
                <a:gd name="csY11" fmla="*/ 64595 h 70510"/>
                <a:gd name="csX12" fmla="*/ 10189 w 201934"/>
                <a:gd name="csY12" fmla="*/ 70622 h 70510"/>
                <a:gd name="csX13" fmla="*/ 192082 w 201934"/>
                <a:gd name="csY13" fmla="*/ 70622 h 7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934" h="70510">
                  <a:moveTo>
                    <a:pt x="191778" y="12165"/>
                  </a:moveTo>
                  <a:cubicBezTo>
                    <a:pt x="196333" y="12165"/>
                    <a:pt x="202103" y="12165"/>
                    <a:pt x="202103" y="6138"/>
                  </a:cubicBezTo>
                  <a:cubicBezTo>
                    <a:pt x="202103" y="112"/>
                    <a:pt x="196333" y="112"/>
                    <a:pt x="192082" y="112"/>
                  </a:cubicBezTo>
                  <a:lnTo>
                    <a:pt x="10189" y="112"/>
                  </a:lnTo>
                  <a:cubicBezTo>
                    <a:pt x="5938" y="112"/>
                    <a:pt x="168" y="112"/>
                    <a:pt x="168" y="6138"/>
                  </a:cubicBezTo>
                  <a:cubicBezTo>
                    <a:pt x="168" y="12165"/>
                    <a:pt x="5938" y="12165"/>
                    <a:pt x="10493" y="12165"/>
                  </a:cubicBezTo>
                  <a:lnTo>
                    <a:pt x="191778" y="12165"/>
                  </a:lnTo>
                  <a:close/>
                  <a:moveTo>
                    <a:pt x="192082" y="70622"/>
                  </a:moveTo>
                  <a:cubicBezTo>
                    <a:pt x="196333" y="70622"/>
                    <a:pt x="202103" y="70622"/>
                    <a:pt x="202103" y="64595"/>
                  </a:cubicBezTo>
                  <a:cubicBezTo>
                    <a:pt x="202103" y="58569"/>
                    <a:pt x="196333" y="58569"/>
                    <a:pt x="191778" y="58569"/>
                  </a:cubicBezTo>
                  <a:lnTo>
                    <a:pt x="10493" y="58569"/>
                  </a:lnTo>
                  <a:cubicBezTo>
                    <a:pt x="5938" y="58569"/>
                    <a:pt x="168" y="58569"/>
                    <a:pt x="168" y="64595"/>
                  </a:cubicBezTo>
                  <a:cubicBezTo>
                    <a:pt x="168" y="70622"/>
                    <a:pt x="5938" y="70622"/>
                    <a:pt x="10189" y="70622"/>
                  </a:cubicBezTo>
                  <a:lnTo>
                    <a:pt x="192082" y="7062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227D41A-9367-5476-AFEC-672850F311F2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003140" y="5628587"/>
              <a:ext cx="404173" cy="421855"/>
            </a:xfrm>
            <a:custGeom>
              <a:avLst/>
              <a:gdLst>
                <a:gd name="csX0" fmla="*/ 367609 w 404173"/>
                <a:gd name="csY0" fmla="*/ 421958 h 421855"/>
                <a:gd name="csX1" fmla="*/ 404352 w 404173"/>
                <a:gd name="csY1" fmla="*/ 325534 h 421855"/>
                <a:gd name="csX2" fmla="*/ 396760 w 404173"/>
                <a:gd name="csY2" fmla="*/ 325534 h 421855"/>
                <a:gd name="csX3" fmla="*/ 317808 w 404173"/>
                <a:gd name="csY3" fmla="*/ 386401 h 421855"/>
                <a:gd name="csX4" fmla="*/ 223370 w 404173"/>
                <a:gd name="csY4" fmla="*/ 395742 h 421855"/>
                <a:gd name="csX5" fmla="*/ 40262 w 404173"/>
                <a:gd name="csY5" fmla="*/ 395742 h 421855"/>
                <a:gd name="csX6" fmla="*/ 194826 w 404173"/>
                <a:gd name="csY6" fmla="*/ 215851 h 421855"/>
                <a:gd name="csX7" fmla="*/ 197559 w 404173"/>
                <a:gd name="csY7" fmla="*/ 211030 h 421855"/>
                <a:gd name="csX8" fmla="*/ 195433 w 404173"/>
                <a:gd name="csY8" fmla="*/ 206510 h 421855"/>
                <a:gd name="csX9" fmla="*/ 53927 w 404173"/>
                <a:gd name="csY9" fmla="*/ 14566 h 421855"/>
                <a:gd name="csX10" fmla="*/ 220333 w 404173"/>
                <a:gd name="csY10" fmla="*/ 14566 h 421855"/>
                <a:gd name="csX11" fmla="*/ 291390 w 404173"/>
                <a:gd name="csY11" fmla="*/ 19387 h 421855"/>
                <a:gd name="csX12" fmla="*/ 358195 w 404173"/>
                <a:gd name="csY12" fmla="*/ 41986 h 421855"/>
                <a:gd name="csX13" fmla="*/ 396760 w 404173"/>
                <a:gd name="csY13" fmla="*/ 84775 h 421855"/>
                <a:gd name="csX14" fmla="*/ 404352 w 404173"/>
                <a:gd name="csY14" fmla="*/ 84775 h 421855"/>
                <a:gd name="csX15" fmla="*/ 367609 w 404173"/>
                <a:gd name="csY15" fmla="*/ 102 h 421855"/>
                <a:gd name="csX16" fmla="*/ 8681 w 404173"/>
                <a:gd name="csY16" fmla="*/ 102 h 421855"/>
                <a:gd name="csX17" fmla="*/ 482 w 404173"/>
                <a:gd name="csY17" fmla="*/ 2211 h 421855"/>
                <a:gd name="csX18" fmla="*/ 179 w 404173"/>
                <a:gd name="csY18" fmla="*/ 12155 h 421855"/>
                <a:gd name="csX19" fmla="*/ 160815 w 404173"/>
                <a:gd name="csY19" fmla="*/ 230315 h 421855"/>
                <a:gd name="csX20" fmla="*/ 3519 w 404173"/>
                <a:gd name="csY20" fmla="*/ 413219 h 421855"/>
                <a:gd name="csX21" fmla="*/ 482 w 404173"/>
                <a:gd name="csY21" fmla="*/ 418643 h 421855"/>
                <a:gd name="csX22" fmla="*/ 8681 w 404173"/>
                <a:gd name="csY22" fmla="*/ 421958 h 421855"/>
                <a:gd name="csX23" fmla="*/ 367609 w 404173"/>
                <a:gd name="csY23" fmla="*/ 421958 h 421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4173" h="421855">
                  <a:moveTo>
                    <a:pt x="367609" y="421958"/>
                  </a:moveTo>
                  <a:lnTo>
                    <a:pt x="404352" y="325534"/>
                  </a:lnTo>
                  <a:lnTo>
                    <a:pt x="396760" y="325534"/>
                  </a:lnTo>
                  <a:cubicBezTo>
                    <a:pt x="384918" y="356871"/>
                    <a:pt x="352729" y="377362"/>
                    <a:pt x="317808" y="386401"/>
                  </a:cubicBezTo>
                  <a:cubicBezTo>
                    <a:pt x="311432" y="387908"/>
                    <a:pt x="281673" y="395742"/>
                    <a:pt x="223370" y="395742"/>
                  </a:cubicBezTo>
                  <a:lnTo>
                    <a:pt x="40262" y="395742"/>
                  </a:lnTo>
                  <a:lnTo>
                    <a:pt x="194826" y="215851"/>
                  </a:lnTo>
                  <a:cubicBezTo>
                    <a:pt x="196951" y="213441"/>
                    <a:pt x="197559" y="212537"/>
                    <a:pt x="197559" y="211030"/>
                  </a:cubicBezTo>
                  <a:cubicBezTo>
                    <a:pt x="197559" y="210427"/>
                    <a:pt x="197559" y="209523"/>
                    <a:pt x="195433" y="206510"/>
                  </a:cubicBezTo>
                  <a:lnTo>
                    <a:pt x="53927" y="14566"/>
                  </a:lnTo>
                  <a:lnTo>
                    <a:pt x="220333" y="14566"/>
                  </a:lnTo>
                  <a:cubicBezTo>
                    <a:pt x="261024" y="14566"/>
                    <a:pt x="288657" y="18784"/>
                    <a:pt x="291390" y="19387"/>
                  </a:cubicBezTo>
                  <a:cubicBezTo>
                    <a:pt x="307788" y="21798"/>
                    <a:pt x="334206" y="26920"/>
                    <a:pt x="358195" y="41986"/>
                  </a:cubicBezTo>
                  <a:cubicBezTo>
                    <a:pt x="365787" y="46808"/>
                    <a:pt x="386436" y="60367"/>
                    <a:pt x="396760" y="84775"/>
                  </a:cubicBezTo>
                  <a:lnTo>
                    <a:pt x="404352" y="84775"/>
                  </a:lnTo>
                  <a:lnTo>
                    <a:pt x="367609" y="102"/>
                  </a:lnTo>
                  <a:lnTo>
                    <a:pt x="8681" y="102"/>
                  </a:lnTo>
                  <a:cubicBezTo>
                    <a:pt x="1697" y="102"/>
                    <a:pt x="1393" y="403"/>
                    <a:pt x="482" y="2211"/>
                  </a:cubicBezTo>
                  <a:cubicBezTo>
                    <a:pt x="179" y="3115"/>
                    <a:pt x="179" y="8841"/>
                    <a:pt x="179" y="12155"/>
                  </a:cubicBezTo>
                  <a:lnTo>
                    <a:pt x="160815" y="230315"/>
                  </a:lnTo>
                  <a:lnTo>
                    <a:pt x="3519" y="413219"/>
                  </a:lnTo>
                  <a:cubicBezTo>
                    <a:pt x="482" y="416835"/>
                    <a:pt x="482" y="418342"/>
                    <a:pt x="482" y="418643"/>
                  </a:cubicBezTo>
                  <a:cubicBezTo>
                    <a:pt x="482" y="421958"/>
                    <a:pt x="3215" y="421958"/>
                    <a:pt x="8681" y="421958"/>
                  </a:cubicBezTo>
                  <a:lnTo>
                    <a:pt x="367609" y="42195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0B3F818-6F3E-FC7D-8F59-7FFA7D0B2428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8168509" y="6129544"/>
              <a:ext cx="71846" cy="133939"/>
            </a:xfrm>
            <a:custGeom>
              <a:avLst/>
              <a:gdLst>
                <a:gd name="csX0" fmla="*/ 43547 w 71846"/>
                <a:gd name="csY0" fmla="*/ 48636 h 133939"/>
                <a:gd name="csX1" fmla="*/ 65229 w 71846"/>
                <a:gd name="csY1" fmla="*/ 48636 h 133939"/>
                <a:gd name="csX2" fmla="*/ 72031 w 71846"/>
                <a:gd name="csY2" fmla="*/ 43996 h 133939"/>
                <a:gd name="csX3" fmla="*/ 65654 w 71846"/>
                <a:gd name="csY3" fmla="*/ 41043 h 133939"/>
                <a:gd name="csX4" fmla="*/ 45460 w 71846"/>
                <a:gd name="csY4" fmla="*/ 41043 h 133939"/>
                <a:gd name="csX5" fmla="*/ 53325 w 71846"/>
                <a:gd name="csY5" fmla="*/ 9826 h 133939"/>
                <a:gd name="csX6" fmla="*/ 53963 w 71846"/>
                <a:gd name="csY6" fmla="*/ 6873 h 133939"/>
                <a:gd name="csX7" fmla="*/ 46736 w 71846"/>
                <a:gd name="csY7" fmla="*/ 123 h 133939"/>
                <a:gd name="csX8" fmla="*/ 36745 w 71846"/>
                <a:gd name="csY8" fmla="*/ 9193 h 133939"/>
                <a:gd name="csX9" fmla="*/ 28668 w 71846"/>
                <a:gd name="csY9" fmla="*/ 41043 h 133939"/>
                <a:gd name="csX10" fmla="*/ 6986 w 71846"/>
                <a:gd name="csY10" fmla="*/ 41043 h 133939"/>
                <a:gd name="csX11" fmla="*/ 184 w 71846"/>
                <a:gd name="csY11" fmla="*/ 45683 h 133939"/>
                <a:gd name="csX12" fmla="*/ 6561 w 71846"/>
                <a:gd name="csY12" fmla="*/ 48636 h 133939"/>
                <a:gd name="csX13" fmla="*/ 26755 w 71846"/>
                <a:gd name="csY13" fmla="*/ 48636 h 133939"/>
                <a:gd name="csX14" fmla="*/ 14214 w 71846"/>
                <a:gd name="csY14" fmla="*/ 98415 h 133939"/>
                <a:gd name="csX15" fmla="*/ 11025 w 71846"/>
                <a:gd name="csY15" fmla="*/ 114024 h 133939"/>
                <a:gd name="csX16" fmla="*/ 33769 w 71846"/>
                <a:gd name="csY16" fmla="*/ 134062 h 133939"/>
                <a:gd name="csX17" fmla="*/ 70755 w 71846"/>
                <a:gd name="csY17" fmla="*/ 101790 h 133939"/>
                <a:gd name="csX18" fmla="*/ 67354 w 71846"/>
                <a:gd name="csY18" fmla="*/ 99048 h 133939"/>
                <a:gd name="csX19" fmla="*/ 62890 w 71846"/>
                <a:gd name="csY19" fmla="*/ 103056 h 133939"/>
                <a:gd name="csX20" fmla="*/ 34407 w 71846"/>
                <a:gd name="csY20" fmla="*/ 128156 h 133939"/>
                <a:gd name="csX21" fmla="*/ 26967 w 71846"/>
                <a:gd name="csY21" fmla="*/ 117821 h 133939"/>
                <a:gd name="csX22" fmla="*/ 28243 w 71846"/>
                <a:gd name="csY22" fmla="*/ 109173 h 133939"/>
                <a:gd name="csX23" fmla="*/ 43547 w 71846"/>
                <a:gd name="csY23" fmla="*/ 48636 h 133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71846" h="133939">
                  <a:moveTo>
                    <a:pt x="43547" y="48636"/>
                  </a:moveTo>
                  <a:lnTo>
                    <a:pt x="65229" y="48636"/>
                  </a:lnTo>
                  <a:cubicBezTo>
                    <a:pt x="69267" y="48636"/>
                    <a:pt x="72031" y="48636"/>
                    <a:pt x="72031" y="43996"/>
                  </a:cubicBezTo>
                  <a:cubicBezTo>
                    <a:pt x="72031" y="41043"/>
                    <a:pt x="69267" y="41043"/>
                    <a:pt x="65654" y="41043"/>
                  </a:cubicBezTo>
                  <a:lnTo>
                    <a:pt x="45460" y="41043"/>
                  </a:lnTo>
                  <a:lnTo>
                    <a:pt x="53325" y="9826"/>
                  </a:lnTo>
                  <a:cubicBezTo>
                    <a:pt x="53538" y="8771"/>
                    <a:pt x="53963" y="7716"/>
                    <a:pt x="53963" y="6873"/>
                  </a:cubicBezTo>
                  <a:cubicBezTo>
                    <a:pt x="53963" y="3076"/>
                    <a:pt x="50987" y="123"/>
                    <a:pt x="46736" y="123"/>
                  </a:cubicBezTo>
                  <a:cubicBezTo>
                    <a:pt x="41422" y="123"/>
                    <a:pt x="38233" y="3709"/>
                    <a:pt x="36745" y="9193"/>
                  </a:cubicBezTo>
                  <a:cubicBezTo>
                    <a:pt x="35257" y="14466"/>
                    <a:pt x="38021" y="4342"/>
                    <a:pt x="28668" y="41043"/>
                  </a:cubicBezTo>
                  <a:lnTo>
                    <a:pt x="6986" y="41043"/>
                  </a:lnTo>
                  <a:cubicBezTo>
                    <a:pt x="2948" y="41043"/>
                    <a:pt x="184" y="41043"/>
                    <a:pt x="184" y="45683"/>
                  </a:cubicBezTo>
                  <a:cubicBezTo>
                    <a:pt x="184" y="48636"/>
                    <a:pt x="2735" y="48636"/>
                    <a:pt x="6561" y="48636"/>
                  </a:cubicBezTo>
                  <a:lnTo>
                    <a:pt x="26755" y="48636"/>
                  </a:lnTo>
                  <a:lnTo>
                    <a:pt x="14214" y="98415"/>
                  </a:lnTo>
                  <a:cubicBezTo>
                    <a:pt x="12938" y="103689"/>
                    <a:pt x="11025" y="111282"/>
                    <a:pt x="11025" y="114024"/>
                  </a:cubicBezTo>
                  <a:cubicBezTo>
                    <a:pt x="11025" y="126469"/>
                    <a:pt x="21653" y="134062"/>
                    <a:pt x="33769" y="134062"/>
                  </a:cubicBezTo>
                  <a:cubicBezTo>
                    <a:pt x="57364" y="134062"/>
                    <a:pt x="70755" y="104532"/>
                    <a:pt x="70755" y="101790"/>
                  </a:cubicBezTo>
                  <a:cubicBezTo>
                    <a:pt x="70755" y="99048"/>
                    <a:pt x="67992" y="99048"/>
                    <a:pt x="67354" y="99048"/>
                  </a:cubicBezTo>
                  <a:cubicBezTo>
                    <a:pt x="64803" y="99048"/>
                    <a:pt x="64591" y="99470"/>
                    <a:pt x="62890" y="103056"/>
                  </a:cubicBezTo>
                  <a:cubicBezTo>
                    <a:pt x="56939" y="116344"/>
                    <a:pt x="46098" y="128156"/>
                    <a:pt x="34407" y="128156"/>
                  </a:cubicBezTo>
                  <a:cubicBezTo>
                    <a:pt x="29943" y="128156"/>
                    <a:pt x="26967" y="125414"/>
                    <a:pt x="26967" y="117821"/>
                  </a:cubicBezTo>
                  <a:cubicBezTo>
                    <a:pt x="26967" y="115711"/>
                    <a:pt x="27818" y="111282"/>
                    <a:pt x="28243" y="109173"/>
                  </a:cubicBezTo>
                  <a:lnTo>
                    <a:pt x="43547" y="4863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625F910-DB92-7F58-AC8A-05D0CF550F90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500571" y="5833490"/>
              <a:ext cx="185537" cy="12053"/>
            </a:xfrm>
            <a:custGeom>
              <a:avLst/>
              <a:gdLst>
                <a:gd name="csX0" fmla="*/ 175104 w 185537"/>
                <a:gd name="csY0" fmla="*/ 12165 h 12053"/>
                <a:gd name="csX1" fmla="*/ 185732 w 185537"/>
                <a:gd name="csY1" fmla="*/ 6138 h 12053"/>
                <a:gd name="csX2" fmla="*/ 175104 w 185537"/>
                <a:gd name="csY2" fmla="*/ 112 h 12053"/>
                <a:gd name="csX3" fmla="*/ 10823 w 185537"/>
                <a:gd name="csY3" fmla="*/ 112 h 12053"/>
                <a:gd name="csX4" fmla="*/ 195 w 185537"/>
                <a:gd name="csY4" fmla="*/ 6138 h 12053"/>
                <a:gd name="csX5" fmla="*/ 10823 w 185537"/>
                <a:gd name="csY5" fmla="*/ 12165 h 12053"/>
                <a:gd name="csX6" fmla="*/ 175104 w 185537"/>
                <a:gd name="csY6" fmla="*/ 12165 h 12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537" h="12053">
                  <a:moveTo>
                    <a:pt x="175104" y="12165"/>
                  </a:moveTo>
                  <a:cubicBezTo>
                    <a:pt x="180266" y="12165"/>
                    <a:pt x="185732" y="12165"/>
                    <a:pt x="185732" y="6138"/>
                  </a:cubicBezTo>
                  <a:cubicBezTo>
                    <a:pt x="185732" y="112"/>
                    <a:pt x="180266" y="112"/>
                    <a:pt x="175104" y="112"/>
                  </a:cubicBezTo>
                  <a:lnTo>
                    <a:pt x="10823" y="112"/>
                  </a:lnTo>
                  <a:cubicBezTo>
                    <a:pt x="5661" y="112"/>
                    <a:pt x="195" y="112"/>
                    <a:pt x="195" y="6138"/>
                  </a:cubicBezTo>
                  <a:cubicBezTo>
                    <a:pt x="195" y="12165"/>
                    <a:pt x="5661" y="12165"/>
                    <a:pt x="10823" y="12165"/>
                  </a:cubicBezTo>
                  <a:lnTo>
                    <a:pt x="175104" y="12165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CA54390-9F46-AFDF-36C0-14D5A80AF6C5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772178" y="5705728"/>
              <a:ext cx="67412" cy="209119"/>
            </a:xfrm>
            <a:custGeom>
              <a:avLst/>
              <a:gdLst>
                <a:gd name="csX0" fmla="*/ 43931 w 67412"/>
                <a:gd name="csY0" fmla="*/ 112 h 209119"/>
                <a:gd name="csX1" fmla="*/ 204 w 67412"/>
                <a:gd name="csY1" fmla="*/ 3426 h 209119"/>
                <a:gd name="csX2" fmla="*/ 204 w 67412"/>
                <a:gd name="csY2" fmla="*/ 12767 h 209119"/>
                <a:gd name="csX3" fmla="*/ 23890 w 67412"/>
                <a:gd name="csY3" fmla="*/ 29641 h 209119"/>
                <a:gd name="csX4" fmla="*/ 23890 w 67412"/>
                <a:gd name="csY4" fmla="*/ 186331 h 209119"/>
                <a:gd name="csX5" fmla="*/ 204 w 67412"/>
                <a:gd name="csY5" fmla="*/ 199890 h 209119"/>
                <a:gd name="csX6" fmla="*/ 204 w 67412"/>
                <a:gd name="csY6" fmla="*/ 209231 h 209119"/>
                <a:gd name="csX7" fmla="*/ 33911 w 67412"/>
                <a:gd name="csY7" fmla="*/ 208327 h 209119"/>
                <a:gd name="csX8" fmla="*/ 67617 w 67412"/>
                <a:gd name="csY8" fmla="*/ 209231 h 209119"/>
                <a:gd name="csX9" fmla="*/ 67617 w 67412"/>
                <a:gd name="csY9" fmla="*/ 199890 h 209119"/>
                <a:gd name="csX10" fmla="*/ 43931 w 67412"/>
                <a:gd name="csY10" fmla="*/ 186331 h 209119"/>
                <a:gd name="csX11" fmla="*/ 43931 w 67412"/>
                <a:gd name="csY11" fmla="*/ 112 h 209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7412" h="209119">
                  <a:moveTo>
                    <a:pt x="43931" y="112"/>
                  </a:moveTo>
                  <a:lnTo>
                    <a:pt x="204" y="3426"/>
                  </a:lnTo>
                  <a:lnTo>
                    <a:pt x="204" y="12767"/>
                  </a:lnTo>
                  <a:cubicBezTo>
                    <a:pt x="21460" y="12767"/>
                    <a:pt x="23890" y="14877"/>
                    <a:pt x="23890" y="29641"/>
                  </a:cubicBezTo>
                  <a:lnTo>
                    <a:pt x="23890" y="186331"/>
                  </a:lnTo>
                  <a:cubicBezTo>
                    <a:pt x="23890" y="199890"/>
                    <a:pt x="20549" y="199890"/>
                    <a:pt x="204" y="199890"/>
                  </a:cubicBezTo>
                  <a:lnTo>
                    <a:pt x="204" y="209231"/>
                  </a:lnTo>
                  <a:cubicBezTo>
                    <a:pt x="10225" y="208930"/>
                    <a:pt x="26319" y="208327"/>
                    <a:pt x="33911" y="208327"/>
                  </a:cubicBezTo>
                  <a:cubicBezTo>
                    <a:pt x="41502" y="208327"/>
                    <a:pt x="56381" y="208930"/>
                    <a:pt x="67617" y="209231"/>
                  </a:cubicBezTo>
                  <a:lnTo>
                    <a:pt x="67617" y="199890"/>
                  </a:lnTo>
                  <a:cubicBezTo>
                    <a:pt x="47272" y="199890"/>
                    <a:pt x="43931" y="199890"/>
                    <a:pt x="43931" y="186331"/>
                  </a:cubicBezTo>
                  <a:lnTo>
                    <a:pt x="43931" y="11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9A5BC16-2DD1-7C7D-197A-0BF54B73B41E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8855011" y="5779854"/>
              <a:ext cx="134521" cy="138308"/>
            </a:xfrm>
            <a:custGeom>
              <a:avLst/>
              <a:gdLst>
                <a:gd name="csX0" fmla="*/ 134729 w 134521"/>
                <a:gd name="csY0" fmla="*/ 70622 h 138308"/>
                <a:gd name="csX1" fmla="*/ 67620 w 134521"/>
                <a:gd name="csY1" fmla="*/ 112 h 138308"/>
                <a:gd name="csX2" fmla="*/ 207 w 134521"/>
                <a:gd name="csY2" fmla="*/ 70622 h 138308"/>
                <a:gd name="csX3" fmla="*/ 67316 w 134521"/>
                <a:gd name="csY3" fmla="*/ 138420 h 138308"/>
                <a:gd name="csX4" fmla="*/ 134729 w 134521"/>
                <a:gd name="csY4" fmla="*/ 70622 h 138308"/>
                <a:gd name="csX5" fmla="*/ 67620 w 134521"/>
                <a:gd name="csY5" fmla="*/ 130887 h 138308"/>
                <a:gd name="csX6" fmla="*/ 33002 w 134521"/>
                <a:gd name="csY6" fmla="*/ 110698 h 138308"/>
                <a:gd name="csX7" fmla="*/ 25411 w 134521"/>
                <a:gd name="csY7" fmla="*/ 68211 h 138308"/>
                <a:gd name="csX8" fmla="*/ 32699 w 134521"/>
                <a:gd name="csY8" fmla="*/ 26930 h 138308"/>
                <a:gd name="csX9" fmla="*/ 67316 w 134521"/>
                <a:gd name="csY9" fmla="*/ 6741 h 138308"/>
                <a:gd name="csX10" fmla="*/ 101630 w 134521"/>
                <a:gd name="csY10" fmla="*/ 26327 h 138308"/>
                <a:gd name="csX11" fmla="*/ 109525 w 134521"/>
                <a:gd name="csY11" fmla="*/ 68211 h 138308"/>
                <a:gd name="csX12" fmla="*/ 102844 w 134521"/>
                <a:gd name="csY12" fmla="*/ 108589 h 138308"/>
                <a:gd name="csX13" fmla="*/ 67620 w 134521"/>
                <a:gd name="csY13" fmla="*/ 130887 h 1383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4521" h="138308">
                  <a:moveTo>
                    <a:pt x="134729" y="70622"/>
                  </a:moveTo>
                  <a:cubicBezTo>
                    <a:pt x="134729" y="32052"/>
                    <a:pt x="104363" y="112"/>
                    <a:pt x="67620" y="112"/>
                  </a:cubicBezTo>
                  <a:cubicBezTo>
                    <a:pt x="29662" y="112"/>
                    <a:pt x="207" y="32956"/>
                    <a:pt x="207" y="70622"/>
                  </a:cubicBezTo>
                  <a:cubicBezTo>
                    <a:pt x="207" y="109493"/>
                    <a:pt x="31788" y="138420"/>
                    <a:pt x="67316" y="138420"/>
                  </a:cubicBezTo>
                  <a:cubicBezTo>
                    <a:pt x="104059" y="138420"/>
                    <a:pt x="134729" y="108890"/>
                    <a:pt x="134729" y="70622"/>
                  </a:cubicBezTo>
                  <a:close/>
                  <a:moveTo>
                    <a:pt x="67620" y="130887"/>
                  </a:moveTo>
                  <a:cubicBezTo>
                    <a:pt x="54562" y="130887"/>
                    <a:pt x="41201" y="124559"/>
                    <a:pt x="33002" y="110698"/>
                  </a:cubicBezTo>
                  <a:cubicBezTo>
                    <a:pt x="25411" y="97440"/>
                    <a:pt x="25411" y="79059"/>
                    <a:pt x="25411" y="68211"/>
                  </a:cubicBezTo>
                  <a:cubicBezTo>
                    <a:pt x="25411" y="56459"/>
                    <a:pt x="25411" y="40188"/>
                    <a:pt x="32699" y="26930"/>
                  </a:cubicBezTo>
                  <a:cubicBezTo>
                    <a:pt x="40898" y="13069"/>
                    <a:pt x="55170" y="6741"/>
                    <a:pt x="67316" y="6741"/>
                  </a:cubicBezTo>
                  <a:cubicBezTo>
                    <a:pt x="80677" y="6741"/>
                    <a:pt x="93735" y="13370"/>
                    <a:pt x="101630" y="26327"/>
                  </a:cubicBezTo>
                  <a:cubicBezTo>
                    <a:pt x="109525" y="39284"/>
                    <a:pt x="109525" y="56761"/>
                    <a:pt x="109525" y="68211"/>
                  </a:cubicBezTo>
                  <a:cubicBezTo>
                    <a:pt x="109525" y="79059"/>
                    <a:pt x="109525" y="95330"/>
                    <a:pt x="102844" y="108589"/>
                  </a:cubicBezTo>
                  <a:cubicBezTo>
                    <a:pt x="96164" y="122148"/>
                    <a:pt x="82803" y="130887"/>
                    <a:pt x="67620" y="130887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542D94F-D109-04C3-9177-C5DE06D673A5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006842" y="5778347"/>
              <a:ext cx="138773" cy="198573"/>
            </a:xfrm>
            <a:custGeom>
              <a:avLst/>
              <a:gdLst>
                <a:gd name="csX0" fmla="*/ 59122 w 138773"/>
                <a:gd name="csY0" fmla="*/ 84784 h 198573"/>
                <a:gd name="csX1" fmla="*/ 32704 w 138773"/>
                <a:gd name="csY1" fmla="*/ 47721 h 198573"/>
                <a:gd name="csX2" fmla="*/ 37562 w 138773"/>
                <a:gd name="csY2" fmla="*/ 22410 h 198573"/>
                <a:gd name="csX3" fmla="*/ 59122 w 138773"/>
                <a:gd name="csY3" fmla="*/ 10357 h 198573"/>
                <a:gd name="csX4" fmla="*/ 85541 w 138773"/>
                <a:gd name="csY4" fmla="*/ 47420 h 198573"/>
                <a:gd name="csX5" fmla="*/ 80682 w 138773"/>
                <a:gd name="csY5" fmla="*/ 72731 h 198573"/>
                <a:gd name="csX6" fmla="*/ 59122 w 138773"/>
                <a:gd name="csY6" fmla="*/ 84784 h 198573"/>
                <a:gd name="csX7" fmla="*/ 23897 w 138773"/>
                <a:gd name="csY7" fmla="*/ 96536 h 198573"/>
                <a:gd name="csX8" fmla="*/ 29060 w 138773"/>
                <a:gd name="csY8" fmla="*/ 82373 h 198573"/>
                <a:gd name="csX9" fmla="*/ 59122 w 138773"/>
                <a:gd name="csY9" fmla="*/ 91715 h 198573"/>
                <a:gd name="csX10" fmla="*/ 108315 w 138773"/>
                <a:gd name="csY10" fmla="*/ 47721 h 198573"/>
                <a:gd name="csX11" fmla="*/ 95865 w 138773"/>
                <a:gd name="csY11" fmla="*/ 18492 h 198573"/>
                <a:gd name="csX12" fmla="*/ 123195 w 138773"/>
                <a:gd name="csY12" fmla="*/ 6741 h 198573"/>
                <a:gd name="csX13" fmla="*/ 126231 w 138773"/>
                <a:gd name="csY13" fmla="*/ 7042 h 198573"/>
                <a:gd name="csX14" fmla="*/ 121373 w 138773"/>
                <a:gd name="csY14" fmla="*/ 15178 h 198573"/>
                <a:gd name="csX15" fmla="*/ 130179 w 138773"/>
                <a:gd name="csY15" fmla="*/ 23916 h 198573"/>
                <a:gd name="csX16" fmla="*/ 138985 w 138773"/>
                <a:gd name="csY16" fmla="*/ 14877 h 198573"/>
                <a:gd name="csX17" fmla="*/ 123498 w 138773"/>
                <a:gd name="csY17" fmla="*/ 112 h 198573"/>
                <a:gd name="csX18" fmla="*/ 91310 w 138773"/>
                <a:gd name="csY18" fmla="*/ 14274 h 198573"/>
                <a:gd name="csX19" fmla="*/ 59122 w 138773"/>
                <a:gd name="csY19" fmla="*/ 3426 h 198573"/>
                <a:gd name="csX20" fmla="*/ 9929 w 138773"/>
                <a:gd name="csY20" fmla="*/ 47420 h 198573"/>
                <a:gd name="csX21" fmla="*/ 24201 w 138773"/>
                <a:gd name="csY21" fmla="*/ 78456 h 198573"/>
                <a:gd name="csX22" fmla="*/ 14788 w 138773"/>
                <a:gd name="csY22" fmla="*/ 103466 h 198573"/>
                <a:gd name="csX23" fmla="*/ 28149 w 138773"/>
                <a:gd name="csY23" fmla="*/ 130284 h 198573"/>
                <a:gd name="csX24" fmla="*/ 212 w 138773"/>
                <a:gd name="csY24" fmla="*/ 160417 h 198573"/>
                <a:gd name="csX25" fmla="*/ 67321 w 138773"/>
                <a:gd name="csY25" fmla="*/ 198685 h 198573"/>
                <a:gd name="csX26" fmla="*/ 134734 w 138773"/>
                <a:gd name="csY26" fmla="*/ 159814 h 198573"/>
                <a:gd name="csX27" fmla="*/ 114996 w 138773"/>
                <a:gd name="csY27" fmla="*/ 125463 h 198573"/>
                <a:gd name="csX28" fmla="*/ 62766 w 138773"/>
                <a:gd name="csY28" fmla="*/ 117026 h 198573"/>
                <a:gd name="csX29" fmla="*/ 39992 w 138773"/>
                <a:gd name="csY29" fmla="*/ 116725 h 198573"/>
                <a:gd name="csX30" fmla="*/ 23897 w 138773"/>
                <a:gd name="csY30" fmla="*/ 96536 h 198573"/>
                <a:gd name="csX31" fmla="*/ 67625 w 138773"/>
                <a:gd name="csY31" fmla="*/ 191755 h 198573"/>
                <a:gd name="csX32" fmla="*/ 16002 w 138773"/>
                <a:gd name="csY32" fmla="*/ 160417 h 198573"/>
                <a:gd name="csX33" fmla="*/ 40903 w 138773"/>
                <a:gd name="csY33" fmla="*/ 134503 h 198573"/>
                <a:gd name="csX34" fmla="*/ 58818 w 138773"/>
                <a:gd name="csY34" fmla="*/ 134503 h 198573"/>
                <a:gd name="csX35" fmla="*/ 118943 w 138773"/>
                <a:gd name="csY35" fmla="*/ 160417 h 198573"/>
                <a:gd name="csX36" fmla="*/ 67625 w 138773"/>
                <a:gd name="csY36" fmla="*/ 191755 h 198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38773" h="198573">
                  <a:moveTo>
                    <a:pt x="59122" y="84784"/>
                  </a:moveTo>
                  <a:cubicBezTo>
                    <a:pt x="32704" y="84784"/>
                    <a:pt x="32704" y="54651"/>
                    <a:pt x="32704" y="47721"/>
                  </a:cubicBezTo>
                  <a:cubicBezTo>
                    <a:pt x="32704" y="39585"/>
                    <a:pt x="33007" y="29943"/>
                    <a:pt x="37562" y="22410"/>
                  </a:cubicBezTo>
                  <a:cubicBezTo>
                    <a:pt x="39992" y="18794"/>
                    <a:pt x="46976" y="10357"/>
                    <a:pt x="59122" y="10357"/>
                  </a:cubicBezTo>
                  <a:cubicBezTo>
                    <a:pt x="85541" y="10357"/>
                    <a:pt x="85541" y="40489"/>
                    <a:pt x="85541" y="47420"/>
                  </a:cubicBezTo>
                  <a:cubicBezTo>
                    <a:pt x="85541" y="55555"/>
                    <a:pt x="85237" y="65198"/>
                    <a:pt x="80682" y="72731"/>
                  </a:cubicBezTo>
                  <a:cubicBezTo>
                    <a:pt x="78253" y="76347"/>
                    <a:pt x="71269" y="84784"/>
                    <a:pt x="59122" y="84784"/>
                  </a:cubicBezTo>
                  <a:close/>
                  <a:moveTo>
                    <a:pt x="23897" y="96536"/>
                  </a:moveTo>
                  <a:cubicBezTo>
                    <a:pt x="23897" y="95330"/>
                    <a:pt x="23897" y="88400"/>
                    <a:pt x="29060" y="82373"/>
                  </a:cubicBezTo>
                  <a:cubicBezTo>
                    <a:pt x="40903" y="90811"/>
                    <a:pt x="53353" y="91715"/>
                    <a:pt x="59122" y="91715"/>
                  </a:cubicBezTo>
                  <a:cubicBezTo>
                    <a:pt x="87363" y="91715"/>
                    <a:pt x="108315" y="70923"/>
                    <a:pt x="108315" y="47721"/>
                  </a:cubicBezTo>
                  <a:cubicBezTo>
                    <a:pt x="108315" y="36572"/>
                    <a:pt x="103457" y="25423"/>
                    <a:pt x="95865" y="18492"/>
                  </a:cubicBezTo>
                  <a:cubicBezTo>
                    <a:pt x="106797" y="8247"/>
                    <a:pt x="117729" y="6741"/>
                    <a:pt x="123195" y="6741"/>
                  </a:cubicBezTo>
                  <a:cubicBezTo>
                    <a:pt x="123802" y="6741"/>
                    <a:pt x="125320" y="6741"/>
                    <a:pt x="126231" y="7042"/>
                  </a:cubicBezTo>
                  <a:cubicBezTo>
                    <a:pt x="122891" y="8247"/>
                    <a:pt x="121373" y="11562"/>
                    <a:pt x="121373" y="15178"/>
                  </a:cubicBezTo>
                  <a:cubicBezTo>
                    <a:pt x="121373" y="20300"/>
                    <a:pt x="125320" y="23916"/>
                    <a:pt x="130179" y="23916"/>
                  </a:cubicBezTo>
                  <a:cubicBezTo>
                    <a:pt x="133216" y="23916"/>
                    <a:pt x="138985" y="21807"/>
                    <a:pt x="138985" y="14877"/>
                  </a:cubicBezTo>
                  <a:cubicBezTo>
                    <a:pt x="138985" y="9754"/>
                    <a:pt x="135341" y="112"/>
                    <a:pt x="123498" y="112"/>
                  </a:cubicBezTo>
                  <a:cubicBezTo>
                    <a:pt x="117425" y="112"/>
                    <a:pt x="104064" y="1920"/>
                    <a:pt x="91310" y="14274"/>
                  </a:cubicBezTo>
                  <a:cubicBezTo>
                    <a:pt x="78556" y="4330"/>
                    <a:pt x="65803" y="3426"/>
                    <a:pt x="59122" y="3426"/>
                  </a:cubicBezTo>
                  <a:cubicBezTo>
                    <a:pt x="30882" y="3426"/>
                    <a:pt x="9929" y="24218"/>
                    <a:pt x="9929" y="47420"/>
                  </a:cubicBezTo>
                  <a:cubicBezTo>
                    <a:pt x="9929" y="60678"/>
                    <a:pt x="16610" y="72128"/>
                    <a:pt x="24201" y="78456"/>
                  </a:cubicBezTo>
                  <a:cubicBezTo>
                    <a:pt x="20254" y="82976"/>
                    <a:pt x="14788" y="92920"/>
                    <a:pt x="14788" y="103466"/>
                  </a:cubicBezTo>
                  <a:cubicBezTo>
                    <a:pt x="14788" y="112807"/>
                    <a:pt x="18735" y="124258"/>
                    <a:pt x="28149" y="130284"/>
                  </a:cubicBezTo>
                  <a:cubicBezTo>
                    <a:pt x="9929" y="135407"/>
                    <a:pt x="212" y="148364"/>
                    <a:pt x="212" y="160417"/>
                  </a:cubicBezTo>
                  <a:cubicBezTo>
                    <a:pt x="212" y="182112"/>
                    <a:pt x="30274" y="198685"/>
                    <a:pt x="67321" y="198685"/>
                  </a:cubicBezTo>
                  <a:cubicBezTo>
                    <a:pt x="103153" y="198685"/>
                    <a:pt x="134734" y="183317"/>
                    <a:pt x="134734" y="159814"/>
                  </a:cubicBezTo>
                  <a:cubicBezTo>
                    <a:pt x="134734" y="149268"/>
                    <a:pt x="130483" y="133900"/>
                    <a:pt x="114996" y="125463"/>
                  </a:cubicBezTo>
                  <a:cubicBezTo>
                    <a:pt x="98902" y="117026"/>
                    <a:pt x="81289" y="117026"/>
                    <a:pt x="62766" y="117026"/>
                  </a:cubicBezTo>
                  <a:cubicBezTo>
                    <a:pt x="55175" y="117026"/>
                    <a:pt x="42117" y="117026"/>
                    <a:pt x="39992" y="116725"/>
                  </a:cubicBezTo>
                  <a:cubicBezTo>
                    <a:pt x="30274" y="115519"/>
                    <a:pt x="23897" y="106178"/>
                    <a:pt x="23897" y="96536"/>
                  </a:cubicBezTo>
                  <a:close/>
                  <a:moveTo>
                    <a:pt x="67625" y="191755"/>
                  </a:moveTo>
                  <a:cubicBezTo>
                    <a:pt x="36955" y="191755"/>
                    <a:pt x="16002" y="176387"/>
                    <a:pt x="16002" y="160417"/>
                  </a:cubicBezTo>
                  <a:cubicBezTo>
                    <a:pt x="16002" y="146556"/>
                    <a:pt x="27541" y="135407"/>
                    <a:pt x="40903" y="134503"/>
                  </a:cubicBezTo>
                  <a:lnTo>
                    <a:pt x="58818" y="134503"/>
                  </a:lnTo>
                  <a:cubicBezTo>
                    <a:pt x="84933" y="134503"/>
                    <a:pt x="118943" y="134503"/>
                    <a:pt x="118943" y="160417"/>
                  </a:cubicBezTo>
                  <a:cubicBezTo>
                    <a:pt x="118943" y="176688"/>
                    <a:pt x="97384" y="191755"/>
                    <a:pt x="67625" y="191755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6008369-B44A-BB21-BBB6-586CE22F8C8A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9217143" y="5709043"/>
              <a:ext cx="216814" cy="205805"/>
            </a:xfrm>
            <a:custGeom>
              <a:avLst/>
              <a:gdLst>
                <a:gd name="csX0" fmla="*/ 80082 w 216814"/>
                <a:gd name="csY0" fmla="*/ 110698 h 205805"/>
                <a:gd name="csX1" fmla="*/ 131704 w 216814"/>
                <a:gd name="csY1" fmla="*/ 110698 h 205805"/>
                <a:gd name="csX2" fmla="*/ 217033 w 216814"/>
                <a:gd name="csY2" fmla="*/ 45612 h 205805"/>
                <a:gd name="csX3" fmla="*/ 157212 w 216814"/>
                <a:gd name="csY3" fmla="*/ 112 h 205805"/>
                <a:gd name="csX4" fmla="*/ 58825 w 216814"/>
                <a:gd name="csY4" fmla="*/ 112 h 205805"/>
                <a:gd name="csX5" fmla="*/ 49715 w 216814"/>
                <a:gd name="csY5" fmla="*/ 5837 h 205805"/>
                <a:gd name="csX6" fmla="*/ 58522 w 216814"/>
                <a:gd name="csY6" fmla="*/ 9453 h 205805"/>
                <a:gd name="csX7" fmla="*/ 71579 w 216814"/>
                <a:gd name="csY7" fmla="*/ 10055 h 205805"/>
                <a:gd name="csX8" fmla="*/ 78260 w 216814"/>
                <a:gd name="csY8" fmla="*/ 14877 h 205805"/>
                <a:gd name="csX9" fmla="*/ 77045 w 216814"/>
                <a:gd name="csY9" fmla="*/ 20602 h 205805"/>
                <a:gd name="csX10" fmla="*/ 36354 w 216814"/>
                <a:gd name="csY10" fmla="*/ 182413 h 205805"/>
                <a:gd name="csX11" fmla="*/ 8721 w 216814"/>
                <a:gd name="csY11" fmla="*/ 196576 h 205805"/>
                <a:gd name="csX12" fmla="*/ 219 w 216814"/>
                <a:gd name="csY12" fmla="*/ 202301 h 205805"/>
                <a:gd name="csX13" fmla="*/ 4774 w 216814"/>
                <a:gd name="csY13" fmla="*/ 205917 h 205805"/>
                <a:gd name="csX14" fmla="*/ 43339 w 216814"/>
                <a:gd name="csY14" fmla="*/ 205013 h 205805"/>
                <a:gd name="csX15" fmla="*/ 62773 w 216814"/>
                <a:gd name="csY15" fmla="*/ 205314 h 205805"/>
                <a:gd name="csX16" fmla="*/ 82511 w 216814"/>
                <a:gd name="csY16" fmla="*/ 205917 h 205805"/>
                <a:gd name="csX17" fmla="*/ 88584 w 216814"/>
                <a:gd name="csY17" fmla="*/ 199890 h 205805"/>
                <a:gd name="csX18" fmla="*/ 80082 w 216814"/>
                <a:gd name="csY18" fmla="*/ 196576 h 205805"/>
                <a:gd name="csX19" fmla="*/ 60344 w 216814"/>
                <a:gd name="csY19" fmla="*/ 191152 h 205805"/>
                <a:gd name="csX20" fmla="*/ 61255 w 216814"/>
                <a:gd name="csY20" fmla="*/ 186029 h 205805"/>
                <a:gd name="csX21" fmla="*/ 80082 w 216814"/>
                <a:gd name="csY21" fmla="*/ 110698 h 205805"/>
                <a:gd name="csX22" fmla="*/ 101945 w 216814"/>
                <a:gd name="csY22" fmla="*/ 20903 h 205805"/>
                <a:gd name="csX23" fmla="*/ 118343 w 216814"/>
                <a:gd name="csY23" fmla="*/ 9453 h 205805"/>
                <a:gd name="csX24" fmla="*/ 147494 w 216814"/>
                <a:gd name="csY24" fmla="*/ 9453 h 205805"/>
                <a:gd name="csX25" fmla="*/ 188792 w 216814"/>
                <a:gd name="csY25" fmla="*/ 38380 h 205805"/>
                <a:gd name="csX26" fmla="*/ 170876 w 216814"/>
                <a:gd name="csY26" fmla="*/ 86893 h 205805"/>
                <a:gd name="csX27" fmla="*/ 124112 w 216814"/>
                <a:gd name="csY27" fmla="*/ 102864 h 205805"/>
                <a:gd name="csX28" fmla="*/ 81296 w 216814"/>
                <a:gd name="csY28" fmla="*/ 102864 h 205805"/>
                <a:gd name="csX29" fmla="*/ 101945 w 216814"/>
                <a:gd name="csY29" fmla="*/ 20903 h 2058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814" h="205805">
                  <a:moveTo>
                    <a:pt x="80082" y="110698"/>
                  </a:moveTo>
                  <a:lnTo>
                    <a:pt x="131704" y="110698"/>
                  </a:lnTo>
                  <a:cubicBezTo>
                    <a:pt x="174824" y="110698"/>
                    <a:pt x="217033" y="79360"/>
                    <a:pt x="217033" y="45612"/>
                  </a:cubicBezTo>
                  <a:cubicBezTo>
                    <a:pt x="217033" y="22410"/>
                    <a:pt x="196991" y="112"/>
                    <a:pt x="157212" y="112"/>
                  </a:cubicBezTo>
                  <a:lnTo>
                    <a:pt x="58825" y="112"/>
                  </a:lnTo>
                  <a:cubicBezTo>
                    <a:pt x="53056" y="112"/>
                    <a:pt x="49715" y="112"/>
                    <a:pt x="49715" y="5837"/>
                  </a:cubicBezTo>
                  <a:cubicBezTo>
                    <a:pt x="49715" y="9453"/>
                    <a:pt x="52448" y="9453"/>
                    <a:pt x="58522" y="9453"/>
                  </a:cubicBezTo>
                  <a:cubicBezTo>
                    <a:pt x="62469" y="9453"/>
                    <a:pt x="67935" y="9754"/>
                    <a:pt x="71579" y="10055"/>
                  </a:cubicBezTo>
                  <a:cubicBezTo>
                    <a:pt x="76438" y="10658"/>
                    <a:pt x="78260" y="11562"/>
                    <a:pt x="78260" y="14877"/>
                  </a:cubicBezTo>
                  <a:cubicBezTo>
                    <a:pt x="78260" y="16082"/>
                    <a:pt x="77956" y="16986"/>
                    <a:pt x="77045" y="20602"/>
                  </a:cubicBezTo>
                  <a:lnTo>
                    <a:pt x="36354" y="182413"/>
                  </a:lnTo>
                  <a:cubicBezTo>
                    <a:pt x="33318" y="194165"/>
                    <a:pt x="32710" y="196576"/>
                    <a:pt x="8721" y="196576"/>
                  </a:cubicBezTo>
                  <a:cubicBezTo>
                    <a:pt x="3559" y="196576"/>
                    <a:pt x="219" y="196576"/>
                    <a:pt x="219" y="202301"/>
                  </a:cubicBezTo>
                  <a:cubicBezTo>
                    <a:pt x="219" y="205917"/>
                    <a:pt x="3863" y="205917"/>
                    <a:pt x="4774" y="205917"/>
                  </a:cubicBezTo>
                  <a:cubicBezTo>
                    <a:pt x="13276" y="205917"/>
                    <a:pt x="34836" y="205013"/>
                    <a:pt x="43339" y="205013"/>
                  </a:cubicBezTo>
                  <a:cubicBezTo>
                    <a:pt x="49715" y="205013"/>
                    <a:pt x="56396" y="205314"/>
                    <a:pt x="62773" y="205314"/>
                  </a:cubicBezTo>
                  <a:cubicBezTo>
                    <a:pt x="69453" y="205314"/>
                    <a:pt x="76134" y="205917"/>
                    <a:pt x="82511" y="205917"/>
                  </a:cubicBezTo>
                  <a:cubicBezTo>
                    <a:pt x="84637" y="205917"/>
                    <a:pt x="88584" y="205917"/>
                    <a:pt x="88584" y="199890"/>
                  </a:cubicBezTo>
                  <a:cubicBezTo>
                    <a:pt x="88584" y="196576"/>
                    <a:pt x="85851" y="196576"/>
                    <a:pt x="80082" y="196576"/>
                  </a:cubicBezTo>
                  <a:cubicBezTo>
                    <a:pt x="68846" y="196576"/>
                    <a:pt x="60344" y="196576"/>
                    <a:pt x="60344" y="191152"/>
                  </a:cubicBezTo>
                  <a:cubicBezTo>
                    <a:pt x="60344" y="189344"/>
                    <a:pt x="60951" y="187837"/>
                    <a:pt x="61255" y="186029"/>
                  </a:cubicBezTo>
                  <a:lnTo>
                    <a:pt x="80082" y="110698"/>
                  </a:lnTo>
                  <a:close/>
                  <a:moveTo>
                    <a:pt x="101945" y="20903"/>
                  </a:moveTo>
                  <a:cubicBezTo>
                    <a:pt x="104678" y="10357"/>
                    <a:pt x="105285" y="9453"/>
                    <a:pt x="118343" y="9453"/>
                  </a:cubicBezTo>
                  <a:lnTo>
                    <a:pt x="147494" y="9453"/>
                  </a:lnTo>
                  <a:cubicBezTo>
                    <a:pt x="172698" y="9453"/>
                    <a:pt x="188792" y="17588"/>
                    <a:pt x="188792" y="38380"/>
                  </a:cubicBezTo>
                  <a:cubicBezTo>
                    <a:pt x="188792" y="50132"/>
                    <a:pt x="182719" y="76046"/>
                    <a:pt x="170876" y="86893"/>
                  </a:cubicBezTo>
                  <a:cubicBezTo>
                    <a:pt x="155693" y="100453"/>
                    <a:pt x="137474" y="102864"/>
                    <a:pt x="124112" y="102864"/>
                  </a:cubicBezTo>
                  <a:lnTo>
                    <a:pt x="81296" y="102864"/>
                  </a:lnTo>
                  <a:lnTo>
                    <a:pt x="101945" y="20903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D3BED3C-4E38-F646-F766-220A4FBF9B5C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414830" y="5811764"/>
              <a:ext cx="156446" cy="152500"/>
            </a:xfrm>
            <a:custGeom>
              <a:avLst/>
              <a:gdLst>
                <a:gd name="csX0" fmla="*/ 156671 w 156446"/>
                <a:gd name="csY0" fmla="*/ 77102 h 152500"/>
                <a:gd name="csX1" fmla="*/ 78448 w 156446"/>
                <a:gd name="csY1" fmla="*/ 113 h 152500"/>
                <a:gd name="csX2" fmla="*/ 225 w 156446"/>
                <a:gd name="csY2" fmla="*/ 77102 h 152500"/>
                <a:gd name="csX3" fmla="*/ 78448 w 156446"/>
                <a:gd name="csY3" fmla="*/ 152614 h 152500"/>
                <a:gd name="csX4" fmla="*/ 156671 w 156446"/>
                <a:gd name="csY4" fmla="*/ 77102 h 152500"/>
                <a:gd name="csX5" fmla="*/ 78448 w 156446"/>
                <a:gd name="csY5" fmla="*/ 146286 h 152500"/>
                <a:gd name="csX6" fmla="*/ 21481 w 156446"/>
                <a:gd name="csY6" fmla="*/ 76891 h 152500"/>
                <a:gd name="csX7" fmla="*/ 78448 w 156446"/>
                <a:gd name="csY7" fmla="*/ 6019 h 152500"/>
                <a:gd name="csX8" fmla="*/ 135415 w 156446"/>
                <a:gd name="csY8" fmla="*/ 76891 h 152500"/>
                <a:gd name="csX9" fmla="*/ 78448 w 156446"/>
                <a:gd name="csY9" fmla="*/ 146286 h 152500"/>
                <a:gd name="csX10" fmla="*/ 122024 w 156446"/>
                <a:gd name="csY10" fmla="*/ 60228 h 152500"/>
                <a:gd name="csX11" fmla="*/ 114796 w 156446"/>
                <a:gd name="csY11" fmla="*/ 60228 h 152500"/>
                <a:gd name="csX12" fmla="*/ 114796 w 156446"/>
                <a:gd name="csY12" fmla="*/ 67399 h 152500"/>
                <a:gd name="csX13" fmla="*/ 42100 w 156446"/>
                <a:gd name="csY13" fmla="*/ 67399 h 152500"/>
                <a:gd name="csX14" fmla="*/ 42100 w 156446"/>
                <a:gd name="csY14" fmla="*/ 60228 h 152500"/>
                <a:gd name="csX15" fmla="*/ 34873 w 156446"/>
                <a:gd name="csY15" fmla="*/ 60228 h 152500"/>
                <a:gd name="csX16" fmla="*/ 34873 w 156446"/>
                <a:gd name="csY16" fmla="*/ 91867 h 152500"/>
                <a:gd name="csX17" fmla="*/ 42100 w 156446"/>
                <a:gd name="csY17" fmla="*/ 91867 h 152500"/>
                <a:gd name="csX18" fmla="*/ 42100 w 156446"/>
                <a:gd name="csY18" fmla="*/ 84695 h 152500"/>
                <a:gd name="csX19" fmla="*/ 114796 w 156446"/>
                <a:gd name="csY19" fmla="*/ 84695 h 152500"/>
                <a:gd name="csX20" fmla="*/ 114796 w 156446"/>
                <a:gd name="csY20" fmla="*/ 91867 h 152500"/>
                <a:gd name="csX21" fmla="*/ 122024 w 156446"/>
                <a:gd name="csY21" fmla="*/ 91867 h 152500"/>
                <a:gd name="csX22" fmla="*/ 122024 w 156446"/>
                <a:gd name="csY22" fmla="*/ 60228 h 152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446" h="152500">
                  <a:moveTo>
                    <a:pt x="156671" y="77102"/>
                  </a:moveTo>
                  <a:cubicBezTo>
                    <a:pt x="156671" y="34916"/>
                    <a:pt x="121811" y="113"/>
                    <a:pt x="78448" y="113"/>
                  </a:cubicBezTo>
                  <a:cubicBezTo>
                    <a:pt x="34873" y="113"/>
                    <a:pt x="225" y="34916"/>
                    <a:pt x="225" y="77102"/>
                  </a:cubicBezTo>
                  <a:cubicBezTo>
                    <a:pt x="225" y="118444"/>
                    <a:pt x="34873" y="152614"/>
                    <a:pt x="78448" y="152614"/>
                  </a:cubicBezTo>
                  <a:cubicBezTo>
                    <a:pt x="122024" y="152614"/>
                    <a:pt x="156671" y="118444"/>
                    <a:pt x="156671" y="77102"/>
                  </a:cubicBezTo>
                  <a:close/>
                  <a:moveTo>
                    <a:pt x="78448" y="146286"/>
                  </a:moveTo>
                  <a:cubicBezTo>
                    <a:pt x="52728" y="146286"/>
                    <a:pt x="21481" y="126459"/>
                    <a:pt x="21481" y="76891"/>
                  </a:cubicBezTo>
                  <a:cubicBezTo>
                    <a:pt x="21481" y="27323"/>
                    <a:pt x="52090" y="6019"/>
                    <a:pt x="78448" y="6019"/>
                  </a:cubicBezTo>
                  <a:cubicBezTo>
                    <a:pt x="104806" y="6019"/>
                    <a:pt x="135415" y="27323"/>
                    <a:pt x="135415" y="76891"/>
                  </a:cubicBezTo>
                  <a:cubicBezTo>
                    <a:pt x="135415" y="126670"/>
                    <a:pt x="103956" y="146286"/>
                    <a:pt x="78448" y="146286"/>
                  </a:cubicBezTo>
                  <a:close/>
                  <a:moveTo>
                    <a:pt x="122024" y="60228"/>
                  </a:moveTo>
                  <a:lnTo>
                    <a:pt x="114796" y="60228"/>
                  </a:lnTo>
                  <a:lnTo>
                    <a:pt x="114796" y="67399"/>
                  </a:lnTo>
                  <a:lnTo>
                    <a:pt x="42100" y="67399"/>
                  </a:lnTo>
                  <a:lnTo>
                    <a:pt x="42100" y="60228"/>
                  </a:lnTo>
                  <a:lnTo>
                    <a:pt x="34873" y="60228"/>
                  </a:lnTo>
                  <a:lnTo>
                    <a:pt x="34873" y="91867"/>
                  </a:lnTo>
                  <a:lnTo>
                    <a:pt x="42100" y="91867"/>
                  </a:lnTo>
                  <a:lnTo>
                    <a:pt x="42100" y="84695"/>
                  </a:lnTo>
                  <a:lnTo>
                    <a:pt x="114796" y="84695"/>
                  </a:lnTo>
                  <a:lnTo>
                    <a:pt x="114796" y="91867"/>
                  </a:lnTo>
                  <a:lnTo>
                    <a:pt x="122024" y="91867"/>
                  </a:lnTo>
                  <a:lnTo>
                    <a:pt x="122024" y="6022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FB5B79E-6330-F78A-783D-6A81BB0F889E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9631612" y="5688854"/>
              <a:ext cx="70449" cy="301325"/>
            </a:xfrm>
            <a:custGeom>
              <a:avLst/>
              <a:gdLst>
                <a:gd name="csX0" fmla="*/ 70681 w 70449"/>
                <a:gd name="csY0" fmla="*/ 298424 h 301325"/>
                <a:gd name="csX1" fmla="*/ 65519 w 70449"/>
                <a:gd name="csY1" fmla="*/ 291795 h 301325"/>
                <a:gd name="csX2" fmla="*/ 17844 w 70449"/>
                <a:gd name="csY2" fmla="*/ 150774 h 301325"/>
                <a:gd name="csX3" fmla="*/ 66734 w 70449"/>
                <a:gd name="csY3" fmla="*/ 8247 h 301325"/>
                <a:gd name="csX4" fmla="*/ 70681 w 70449"/>
                <a:gd name="csY4" fmla="*/ 3125 h 301325"/>
                <a:gd name="csX5" fmla="*/ 67644 w 70449"/>
                <a:gd name="csY5" fmla="*/ 112 h 301325"/>
                <a:gd name="csX6" fmla="*/ 19362 w 70449"/>
                <a:gd name="csY6" fmla="*/ 58870 h 301325"/>
                <a:gd name="csX7" fmla="*/ 232 w 70449"/>
                <a:gd name="csY7" fmla="*/ 150774 h 301325"/>
                <a:gd name="csX8" fmla="*/ 20273 w 70449"/>
                <a:gd name="csY8" fmla="*/ 244788 h 301325"/>
                <a:gd name="csX9" fmla="*/ 67644 w 70449"/>
                <a:gd name="csY9" fmla="*/ 301437 h 301325"/>
                <a:gd name="csX10" fmla="*/ 70681 w 70449"/>
                <a:gd name="csY10" fmla="*/ 298424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301325">
                  <a:moveTo>
                    <a:pt x="70681" y="298424"/>
                  </a:moveTo>
                  <a:cubicBezTo>
                    <a:pt x="70681" y="297520"/>
                    <a:pt x="70681" y="296917"/>
                    <a:pt x="65519" y="291795"/>
                  </a:cubicBezTo>
                  <a:cubicBezTo>
                    <a:pt x="27561" y="253828"/>
                    <a:pt x="17844" y="196877"/>
                    <a:pt x="17844" y="150774"/>
                  </a:cubicBezTo>
                  <a:cubicBezTo>
                    <a:pt x="17844" y="98344"/>
                    <a:pt x="29383" y="45913"/>
                    <a:pt x="66734" y="8247"/>
                  </a:cubicBezTo>
                  <a:cubicBezTo>
                    <a:pt x="70681" y="4631"/>
                    <a:pt x="70681" y="4029"/>
                    <a:pt x="70681" y="3125"/>
                  </a:cubicBezTo>
                  <a:cubicBezTo>
                    <a:pt x="70681" y="1016"/>
                    <a:pt x="69466" y="112"/>
                    <a:pt x="67644" y="112"/>
                  </a:cubicBezTo>
                  <a:cubicBezTo>
                    <a:pt x="64608" y="112"/>
                    <a:pt x="37278" y="20602"/>
                    <a:pt x="19362" y="58870"/>
                  </a:cubicBezTo>
                  <a:cubicBezTo>
                    <a:pt x="3876" y="92016"/>
                    <a:pt x="232" y="125463"/>
                    <a:pt x="232" y="150774"/>
                  </a:cubicBezTo>
                  <a:cubicBezTo>
                    <a:pt x="232" y="174278"/>
                    <a:pt x="3572" y="210738"/>
                    <a:pt x="20273" y="244788"/>
                  </a:cubicBezTo>
                  <a:cubicBezTo>
                    <a:pt x="38493" y="281851"/>
                    <a:pt x="64608" y="301437"/>
                    <a:pt x="67644" y="301437"/>
                  </a:cubicBezTo>
                  <a:cubicBezTo>
                    <a:pt x="69466" y="301437"/>
                    <a:pt x="70681" y="300533"/>
                    <a:pt x="70681" y="298424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BC592C7-1AB4-1DAD-55EC-960D87FB3D85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9728446" y="5781662"/>
              <a:ext cx="151223" cy="136500"/>
            </a:xfrm>
            <a:custGeom>
              <a:avLst/>
              <a:gdLst>
                <a:gd name="csX0" fmla="*/ 92852 w 151223"/>
                <a:gd name="csY0" fmla="*/ 42297 h 136500"/>
                <a:gd name="csX1" fmla="*/ 122915 w 151223"/>
                <a:gd name="csY1" fmla="*/ 6741 h 136500"/>
                <a:gd name="csX2" fmla="*/ 138098 w 151223"/>
                <a:gd name="csY2" fmla="*/ 10658 h 136500"/>
                <a:gd name="csX3" fmla="*/ 123522 w 151223"/>
                <a:gd name="csY3" fmla="*/ 26930 h 136500"/>
                <a:gd name="csX4" fmla="*/ 135061 w 151223"/>
                <a:gd name="csY4" fmla="*/ 37476 h 136500"/>
                <a:gd name="csX5" fmla="*/ 151459 w 151223"/>
                <a:gd name="csY5" fmla="*/ 19999 h 136500"/>
                <a:gd name="csX6" fmla="*/ 123218 w 151223"/>
                <a:gd name="csY6" fmla="*/ 112 h 136500"/>
                <a:gd name="csX7" fmla="*/ 91334 w 151223"/>
                <a:gd name="csY7" fmla="*/ 23012 h 136500"/>
                <a:gd name="csX8" fmla="*/ 58538 w 151223"/>
                <a:gd name="csY8" fmla="*/ 112 h 136500"/>
                <a:gd name="csX9" fmla="*/ 9649 w 151223"/>
                <a:gd name="csY9" fmla="*/ 46516 h 136500"/>
                <a:gd name="csX10" fmla="*/ 13293 w 151223"/>
                <a:gd name="csY10" fmla="*/ 49529 h 136500"/>
                <a:gd name="csX11" fmla="*/ 17241 w 151223"/>
                <a:gd name="csY11" fmla="*/ 46214 h 136500"/>
                <a:gd name="csX12" fmla="*/ 57931 w 151223"/>
                <a:gd name="csY12" fmla="*/ 6741 h 136500"/>
                <a:gd name="csX13" fmla="*/ 74329 w 151223"/>
                <a:gd name="csY13" fmla="*/ 26930 h 136500"/>
                <a:gd name="csX14" fmla="*/ 57931 w 151223"/>
                <a:gd name="csY14" fmla="*/ 98645 h 136500"/>
                <a:gd name="csX15" fmla="*/ 29083 w 151223"/>
                <a:gd name="csY15" fmla="*/ 129983 h 136500"/>
                <a:gd name="csX16" fmla="*/ 13900 w 151223"/>
                <a:gd name="csY16" fmla="*/ 126066 h 136500"/>
                <a:gd name="csX17" fmla="*/ 28172 w 151223"/>
                <a:gd name="csY17" fmla="*/ 109794 h 136500"/>
                <a:gd name="csX18" fmla="*/ 16937 w 151223"/>
                <a:gd name="csY18" fmla="*/ 99248 h 136500"/>
                <a:gd name="csX19" fmla="*/ 236 w 151223"/>
                <a:gd name="csY19" fmla="*/ 116725 h 136500"/>
                <a:gd name="csX20" fmla="*/ 28780 w 151223"/>
                <a:gd name="csY20" fmla="*/ 136612 h 136500"/>
                <a:gd name="csX21" fmla="*/ 60664 w 151223"/>
                <a:gd name="csY21" fmla="*/ 113711 h 136500"/>
                <a:gd name="csX22" fmla="*/ 93460 w 151223"/>
                <a:gd name="csY22" fmla="*/ 136612 h 136500"/>
                <a:gd name="csX23" fmla="*/ 142045 w 151223"/>
                <a:gd name="csY23" fmla="*/ 90208 h 136500"/>
                <a:gd name="csX24" fmla="*/ 138401 w 151223"/>
                <a:gd name="csY24" fmla="*/ 87195 h 136500"/>
                <a:gd name="csX25" fmla="*/ 134454 w 151223"/>
                <a:gd name="csY25" fmla="*/ 90509 h 136500"/>
                <a:gd name="csX26" fmla="*/ 94067 w 151223"/>
                <a:gd name="csY26" fmla="*/ 129983 h 136500"/>
                <a:gd name="csX27" fmla="*/ 77366 w 151223"/>
                <a:gd name="csY27" fmla="*/ 110095 h 136500"/>
                <a:gd name="csX28" fmla="*/ 82528 w 151223"/>
                <a:gd name="csY28" fmla="*/ 83579 h 136500"/>
                <a:gd name="csX29" fmla="*/ 92852 w 151223"/>
                <a:gd name="csY29" fmla="*/ 42297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6500">
                  <a:moveTo>
                    <a:pt x="92852" y="42297"/>
                  </a:moveTo>
                  <a:cubicBezTo>
                    <a:pt x="94674" y="34463"/>
                    <a:pt x="101658" y="6741"/>
                    <a:pt x="122915" y="6741"/>
                  </a:cubicBezTo>
                  <a:cubicBezTo>
                    <a:pt x="124433" y="6741"/>
                    <a:pt x="131721" y="6741"/>
                    <a:pt x="138098" y="10658"/>
                  </a:cubicBezTo>
                  <a:cubicBezTo>
                    <a:pt x="129595" y="12165"/>
                    <a:pt x="123522" y="19698"/>
                    <a:pt x="123522" y="26930"/>
                  </a:cubicBezTo>
                  <a:cubicBezTo>
                    <a:pt x="123522" y="31751"/>
                    <a:pt x="126862" y="37476"/>
                    <a:pt x="135061" y="37476"/>
                  </a:cubicBezTo>
                  <a:cubicBezTo>
                    <a:pt x="141742" y="37476"/>
                    <a:pt x="151459" y="32052"/>
                    <a:pt x="151459" y="19999"/>
                  </a:cubicBezTo>
                  <a:cubicBezTo>
                    <a:pt x="151459" y="4330"/>
                    <a:pt x="133543" y="112"/>
                    <a:pt x="123218" y="112"/>
                  </a:cubicBezTo>
                  <a:cubicBezTo>
                    <a:pt x="105606" y="112"/>
                    <a:pt x="94978" y="16082"/>
                    <a:pt x="91334" y="23012"/>
                  </a:cubicBezTo>
                  <a:cubicBezTo>
                    <a:pt x="83742" y="3125"/>
                    <a:pt x="67345" y="112"/>
                    <a:pt x="58538" y="112"/>
                  </a:cubicBezTo>
                  <a:cubicBezTo>
                    <a:pt x="26958" y="112"/>
                    <a:pt x="9649" y="38983"/>
                    <a:pt x="9649" y="46516"/>
                  </a:cubicBezTo>
                  <a:cubicBezTo>
                    <a:pt x="9649" y="49529"/>
                    <a:pt x="12686" y="49529"/>
                    <a:pt x="13293" y="49529"/>
                  </a:cubicBezTo>
                  <a:cubicBezTo>
                    <a:pt x="15722" y="49529"/>
                    <a:pt x="16633" y="48926"/>
                    <a:pt x="17241" y="46214"/>
                  </a:cubicBezTo>
                  <a:cubicBezTo>
                    <a:pt x="27565" y="14274"/>
                    <a:pt x="47607" y="6741"/>
                    <a:pt x="57931" y="6741"/>
                  </a:cubicBezTo>
                  <a:cubicBezTo>
                    <a:pt x="63701" y="6741"/>
                    <a:pt x="74329" y="9453"/>
                    <a:pt x="74329" y="26930"/>
                  </a:cubicBezTo>
                  <a:cubicBezTo>
                    <a:pt x="74329" y="36271"/>
                    <a:pt x="69167" y="56459"/>
                    <a:pt x="57931" y="98645"/>
                  </a:cubicBezTo>
                  <a:cubicBezTo>
                    <a:pt x="53073" y="117327"/>
                    <a:pt x="42444" y="129983"/>
                    <a:pt x="29083" y="129983"/>
                  </a:cubicBezTo>
                  <a:cubicBezTo>
                    <a:pt x="27261" y="129983"/>
                    <a:pt x="20277" y="129983"/>
                    <a:pt x="13900" y="126066"/>
                  </a:cubicBezTo>
                  <a:cubicBezTo>
                    <a:pt x="21492" y="124559"/>
                    <a:pt x="28172" y="118231"/>
                    <a:pt x="28172" y="109794"/>
                  </a:cubicBezTo>
                  <a:cubicBezTo>
                    <a:pt x="28172" y="101658"/>
                    <a:pt x="21492" y="99248"/>
                    <a:pt x="16937" y="99248"/>
                  </a:cubicBezTo>
                  <a:cubicBezTo>
                    <a:pt x="7827" y="99248"/>
                    <a:pt x="236" y="107082"/>
                    <a:pt x="236" y="116725"/>
                  </a:cubicBezTo>
                  <a:cubicBezTo>
                    <a:pt x="236" y="130585"/>
                    <a:pt x="15419" y="136612"/>
                    <a:pt x="28780" y="136612"/>
                  </a:cubicBezTo>
                  <a:cubicBezTo>
                    <a:pt x="48821" y="136612"/>
                    <a:pt x="59753" y="115519"/>
                    <a:pt x="60664" y="113711"/>
                  </a:cubicBezTo>
                  <a:cubicBezTo>
                    <a:pt x="64308" y="124860"/>
                    <a:pt x="75240" y="136612"/>
                    <a:pt x="93460" y="136612"/>
                  </a:cubicBezTo>
                  <a:cubicBezTo>
                    <a:pt x="124737" y="136612"/>
                    <a:pt x="142045" y="97741"/>
                    <a:pt x="142045" y="90208"/>
                  </a:cubicBezTo>
                  <a:cubicBezTo>
                    <a:pt x="142045" y="87195"/>
                    <a:pt x="139312" y="87195"/>
                    <a:pt x="138401" y="87195"/>
                  </a:cubicBezTo>
                  <a:cubicBezTo>
                    <a:pt x="135668" y="87195"/>
                    <a:pt x="135061" y="88400"/>
                    <a:pt x="134454" y="90509"/>
                  </a:cubicBezTo>
                  <a:cubicBezTo>
                    <a:pt x="124433" y="122751"/>
                    <a:pt x="103784" y="129983"/>
                    <a:pt x="94067" y="129983"/>
                  </a:cubicBezTo>
                  <a:cubicBezTo>
                    <a:pt x="82224" y="129983"/>
                    <a:pt x="77366" y="120340"/>
                    <a:pt x="77366" y="110095"/>
                  </a:cubicBezTo>
                  <a:cubicBezTo>
                    <a:pt x="77366" y="103466"/>
                    <a:pt x="79187" y="96837"/>
                    <a:pt x="82528" y="83579"/>
                  </a:cubicBezTo>
                  <a:lnTo>
                    <a:pt x="92852" y="42297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E1F8764-61B2-7B0E-0B1F-2026DA2BFBF6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9902119" y="5828216"/>
              <a:ext cx="71846" cy="133939"/>
            </a:xfrm>
            <a:custGeom>
              <a:avLst/>
              <a:gdLst>
                <a:gd name="csX0" fmla="*/ 43604 w 71846"/>
                <a:gd name="csY0" fmla="*/ 48626 h 133939"/>
                <a:gd name="csX1" fmla="*/ 65285 w 71846"/>
                <a:gd name="csY1" fmla="*/ 48626 h 133939"/>
                <a:gd name="csX2" fmla="*/ 72087 w 71846"/>
                <a:gd name="csY2" fmla="*/ 43986 h 133939"/>
                <a:gd name="csX3" fmla="*/ 65711 w 71846"/>
                <a:gd name="csY3" fmla="*/ 41033 h 133939"/>
                <a:gd name="csX4" fmla="*/ 45517 w 71846"/>
                <a:gd name="csY4" fmla="*/ 41033 h 133939"/>
                <a:gd name="csX5" fmla="*/ 53382 w 71846"/>
                <a:gd name="csY5" fmla="*/ 9816 h 133939"/>
                <a:gd name="csX6" fmla="*/ 54020 w 71846"/>
                <a:gd name="csY6" fmla="*/ 6863 h 133939"/>
                <a:gd name="csX7" fmla="*/ 46792 w 71846"/>
                <a:gd name="csY7" fmla="*/ 113 h 133939"/>
                <a:gd name="csX8" fmla="*/ 36802 w 71846"/>
                <a:gd name="csY8" fmla="*/ 9183 h 133939"/>
                <a:gd name="csX9" fmla="*/ 28725 w 71846"/>
                <a:gd name="csY9" fmla="*/ 41033 h 133939"/>
                <a:gd name="csX10" fmla="*/ 7043 w 71846"/>
                <a:gd name="csY10" fmla="*/ 41033 h 133939"/>
                <a:gd name="csX11" fmla="*/ 241 w 71846"/>
                <a:gd name="csY11" fmla="*/ 45673 h 133939"/>
                <a:gd name="csX12" fmla="*/ 6618 w 71846"/>
                <a:gd name="csY12" fmla="*/ 48626 h 133939"/>
                <a:gd name="csX13" fmla="*/ 26812 w 71846"/>
                <a:gd name="csY13" fmla="*/ 48626 h 133939"/>
                <a:gd name="csX14" fmla="*/ 14270 w 71846"/>
                <a:gd name="csY14" fmla="*/ 98405 h 133939"/>
                <a:gd name="csX15" fmla="*/ 11082 w 71846"/>
                <a:gd name="csY15" fmla="*/ 114014 h 133939"/>
                <a:gd name="csX16" fmla="*/ 33826 w 71846"/>
                <a:gd name="csY16" fmla="*/ 134052 h 133939"/>
                <a:gd name="csX17" fmla="*/ 70812 w 71846"/>
                <a:gd name="csY17" fmla="*/ 101780 h 133939"/>
                <a:gd name="csX18" fmla="*/ 67411 w 71846"/>
                <a:gd name="csY18" fmla="*/ 99038 h 133939"/>
                <a:gd name="csX19" fmla="*/ 62947 w 71846"/>
                <a:gd name="csY19" fmla="*/ 103046 h 133939"/>
                <a:gd name="csX20" fmla="*/ 34464 w 71846"/>
                <a:gd name="csY20" fmla="*/ 128146 h 133939"/>
                <a:gd name="csX21" fmla="*/ 27024 w 71846"/>
                <a:gd name="csY21" fmla="*/ 117811 h 133939"/>
                <a:gd name="csX22" fmla="*/ 28300 w 71846"/>
                <a:gd name="csY22" fmla="*/ 109163 h 133939"/>
                <a:gd name="csX23" fmla="*/ 43604 w 71846"/>
                <a:gd name="csY23" fmla="*/ 48626 h 133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71846" h="133939">
                  <a:moveTo>
                    <a:pt x="43604" y="48626"/>
                  </a:moveTo>
                  <a:lnTo>
                    <a:pt x="65285" y="48626"/>
                  </a:lnTo>
                  <a:cubicBezTo>
                    <a:pt x="69324" y="48626"/>
                    <a:pt x="72087" y="48626"/>
                    <a:pt x="72087" y="43986"/>
                  </a:cubicBezTo>
                  <a:cubicBezTo>
                    <a:pt x="72087" y="41033"/>
                    <a:pt x="69324" y="41033"/>
                    <a:pt x="65711" y="41033"/>
                  </a:cubicBezTo>
                  <a:lnTo>
                    <a:pt x="45517" y="41033"/>
                  </a:lnTo>
                  <a:lnTo>
                    <a:pt x="53382" y="9816"/>
                  </a:lnTo>
                  <a:cubicBezTo>
                    <a:pt x="53595" y="8761"/>
                    <a:pt x="54020" y="7706"/>
                    <a:pt x="54020" y="6863"/>
                  </a:cubicBezTo>
                  <a:cubicBezTo>
                    <a:pt x="54020" y="3066"/>
                    <a:pt x="51044" y="113"/>
                    <a:pt x="46792" y="113"/>
                  </a:cubicBezTo>
                  <a:cubicBezTo>
                    <a:pt x="41478" y="113"/>
                    <a:pt x="38290" y="3699"/>
                    <a:pt x="36802" y="9183"/>
                  </a:cubicBezTo>
                  <a:cubicBezTo>
                    <a:pt x="35314" y="14456"/>
                    <a:pt x="38077" y="4332"/>
                    <a:pt x="28725" y="41033"/>
                  </a:cubicBezTo>
                  <a:lnTo>
                    <a:pt x="7043" y="41033"/>
                  </a:lnTo>
                  <a:cubicBezTo>
                    <a:pt x="3005" y="41033"/>
                    <a:pt x="241" y="41033"/>
                    <a:pt x="241" y="45673"/>
                  </a:cubicBezTo>
                  <a:cubicBezTo>
                    <a:pt x="241" y="48626"/>
                    <a:pt x="2792" y="48626"/>
                    <a:pt x="6618" y="48626"/>
                  </a:cubicBezTo>
                  <a:lnTo>
                    <a:pt x="26812" y="48626"/>
                  </a:lnTo>
                  <a:lnTo>
                    <a:pt x="14270" y="98405"/>
                  </a:lnTo>
                  <a:cubicBezTo>
                    <a:pt x="12995" y="103679"/>
                    <a:pt x="11082" y="111272"/>
                    <a:pt x="11082" y="114014"/>
                  </a:cubicBezTo>
                  <a:cubicBezTo>
                    <a:pt x="11082" y="126459"/>
                    <a:pt x="21710" y="134052"/>
                    <a:pt x="33826" y="134052"/>
                  </a:cubicBezTo>
                  <a:cubicBezTo>
                    <a:pt x="57421" y="134052"/>
                    <a:pt x="70812" y="104522"/>
                    <a:pt x="70812" y="101780"/>
                  </a:cubicBezTo>
                  <a:cubicBezTo>
                    <a:pt x="70812" y="99038"/>
                    <a:pt x="68049" y="99038"/>
                    <a:pt x="67411" y="99038"/>
                  </a:cubicBezTo>
                  <a:cubicBezTo>
                    <a:pt x="64860" y="99038"/>
                    <a:pt x="64648" y="99460"/>
                    <a:pt x="62947" y="103046"/>
                  </a:cubicBezTo>
                  <a:cubicBezTo>
                    <a:pt x="56996" y="116334"/>
                    <a:pt x="46155" y="128146"/>
                    <a:pt x="34464" y="128146"/>
                  </a:cubicBezTo>
                  <a:cubicBezTo>
                    <a:pt x="30000" y="128146"/>
                    <a:pt x="27024" y="125404"/>
                    <a:pt x="27024" y="117811"/>
                  </a:cubicBezTo>
                  <a:cubicBezTo>
                    <a:pt x="27024" y="115702"/>
                    <a:pt x="27874" y="111272"/>
                    <a:pt x="28300" y="109163"/>
                  </a:cubicBezTo>
                  <a:lnTo>
                    <a:pt x="43604" y="4862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66139D68-0B89-04DD-ECA0-9DCC577B8C6D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0120589" y="5688854"/>
              <a:ext cx="12146" cy="301325"/>
            </a:xfrm>
            <a:custGeom>
              <a:avLst/>
              <a:gdLst>
                <a:gd name="csX0" fmla="*/ 12394 w 12146"/>
                <a:gd name="csY0" fmla="*/ 10959 h 301325"/>
                <a:gd name="csX1" fmla="*/ 6321 w 12146"/>
                <a:gd name="csY1" fmla="*/ 112 h 301325"/>
                <a:gd name="csX2" fmla="*/ 248 w 12146"/>
                <a:gd name="csY2" fmla="*/ 10959 h 301325"/>
                <a:gd name="csX3" fmla="*/ 248 w 12146"/>
                <a:gd name="csY3" fmla="*/ 290589 h 301325"/>
                <a:gd name="csX4" fmla="*/ 6321 w 12146"/>
                <a:gd name="csY4" fmla="*/ 301437 h 301325"/>
                <a:gd name="csX5" fmla="*/ 12394 w 12146"/>
                <a:gd name="csY5" fmla="*/ 290589 h 301325"/>
                <a:gd name="csX6" fmla="*/ 12394 w 12146"/>
                <a:gd name="csY6" fmla="*/ 10959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46" h="301325">
                  <a:moveTo>
                    <a:pt x="12394" y="10959"/>
                  </a:moveTo>
                  <a:cubicBezTo>
                    <a:pt x="12394" y="5535"/>
                    <a:pt x="12394" y="112"/>
                    <a:pt x="6321" y="112"/>
                  </a:cubicBezTo>
                  <a:cubicBezTo>
                    <a:pt x="248" y="112"/>
                    <a:pt x="248" y="5535"/>
                    <a:pt x="248" y="10959"/>
                  </a:cubicBezTo>
                  <a:lnTo>
                    <a:pt x="248" y="290589"/>
                  </a:lnTo>
                  <a:cubicBezTo>
                    <a:pt x="248" y="296013"/>
                    <a:pt x="248" y="301437"/>
                    <a:pt x="6321" y="301437"/>
                  </a:cubicBezTo>
                  <a:cubicBezTo>
                    <a:pt x="12394" y="301437"/>
                    <a:pt x="12394" y="296013"/>
                    <a:pt x="12394" y="290589"/>
                  </a:cubicBezTo>
                  <a:lnTo>
                    <a:pt x="12394" y="1095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220CCD0-B41C-E326-1CF4-574E1003A8A3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0261959" y="5781662"/>
              <a:ext cx="151223" cy="136500"/>
            </a:xfrm>
            <a:custGeom>
              <a:avLst/>
              <a:gdLst>
                <a:gd name="csX0" fmla="*/ 92870 w 151223"/>
                <a:gd name="csY0" fmla="*/ 42297 h 136500"/>
                <a:gd name="csX1" fmla="*/ 122932 w 151223"/>
                <a:gd name="csY1" fmla="*/ 6741 h 136500"/>
                <a:gd name="csX2" fmla="*/ 138115 w 151223"/>
                <a:gd name="csY2" fmla="*/ 10658 h 136500"/>
                <a:gd name="csX3" fmla="*/ 123540 w 151223"/>
                <a:gd name="csY3" fmla="*/ 26930 h 136500"/>
                <a:gd name="csX4" fmla="*/ 135079 w 151223"/>
                <a:gd name="csY4" fmla="*/ 37476 h 136500"/>
                <a:gd name="csX5" fmla="*/ 151476 w 151223"/>
                <a:gd name="csY5" fmla="*/ 19999 h 136500"/>
                <a:gd name="csX6" fmla="*/ 123236 w 151223"/>
                <a:gd name="csY6" fmla="*/ 112 h 136500"/>
                <a:gd name="csX7" fmla="*/ 91351 w 151223"/>
                <a:gd name="csY7" fmla="*/ 23012 h 136500"/>
                <a:gd name="csX8" fmla="*/ 58556 w 151223"/>
                <a:gd name="csY8" fmla="*/ 112 h 136500"/>
                <a:gd name="csX9" fmla="*/ 9667 w 151223"/>
                <a:gd name="csY9" fmla="*/ 46516 h 136500"/>
                <a:gd name="csX10" fmla="*/ 13310 w 151223"/>
                <a:gd name="csY10" fmla="*/ 49529 h 136500"/>
                <a:gd name="csX11" fmla="*/ 17258 w 151223"/>
                <a:gd name="csY11" fmla="*/ 46214 h 136500"/>
                <a:gd name="csX12" fmla="*/ 57949 w 151223"/>
                <a:gd name="csY12" fmla="*/ 6741 h 136500"/>
                <a:gd name="csX13" fmla="*/ 74346 w 151223"/>
                <a:gd name="csY13" fmla="*/ 26930 h 136500"/>
                <a:gd name="csX14" fmla="*/ 57949 w 151223"/>
                <a:gd name="csY14" fmla="*/ 98645 h 136500"/>
                <a:gd name="csX15" fmla="*/ 29101 w 151223"/>
                <a:gd name="csY15" fmla="*/ 129983 h 136500"/>
                <a:gd name="csX16" fmla="*/ 13918 w 151223"/>
                <a:gd name="csY16" fmla="*/ 126066 h 136500"/>
                <a:gd name="csX17" fmla="*/ 28190 w 151223"/>
                <a:gd name="csY17" fmla="*/ 109794 h 136500"/>
                <a:gd name="csX18" fmla="*/ 16954 w 151223"/>
                <a:gd name="csY18" fmla="*/ 99248 h 136500"/>
                <a:gd name="csX19" fmla="*/ 253 w 151223"/>
                <a:gd name="csY19" fmla="*/ 116725 h 136500"/>
                <a:gd name="csX20" fmla="*/ 28797 w 151223"/>
                <a:gd name="csY20" fmla="*/ 136612 h 136500"/>
                <a:gd name="csX21" fmla="*/ 60682 w 151223"/>
                <a:gd name="csY21" fmla="*/ 113711 h 136500"/>
                <a:gd name="csX22" fmla="*/ 93477 w 151223"/>
                <a:gd name="csY22" fmla="*/ 136612 h 136500"/>
                <a:gd name="csX23" fmla="*/ 142063 w 151223"/>
                <a:gd name="csY23" fmla="*/ 90208 h 136500"/>
                <a:gd name="csX24" fmla="*/ 138419 w 151223"/>
                <a:gd name="csY24" fmla="*/ 87195 h 136500"/>
                <a:gd name="csX25" fmla="*/ 134471 w 151223"/>
                <a:gd name="csY25" fmla="*/ 90509 h 136500"/>
                <a:gd name="csX26" fmla="*/ 94084 w 151223"/>
                <a:gd name="csY26" fmla="*/ 129983 h 136500"/>
                <a:gd name="csX27" fmla="*/ 77383 w 151223"/>
                <a:gd name="csY27" fmla="*/ 110095 h 136500"/>
                <a:gd name="csX28" fmla="*/ 82545 w 151223"/>
                <a:gd name="csY28" fmla="*/ 83579 h 136500"/>
                <a:gd name="csX29" fmla="*/ 92870 w 151223"/>
                <a:gd name="csY29" fmla="*/ 42297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6500">
                  <a:moveTo>
                    <a:pt x="92870" y="42297"/>
                  </a:moveTo>
                  <a:cubicBezTo>
                    <a:pt x="94692" y="34463"/>
                    <a:pt x="101676" y="6741"/>
                    <a:pt x="122932" y="6741"/>
                  </a:cubicBezTo>
                  <a:cubicBezTo>
                    <a:pt x="124450" y="6741"/>
                    <a:pt x="131738" y="6741"/>
                    <a:pt x="138115" y="10658"/>
                  </a:cubicBezTo>
                  <a:cubicBezTo>
                    <a:pt x="129613" y="12165"/>
                    <a:pt x="123540" y="19698"/>
                    <a:pt x="123540" y="26930"/>
                  </a:cubicBezTo>
                  <a:cubicBezTo>
                    <a:pt x="123540" y="31751"/>
                    <a:pt x="126880" y="37476"/>
                    <a:pt x="135079" y="37476"/>
                  </a:cubicBezTo>
                  <a:cubicBezTo>
                    <a:pt x="141759" y="37476"/>
                    <a:pt x="151476" y="32052"/>
                    <a:pt x="151476" y="19999"/>
                  </a:cubicBezTo>
                  <a:cubicBezTo>
                    <a:pt x="151476" y="4330"/>
                    <a:pt x="133560" y="112"/>
                    <a:pt x="123236" y="112"/>
                  </a:cubicBezTo>
                  <a:cubicBezTo>
                    <a:pt x="105624" y="112"/>
                    <a:pt x="94995" y="16082"/>
                    <a:pt x="91351" y="23012"/>
                  </a:cubicBezTo>
                  <a:cubicBezTo>
                    <a:pt x="83760" y="3125"/>
                    <a:pt x="67362" y="112"/>
                    <a:pt x="58556" y="112"/>
                  </a:cubicBezTo>
                  <a:cubicBezTo>
                    <a:pt x="26975" y="112"/>
                    <a:pt x="9667" y="38983"/>
                    <a:pt x="9667" y="46516"/>
                  </a:cubicBezTo>
                  <a:cubicBezTo>
                    <a:pt x="9667" y="49529"/>
                    <a:pt x="12703" y="49529"/>
                    <a:pt x="13310" y="49529"/>
                  </a:cubicBezTo>
                  <a:cubicBezTo>
                    <a:pt x="15740" y="49529"/>
                    <a:pt x="16651" y="48926"/>
                    <a:pt x="17258" y="46214"/>
                  </a:cubicBezTo>
                  <a:cubicBezTo>
                    <a:pt x="27583" y="14274"/>
                    <a:pt x="47624" y="6741"/>
                    <a:pt x="57949" y="6741"/>
                  </a:cubicBezTo>
                  <a:cubicBezTo>
                    <a:pt x="63718" y="6741"/>
                    <a:pt x="74346" y="9453"/>
                    <a:pt x="74346" y="26930"/>
                  </a:cubicBezTo>
                  <a:cubicBezTo>
                    <a:pt x="74346" y="36271"/>
                    <a:pt x="69184" y="56459"/>
                    <a:pt x="57949" y="98645"/>
                  </a:cubicBezTo>
                  <a:cubicBezTo>
                    <a:pt x="53090" y="117327"/>
                    <a:pt x="42462" y="129983"/>
                    <a:pt x="29101" y="129983"/>
                  </a:cubicBezTo>
                  <a:cubicBezTo>
                    <a:pt x="27279" y="129983"/>
                    <a:pt x="20295" y="129983"/>
                    <a:pt x="13918" y="126066"/>
                  </a:cubicBezTo>
                  <a:cubicBezTo>
                    <a:pt x="21509" y="124559"/>
                    <a:pt x="28190" y="118231"/>
                    <a:pt x="28190" y="109794"/>
                  </a:cubicBezTo>
                  <a:cubicBezTo>
                    <a:pt x="28190" y="101658"/>
                    <a:pt x="21509" y="99248"/>
                    <a:pt x="16954" y="99248"/>
                  </a:cubicBezTo>
                  <a:cubicBezTo>
                    <a:pt x="7845" y="99248"/>
                    <a:pt x="253" y="107082"/>
                    <a:pt x="253" y="116725"/>
                  </a:cubicBezTo>
                  <a:cubicBezTo>
                    <a:pt x="253" y="130585"/>
                    <a:pt x="15436" y="136612"/>
                    <a:pt x="28797" y="136612"/>
                  </a:cubicBezTo>
                  <a:cubicBezTo>
                    <a:pt x="48839" y="136612"/>
                    <a:pt x="59771" y="115519"/>
                    <a:pt x="60682" y="113711"/>
                  </a:cubicBezTo>
                  <a:cubicBezTo>
                    <a:pt x="64326" y="124860"/>
                    <a:pt x="75257" y="136612"/>
                    <a:pt x="93477" y="136612"/>
                  </a:cubicBezTo>
                  <a:cubicBezTo>
                    <a:pt x="124754" y="136612"/>
                    <a:pt x="142063" y="97741"/>
                    <a:pt x="142063" y="90208"/>
                  </a:cubicBezTo>
                  <a:cubicBezTo>
                    <a:pt x="142063" y="87195"/>
                    <a:pt x="139330" y="87195"/>
                    <a:pt x="138419" y="87195"/>
                  </a:cubicBezTo>
                  <a:cubicBezTo>
                    <a:pt x="135686" y="87195"/>
                    <a:pt x="135079" y="88400"/>
                    <a:pt x="134471" y="90509"/>
                  </a:cubicBezTo>
                  <a:cubicBezTo>
                    <a:pt x="124450" y="122751"/>
                    <a:pt x="103802" y="129983"/>
                    <a:pt x="94084" y="129983"/>
                  </a:cubicBezTo>
                  <a:cubicBezTo>
                    <a:pt x="82242" y="129983"/>
                    <a:pt x="77383" y="120340"/>
                    <a:pt x="77383" y="110095"/>
                  </a:cubicBezTo>
                  <a:cubicBezTo>
                    <a:pt x="77383" y="103466"/>
                    <a:pt x="79205" y="96837"/>
                    <a:pt x="82545" y="83579"/>
                  </a:cubicBezTo>
                  <a:lnTo>
                    <a:pt x="92870" y="42297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95B756D-FA2C-6486-BE1F-DA73997F6358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0449873" y="5819990"/>
              <a:ext cx="77372" cy="140056"/>
            </a:xfrm>
            <a:custGeom>
              <a:avLst/>
              <a:gdLst>
                <a:gd name="csX0" fmla="*/ 48298 w 77372"/>
                <a:gd name="csY0" fmla="*/ 6019 h 140056"/>
                <a:gd name="csX1" fmla="*/ 41921 w 77372"/>
                <a:gd name="csY1" fmla="*/ 113 h 140056"/>
                <a:gd name="csX2" fmla="*/ 259 w 77372"/>
                <a:gd name="csY2" fmla="*/ 13612 h 140056"/>
                <a:gd name="csX3" fmla="*/ 259 w 77372"/>
                <a:gd name="csY3" fmla="*/ 21206 h 140056"/>
                <a:gd name="csX4" fmla="*/ 31080 w 77372"/>
                <a:gd name="csY4" fmla="*/ 15300 h 140056"/>
                <a:gd name="csX5" fmla="*/ 31080 w 77372"/>
                <a:gd name="csY5" fmla="*/ 122873 h 140056"/>
                <a:gd name="csX6" fmla="*/ 9824 w 77372"/>
                <a:gd name="csY6" fmla="*/ 132576 h 140056"/>
                <a:gd name="csX7" fmla="*/ 1747 w 77372"/>
                <a:gd name="csY7" fmla="*/ 132576 h 140056"/>
                <a:gd name="csX8" fmla="*/ 1747 w 77372"/>
                <a:gd name="csY8" fmla="*/ 140169 h 140056"/>
                <a:gd name="csX9" fmla="*/ 39583 w 77372"/>
                <a:gd name="csY9" fmla="*/ 139325 h 140056"/>
                <a:gd name="csX10" fmla="*/ 77632 w 77372"/>
                <a:gd name="csY10" fmla="*/ 140169 h 140056"/>
                <a:gd name="csX11" fmla="*/ 77632 w 77372"/>
                <a:gd name="csY11" fmla="*/ 132576 h 140056"/>
                <a:gd name="csX12" fmla="*/ 69554 w 77372"/>
                <a:gd name="csY12" fmla="*/ 132576 h 140056"/>
                <a:gd name="csX13" fmla="*/ 48298 w 77372"/>
                <a:gd name="csY13" fmla="*/ 122873 h 140056"/>
                <a:gd name="csX14" fmla="*/ 48298 w 77372"/>
                <a:gd name="csY14" fmla="*/ 6019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40056">
                  <a:moveTo>
                    <a:pt x="48298" y="6019"/>
                  </a:moveTo>
                  <a:cubicBezTo>
                    <a:pt x="48298" y="324"/>
                    <a:pt x="47873" y="113"/>
                    <a:pt x="41921" y="113"/>
                  </a:cubicBezTo>
                  <a:cubicBezTo>
                    <a:pt x="28317" y="13402"/>
                    <a:pt x="8974" y="13612"/>
                    <a:pt x="259" y="13612"/>
                  </a:cubicBezTo>
                  <a:lnTo>
                    <a:pt x="259" y="21206"/>
                  </a:lnTo>
                  <a:cubicBezTo>
                    <a:pt x="5360" y="21206"/>
                    <a:pt x="19389" y="21206"/>
                    <a:pt x="31080" y="15300"/>
                  </a:cubicBezTo>
                  <a:lnTo>
                    <a:pt x="31080" y="122873"/>
                  </a:lnTo>
                  <a:cubicBezTo>
                    <a:pt x="31080" y="129834"/>
                    <a:pt x="31080" y="132576"/>
                    <a:pt x="9824" y="132576"/>
                  </a:cubicBezTo>
                  <a:lnTo>
                    <a:pt x="1747" y="132576"/>
                  </a:lnTo>
                  <a:lnTo>
                    <a:pt x="1747" y="140169"/>
                  </a:lnTo>
                  <a:cubicBezTo>
                    <a:pt x="5573" y="139958"/>
                    <a:pt x="31718" y="139325"/>
                    <a:pt x="39583" y="139325"/>
                  </a:cubicBezTo>
                  <a:cubicBezTo>
                    <a:pt x="46172" y="139325"/>
                    <a:pt x="72955" y="139958"/>
                    <a:pt x="77632" y="140169"/>
                  </a:cubicBezTo>
                  <a:lnTo>
                    <a:pt x="77632" y="132576"/>
                  </a:lnTo>
                  <a:lnTo>
                    <a:pt x="69554" y="132576"/>
                  </a:lnTo>
                  <a:cubicBezTo>
                    <a:pt x="48298" y="132576"/>
                    <a:pt x="48298" y="129834"/>
                    <a:pt x="48298" y="122873"/>
                  </a:cubicBezTo>
                  <a:lnTo>
                    <a:pt x="48298" y="601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9A21913-43AA-21A0-EC2C-14B0371A1D9F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0589045" y="5882907"/>
              <a:ext cx="35528" cy="90096"/>
            </a:xfrm>
            <a:custGeom>
              <a:avLst/>
              <a:gdLst>
                <a:gd name="csX0" fmla="*/ 35792 w 35528"/>
                <a:gd name="csY0" fmla="*/ 31751 h 90096"/>
                <a:gd name="csX1" fmla="*/ 16357 w 35528"/>
                <a:gd name="csY1" fmla="*/ 112 h 90096"/>
                <a:gd name="csX2" fmla="*/ 263 w 35528"/>
                <a:gd name="csY2" fmla="*/ 16082 h 90096"/>
                <a:gd name="csX3" fmla="*/ 16357 w 35528"/>
                <a:gd name="csY3" fmla="*/ 32052 h 90096"/>
                <a:gd name="csX4" fmla="*/ 26985 w 35528"/>
                <a:gd name="csY4" fmla="*/ 28135 h 90096"/>
                <a:gd name="csX5" fmla="*/ 28504 w 35528"/>
                <a:gd name="csY5" fmla="*/ 27231 h 90096"/>
                <a:gd name="csX6" fmla="*/ 29111 w 35528"/>
                <a:gd name="csY6" fmla="*/ 31751 h 90096"/>
                <a:gd name="csX7" fmla="*/ 8462 w 35528"/>
                <a:gd name="csY7" fmla="*/ 82072 h 90096"/>
                <a:gd name="csX8" fmla="*/ 5122 w 35528"/>
                <a:gd name="csY8" fmla="*/ 86893 h 90096"/>
                <a:gd name="csX9" fmla="*/ 8158 w 35528"/>
                <a:gd name="csY9" fmla="*/ 90208 h 90096"/>
                <a:gd name="csX10" fmla="*/ 35792 w 35528"/>
                <a:gd name="csY10" fmla="*/ 31751 h 9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90096">
                  <a:moveTo>
                    <a:pt x="35792" y="31751"/>
                  </a:moveTo>
                  <a:cubicBezTo>
                    <a:pt x="35792" y="11863"/>
                    <a:pt x="28200" y="112"/>
                    <a:pt x="16357" y="112"/>
                  </a:cubicBezTo>
                  <a:cubicBezTo>
                    <a:pt x="6336" y="112"/>
                    <a:pt x="263" y="7645"/>
                    <a:pt x="263" y="16082"/>
                  </a:cubicBezTo>
                  <a:cubicBezTo>
                    <a:pt x="263" y="24218"/>
                    <a:pt x="6336" y="32052"/>
                    <a:pt x="16357" y="32052"/>
                  </a:cubicBezTo>
                  <a:cubicBezTo>
                    <a:pt x="20001" y="32052"/>
                    <a:pt x="23949" y="30847"/>
                    <a:pt x="26985" y="28135"/>
                  </a:cubicBezTo>
                  <a:cubicBezTo>
                    <a:pt x="27896" y="27532"/>
                    <a:pt x="28200" y="27231"/>
                    <a:pt x="28504" y="27231"/>
                  </a:cubicBezTo>
                  <a:cubicBezTo>
                    <a:pt x="28807" y="27231"/>
                    <a:pt x="29111" y="27532"/>
                    <a:pt x="29111" y="31751"/>
                  </a:cubicBezTo>
                  <a:cubicBezTo>
                    <a:pt x="29111" y="54049"/>
                    <a:pt x="18483" y="72128"/>
                    <a:pt x="8462" y="82072"/>
                  </a:cubicBezTo>
                  <a:cubicBezTo>
                    <a:pt x="5122" y="85387"/>
                    <a:pt x="5122" y="85989"/>
                    <a:pt x="5122" y="86893"/>
                  </a:cubicBezTo>
                  <a:cubicBezTo>
                    <a:pt x="5122" y="89003"/>
                    <a:pt x="6640" y="90208"/>
                    <a:pt x="8158" y="90208"/>
                  </a:cubicBezTo>
                  <a:cubicBezTo>
                    <a:pt x="11499" y="90208"/>
                    <a:pt x="35792" y="67006"/>
                    <a:pt x="35792" y="31751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D84DA12-E166-5CEF-AE18-673F515E9AFB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0724004" y="5882907"/>
              <a:ext cx="32188" cy="31940"/>
            </a:xfrm>
            <a:custGeom>
              <a:avLst/>
              <a:gdLst>
                <a:gd name="csX0" fmla="*/ 32456 w 32188"/>
                <a:gd name="csY0" fmla="*/ 16082 h 31940"/>
                <a:gd name="csX1" fmla="*/ 16362 w 32188"/>
                <a:gd name="csY1" fmla="*/ 112 h 31940"/>
                <a:gd name="csX2" fmla="*/ 268 w 32188"/>
                <a:gd name="csY2" fmla="*/ 16082 h 31940"/>
                <a:gd name="csX3" fmla="*/ 16362 w 32188"/>
                <a:gd name="csY3" fmla="*/ 32052 h 31940"/>
                <a:gd name="csX4" fmla="*/ 32456 w 32188"/>
                <a:gd name="csY4" fmla="*/ 16082 h 31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940">
                  <a:moveTo>
                    <a:pt x="32456" y="16082"/>
                  </a:moveTo>
                  <a:cubicBezTo>
                    <a:pt x="32456" y="7343"/>
                    <a:pt x="25168" y="112"/>
                    <a:pt x="16362" y="112"/>
                  </a:cubicBezTo>
                  <a:cubicBezTo>
                    <a:pt x="7556" y="112"/>
                    <a:pt x="268" y="7343"/>
                    <a:pt x="268" y="16082"/>
                  </a:cubicBezTo>
                  <a:cubicBezTo>
                    <a:pt x="268" y="24820"/>
                    <a:pt x="7556" y="32052"/>
                    <a:pt x="16362" y="32052"/>
                  </a:cubicBezTo>
                  <a:cubicBezTo>
                    <a:pt x="25168" y="32052"/>
                    <a:pt x="32456" y="24820"/>
                    <a:pt x="32456" y="16082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439A190-060F-031D-CA46-5E4B1224E7CD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0858964" y="5882907"/>
              <a:ext cx="32188" cy="31940"/>
            </a:xfrm>
            <a:custGeom>
              <a:avLst/>
              <a:gdLst>
                <a:gd name="csX0" fmla="*/ 32460 w 32188"/>
                <a:gd name="csY0" fmla="*/ 16082 h 31940"/>
                <a:gd name="csX1" fmla="*/ 16366 w 32188"/>
                <a:gd name="csY1" fmla="*/ 112 h 31940"/>
                <a:gd name="csX2" fmla="*/ 272 w 32188"/>
                <a:gd name="csY2" fmla="*/ 16082 h 31940"/>
                <a:gd name="csX3" fmla="*/ 16366 w 32188"/>
                <a:gd name="csY3" fmla="*/ 32052 h 31940"/>
                <a:gd name="csX4" fmla="*/ 32460 w 32188"/>
                <a:gd name="csY4" fmla="*/ 16082 h 31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940">
                  <a:moveTo>
                    <a:pt x="32460" y="16082"/>
                  </a:moveTo>
                  <a:cubicBezTo>
                    <a:pt x="32460" y="7343"/>
                    <a:pt x="25172" y="112"/>
                    <a:pt x="16366" y="112"/>
                  </a:cubicBezTo>
                  <a:cubicBezTo>
                    <a:pt x="7560" y="112"/>
                    <a:pt x="272" y="7343"/>
                    <a:pt x="272" y="16082"/>
                  </a:cubicBezTo>
                  <a:cubicBezTo>
                    <a:pt x="272" y="24820"/>
                    <a:pt x="7560" y="32052"/>
                    <a:pt x="16366" y="32052"/>
                  </a:cubicBezTo>
                  <a:cubicBezTo>
                    <a:pt x="25172" y="32052"/>
                    <a:pt x="32460" y="24820"/>
                    <a:pt x="32460" y="16082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9578DCA-9BF4-D9A8-5656-872AB902C848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0993924" y="5882907"/>
              <a:ext cx="32188" cy="31940"/>
            </a:xfrm>
            <a:custGeom>
              <a:avLst/>
              <a:gdLst>
                <a:gd name="csX0" fmla="*/ 32465 w 32188"/>
                <a:gd name="csY0" fmla="*/ 16082 h 31940"/>
                <a:gd name="csX1" fmla="*/ 16371 w 32188"/>
                <a:gd name="csY1" fmla="*/ 112 h 31940"/>
                <a:gd name="csX2" fmla="*/ 277 w 32188"/>
                <a:gd name="csY2" fmla="*/ 16082 h 31940"/>
                <a:gd name="csX3" fmla="*/ 16371 w 32188"/>
                <a:gd name="csY3" fmla="*/ 32052 h 31940"/>
                <a:gd name="csX4" fmla="*/ 32465 w 32188"/>
                <a:gd name="csY4" fmla="*/ 16082 h 31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940">
                  <a:moveTo>
                    <a:pt x="32465" y="16082"/>
                  </a:moveTo>
                  <a:cubicBezTo>
                    <a:pt x="32465" y="7343"/>
                    <a:pt x="25177" y="112"/>
                    <a:pt x="16371" y="112"/>
                  </a:cubicBezTo>
                  <a:cubicBezTo>
                    <a:pt x="7564" y="112"/>
                    <a:pt x="277" y="7343"/>
                    <a:pt x="277" y="16082"/>
                  </a:cubicBezTo>
                  <a:cubicBezTo>
                    <a:pt x="277" y="24820"/>
                    <a:pt x="7564" y="32052"/>
                    <a:pt x="16371" y="32052"/>
                  </a:cubicBezTo>
                  <a:cubicBezTo>
                    <a:pt x="25177" y="32052"/>
                    <a:pt x="32465" y="24820"/>
                    <a:pt x="32465" y="16082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3A8B3AEA-FE50-F94A-E377-01A94E7E4164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1128883" y="5882907"/>
              <a:ext cx="35528" cy="90096"/>
            </a:xfrm>
            <a:custGeom>
              <a:avLst/>
              <a:gdLst>
                <a:gd name="csX0" fmla="*/ 35809 w 35528"/>
                <a:gd name="csY0" fmla="*/ 31751 h 90096"/>
                <a:gd name="csX1" fmla="*/ 16375 w 35528"/>
                <a:gd name="csY1" fmla="*/ 112 h 90096"/>
                <a:gd name="csX2" fmla="*/ 281 w 35528"/>
                <a:gd name="csY2" fmla="*/ 16082 h 90096"/>
                <a:gd name="csX3" fmla="*/ 16375 w 35528"/>
                <a:gd name="csY3" fmla="*/ 32052 h 90096"/>
                <a:gd name="csX4" fmla="*/ 27003 w 35528"/>
                <a:gd name="csY4" fmla="*/ 28135 h 90096"/>
                <a:gd name="csX5" fmla="*/ 28521 w 35528"/>
                <a:gd name="csY5" fmla="*/ 27231 h 90096"/>
                <a:gd name="csX6" fmla="*/ 29129 w 35528"/>
                <a:gd name="csY6" fmla="*/ 31751 h 90096"/>
                <a:gd name="csX7" fmla="*/ 8480 w 35528"/>
                <a:gd name="csY7" fmla="*/ 82072 h 90096"/>
                <a:gd name="csX8" fmla="*/ 5140 w 35528"/>
                <a:gd name="csY8" fmla="*/ 86893 h 90096"/>
                <a:gd name="csX9" fmla="*/ 8176 w 35528"/>
                <a:gd name="csY9" fmla="*/ 90208 h 90096"/>
                <a:gd name="csX10" fmla="*/ 35809 w 35528"/>
                <a:gd name="csY10" fmla="*/ 31751 h 9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90096">
                  <a:moveTo>
                    <a:pt x="35809" y="31751"/>
                  </a:moveTo>
                  <a:cubicBezTo>
                    <a:pt x="35809" y="11863"/>
                    <a:pt x="28218" y="112"/>
                    <a:pt x="16375" y="112"/>
                  </a:cubicBezTo>
                  <a:cubicBezTo>
                    <a:pt x="6354" y="112"/>
                    <a:pt x="281" y="7645"/>
                    <a:pt x="281" y="16082"/>
                  </a:cubicBezTo>
                  <a:cubicBezTo>
                    <a:pt x="281" y="24218"/>
                    <a:pt x="6354" y="32052"/>
                    <a:pt x="16375" y="32052"/>
                  </a:cubicBezTo>
                  <a:cubicBezTo>
                    <a:pt x="20019" y="32052"/>
                    <a:pt x="23967" y="30847"/>
                    <a:pt x="27003" y="28135"/>
                  </a:cubicBezTo>
                  <a:cubicBezTo>
                    <a:pt x="27914" y="27532"/>
                    <a:pt x="28218" y="27231"/>
                    <a:pt x="28521" y="27231"/>
                  </a:cubicBezTo>
                  <a:cubicBezTo>
                    <a:pt x="28825" y="27231"/>
                    <a:pt x="29129" y="27532"/>
                    <a:pt x="29129" y="31751"/>
                  </a:cubicBezTo>
                  <a:cubicBezTo>
                    <a:pt x="29129" y="54049"/>
                    <a:pt x="18501" y="72128"/>
                    <a:pt x="8480" y="82072"/>
                  </a:cubicBezTo>
                  <a:cubicBezTo>
                    <a:pt x="5140" y="85387"/>
                    <a:pt x="5140" y="85989"/>
                    <a:pt x="5140" y="86893"/>
                  </a:cubicBezTo>
                  <a:cubicBezTo>
                    <a:pt x="5140" y="89003"/>
                    <a:pt x="6658" y="90208"/>
                    <a:pt x="8176" y="90208"/>
                  </a:cubicBezTo>
                  <a:cubicBezTo>
                    <a:pt x="11516" y="90208"/>
                    <a:pt x="35809" y="67006"/>
                    <a:pt x="35809" y="31751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A29A078-CE3F-1148-6A05-CD8D180AED67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1246534" y="5781662"/>
              <a:ext cx="151223" cy="136500"/>
            </a:xfrm>
            <a:custGeom>
              <a:avLst/>
              <a:gdLst>
                <a:gd name="csX0" fmla="*/ 92902 w 151223"/>
                <a:gd name="csY0" fmla="*/ 42297 h 136500"/>
                <a:gd name="csX1" fmla="*/ 122965 w 151223"/>
                <a:gd name="csY1" fmla="*/ 6741 h 136500"/>
                <a:gd name="csX2" fmla="*/ 138148 w 151223"/>
                <a:gd name="csY2" fmla="*/ 10658 h 136500"/>
                <a:gd name="csX3" fmla="*/ 123572 w 151223"/>
                <a:gd name="csY3" fmla="*/ 26930 h 136500"/>
                <a:gd name="csX4" fmla="*/ 135111 w 151223"/>
                <a:gd name="csY4" fmla="*/ 37476 h 136500"/>
                <a:gd name="csX5" fmla="*/ 151509 w 151223"/>
                <a:gd name="csY5" fmla="*/ 19999 h 136500"/>
                <a:gd name="csX6" fmla="*/ 123268 w 151223"/>
                <a:gd name="csY6" fmla="*/ 112 h 136500"/>
                <a:gd name="csX7" fmla="*/ 91384 w 151223"/>
                <a:gd name="csY7" fmla="*/ 23012 h 136500"/>
                <a:gd name="csX8" fmla="*/ 58588 w 151223"/>
                <a:gd name="csY8" fmla="*/ 112 h 136500"/>
                <a:gd name="csX9" fmla="*/ 9699 w 151223"/>
                <a:gd name="csY9" fmla="*/ 46516 h 136500"/>
                <a:gd name="csX10" fmla="*/ 13343 w 151223"/>
                <a:gd name="csY10" fmla="*/ 49529 h 136500"/>
                <a:gd name="csX11" fmla="*/ 17290 w 151223"/>
                <a:gd name="csY11" fmla="*/ 46214 h 136500"/>
                <a:gd name="csX12" fmla="*/ 57981 w 151223"/>
                <a:gd name="csY12" fmla="*/ 6741 h 136500"/>
                <a:gd name="csX13" fmla="*/ 74379 w 151223"/>
                <a:gd name="csY13" fmla="*/ 26930 h 136500"/>
                <a:gd name="csX14" fmla="*/ 57981 w 151223"/>
                <a:gd name="csY14" fmla="*/ 98645 h 136500"/>
                <a:gd name="csX15" fmla="*/ 29133 w 151223"/>
                <a:gd name="csY15" fmla="*/ 129983 h 136500"/>
                <a:gd name="csX16" fmla="*/ 13950 w 151223"/>
                <a:gd name="csY16" fmla="*/ 126066 h 136500"/>
                <a:gd name="csX17" fmla="*/ 28222 w 151223"/>
                <a:gd name="csY17" fmla="*/ 109794 h 136500"/>
                <a:gd name="csX18" fmla="*/ 16987 w 151223"/>
                <a:gd name="csY18" fmla="*/ 99248 h 136500"/>
                <a:gd name="csX19" fmla="*/ 285 w 151223"/>
                <a:gd name="csY19" fmla="*/ 116725 h 136500"/>
                <a:gd name="csX20" fmla="*/ 28830 w 151223"/>
                <a:gd name="csY20" fmla="*/ 136612 h 136500"/>
                <a:gd name="csX21" fmla="*/ 60714 w 151223"/>
                <a:gd name="csY21" fmla="*/ 113711 h 136500"/>
                <a:gd name="csX22" fmla="*/ 93509 w 151223"/>
                <a:gd name="csY22" fmla="*/ 136612 h 136500"/>
                <a:gd name="csX23" fmla="*/ 142095 w 151223"/>
                <a:gd name="csY23" fmla="*/ 90208 h 136500"/>
                <a:gd name="csX24" fmla="*/ 138451 w 151223"/>
                <a:gd name="csY24" fmla="*/ 87195 h 136500"/>
                <a:gd name="csX25" fmla="*/ 134504 w 151223"/>
                <a:gd name="csY25" fmla="*/ 90509 h 136500"/>
                <a:gd name="csX26" fmla="*/ 94117 w 151223"/>
                <a:gd name="csY26" fmla="*/ 129983 h 136500"/>
                <a:gd name="csX27" fmla="*/ 77415 w 151223"/>
                <a:gd name="csY27" fmla="*/ 110095 h 136500"/>
                <a:gd name="csX28" fmla="*/ 82578 w 151223"/>
                <a:gd name="csY28" fmla="*/ 83579 h 136500"/>
                <a:gd name="csX29" fmla="*/ 92902 w 151223"/>
                <a:gd name="csY29" fmla="*/ 42297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6500">
                  <a:moveTo>
                    <a:pt x="92902" y="42297"/>
                  </a:moveTo>
                  <a:cubicBezTo>
                    <a:pt x="94724" y="34463"/>
                    <a:pt x="101708" y="6741"/>
                    <a:pt x="122965" y="6741"/>
                  </a:cubicBezTo>
                  <a:cubicBezTo>
                    <a:pt x="124483" y="6741"/>
                    <a:pt x="131771" y="6741"/>
                    <a:pt x="138148" y="10658"/>
                  </a:cubicBezTo>
                  <a:cubicBezTo>
                    <a:pt x="129645" y="12165"/>
                    <a:pt x="123572" y="19698"/>
                    <a:pt x="123572" y="26930"/>
                  </a:cubicBezTo>
                  <a:cubicBezTo>
                    <a:pt x="123572" y="31751"/>
                    <a:pt x="126912" y="37476"/>
                    <a:pt x="135111" y="37476"/>
                  </a:cubicBezTo>
                  <a:cubicBezTo>
                    <a:pt x="141792" y="37476"/>
                    <a:pt x="151509" y="32052"/>
                    <a:pt x="151509" y="19999"/>
                  </a:cubicBezTo>
                  <a:cubicBezTo>
                    <a:pt x="151509" y="4330"/>
                    <a:pt x="133593" y="112"/>
                    <a:pt x="123268" y="112"/>
                  </a:cubicBezTo>
                  <a:cubicBezTo>
                    <a:pt x="105656" y="112"/>
                    <a:pt x="95028" y="16082"/>
                    <a:pt x="91384" y="23012"/>
                  </a:cubicBezTo>
                  <a:cubicBezTo>
                    <a:pt x="83792" y="3125"/>
                    <a:pt x="67394" y="112"/>
                    <a:pt x="58588" y="112"/>
                  </a:cubicBezTo>
                  <a:cubicBezTo>
                    <a:pt x="27008" y="112"/>
                    <a:pt x="9699" y="38983"/>
                    <a:pt x="9699" y="46516"/>
                  </a:cubicBezTo>
                  <a:cubicBezTo>
                    <a:pt x="9699" y="49529"/>
                    <a:pt x="12735" y="49529"/>
                    <a:pt x="13343" y="49529"/>
                  </a:cubicBezTo>
                  <a:cubicBezTo>
                    <a:pt x="15772" y="49529"/>
                    <a:pt x="16683" y="48926"/>
                    <a:pt x="17290" y="46214"/>
                  </a:cubicBezTo>
                  <a:cubicBezTo>
                    <a:pt x="27615" y="14274"/>
                    <a:pt x="47656" y="6741"/>
                    <a:pt x="57981" y="6741"/>
                  </a:cubicBezTo>
                  <a:cubicBezTo>
                    <a:pt x="63751" y="6741"/>
                    <a:pt x="74379" y="9453"/>
                    <a:pt x="74379" y="26930"/>
                  </a:cubicBezTo>
                  <a:cubicBezTo>
                    <a:pt x="74379" y="36271"/>
                    <a:pt x="69216" y="56459"/>
                    <a:pt x="57981" y="98645"/>
                  </a:cubicBezTo>
                  <a:cubicBezTo>
                    <a:pt x="53122" y="117327"/>
                    <a:pt x="42494" y="129983"/>
                    <a:pt x="29133" y="129983"/>
                  </a:cubicBezTo>
                  <a:cubicBezTo>
                    <a:pt x="27311" y="129983"/>
                    <a:pt x="20327" y="129983"/>
                    <a:pt x="13950" y="126066"/>
                  </a:cubicBezTo>
                  <a:cubicBezTo>
                    <a:pt x="21542" y="124559"/>
                    <a:pt x="28222" y="118231"/>
                    <a:pt x="28222" y="109794"/>
                  </a:cubicBezTo>
                  <a:cubicBezTo>
                    <a:pt x="28222" y="101658"/>
                    <a:pt x="21542" y="99248"/>
                    <a:pt x="16987" y="99248"/>
                  </a:cubicBezTo>
                  <a:cubicBezTo>
                    <a:pt x="7877" y="99248"/>
                    <a:pt x="285" y="107082"/>
                    <a:pt x="285" y="116725"/>
                  </a:cubicBezTo>
                  <a:cubicBezTo>
                    <a:pt x="285" y="130585"/>
                    <a:pt x="15468" y="136612"/>
                    <a:pt x="28830" y="136612"/>
                  </a:cubicBezTo>
                  <a:cubicBezTo>
                    <a:pt x="48871" y="136612"/>
                    <a:pt x="59803" y="115519"/>
                    <a:pt x="60714" y="113711"/>
                  </a:cubicBezTo>
                  <a:cubicBezTo>
                    <a:pt x="64358" y="124860"/>
                    <a:pt x="75290" y="136612"/>
                    <a:pt x="93509" y="136612"/>
                  </a:cubicBezTo>
                  <a:cubicBezTo>
                    <a:pt x="124786" y="136612"/>
                    <a:pt x="142095" y="97741"/>
                    <a:pt x="142095" y="90208"/>
                  </a:cubicBezTo>
                  <a:cubicBezTo>
                    <a:pt x="142095" y="87195"/>
                    <a:pt x="139362" y="87195"/>
                    <a:pt x="138451" y="87195"/>
                  </a:cubicBezTo>
                  <a:cubicBezTo>
                    <a:pt x="135718" y="87195"/>
                    <a:pt x="135111" y="88400"/>
                    <a:pt x="134504" y="90509"/>
                  </a:cubicBezTo>
                  <a:cubicBezTo>
                    <a:pt x="124483" y="122751"/>
                    <a:pt x="103834" y="129983"/>
                    <a:pt x="94117" y="129983"/>
                  </a:cubicBezTo>
                  <a:cubicBezTo>
                    <a:pt x="82274" y="129983"/>
                    <a:pt x="77415" y="120340"/>
                    <a:pt x="77415" y="110095"/>
                  </a:cubicBezTo>
                  <a:cubicBezTo>
                    <a:pt x="77415" y="103466"/>
                    <a:pt x="79237" y="96837"/>
                    <a:pt x="82578" y="83579"/>
                  </a:cubicBezTo>
                  <a:lnTo>
                    <a:pt x="92902" y="42297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656FEF2-1D7F-EF72-9ECC-E275180296AA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1420207" y="5828216"/>
              <a:ext cx="71846" cy="133939"/>
            </a:xfrm>
            <a:custGeom>
              <a:avLst/>
              <a:gdLst>
                <a:gd name="csX0" fmla="*/ 43654 w 71846"/>
                <a:gd name="csY0" fmla="*/ 48626 h 133939"/>
                <a:gd name="csX1" fmla="*/ 65335 w 71846"/>
                <a:gd name="csY1" fmla="*/ 48626 h 133939"/>
                <a:gd name="csX2" fmla="*/ 72137 w 71846"/>
                <a:gd name="csY2" fmla="*/ 43986 h 133939"/>
                <a:gd name="csX3" fmla="*/ 65760 w 71846"/>
                <a:gd name="csY3" fmla="*/ 41033 h 133939"/>
                <a:gd name="csX4" fmla="*/ 45567 w 71846"/>
                <a:gd name="csY4" fmla="*/ 41033 h 133939"/>
                <a:gd name="csX5" fmla="*/ 53432 w 71846"/>
                <a:gd name="csY5" fmla="*/ 9816 h 133939"/>
                <a:gd name="csX6" fmla="*/ 54069 w 71846"/>
                <a:gd name="csY6" fmla="*/ 6863 h 133939"/>
                <a:gd name="csX7" fmla="*/ 46842 w 71846"/>
                <a:gd name="csY7" fmla="*/ 113 h 133939"/>
                <a:gd name="csX8" fmla="*/ 36852 w 71846"/>
                <a:gd name="csY8" fmla="*/ 9183 h 133939"/>
                <a:gd name="csX9" fmla="*/ 28774 w 71846"/>
                <a:gd name="csY9" fmla="*/ 41033 h 133939"/>
                <a:gd name="csX10" fmla="*/ 7093 w 71846"/>
                <a:gd name="csY10" fmla="*/ 41033 h 133939"/>
                <a:gd name="csX11" fmla="*/ 291 w 71846"/>
                <a:gd name="csY11" fmla="*/ 45673 h 133939"/>
                <a:gd name="csX12" fmla="*/ 6668 w 71846"/>
                <a:gd name="csY12" fmla="*/ 48626 h 133939"/>
                <a:gd name="csX13" fmla="*/ 26861 w 71846"/>
                <a:gd name="csY13" fmla="*/ 48626 h 133939"/>
                <a:gd name="csX14" fmla="*/ 14320 w 71846"/>
                <a:gd name="csY14" fmla="*/ 98405 h 133939"/>
                <a:gd name="csX15" fmla="*/ 11132 w 71846"/>
                <a:gd name="csY15" fmla="*/ 114014 h 133939"/>
                <a:gd name="csX16" fmla="*/ 33876 w 71846"/>
                <a:gd name="csY16" fmla="*/ 134052 h 133939"/>
                <a:gd name="csX17" fmla="*/ 70862 w 71846"/>
                <a:gd name="csY17" fmla="*/ 101780 h 133939"/>
                <a:gd name="csX18" fmla="*/ 67461 w 71846"/>
                <a:gd name="csY18" fmla="*/ 99038 h 133939"/>
                <a:gd name="csX19" fmla="*/ 62997 w 71846"/>
                <a:gd name="csY19" fmla="*/ 103046 h 133939"/>
                <a:gd name="csX20" fmla="*/ 34514 w 71846"/>
                <a:gd name="csY20" fmla="*/ 128146 h 133939"/>
                <a:gd name="csX21" fmla="*/ 27074 w 71846"/>
                <a:gd name="csY21" fmla="*/ 117811 h 133939"/>
                <a:gd name="csX22" fmla="*/ 28349 w 71846"/>
                <a:gd name="csY22" fmla="*/ 109163 h 133939"/>
                <a:gd name="csX23" fmla="*/ 43654 w 71846"/>
                <a:gd name="csY23" fmla="*/ 48626 h 133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71846" h="133939">
                  <a:moveTo>
                    <a:pt x="43654" y="48626"/>
                  </a:moveTo>
                  <a:lnTo>
                    <a:pt x="65335" y="48626"/>
                  </a:lnTo>
                  <a:cubicBezTo>
                    <a:pt x="69374" y="48626"/>
                    <a:pt x="72137" y="48626"/>
                    <a:pt x="72137" y="43986"/>
                  </a:cubicBezTo>
                  <a:cubicBezTo>
                    <a:pt x="72137" y="41033"/>
                    <a:pt x="69374" y="41033"/>
                    <a:pt x="65760" y="41033"/>
                  </a:cubicBezTo>
                  <a:lnTo>
                    <a:pt x="45567" y="41033"/>
                  </a:lnTo>
                  <a:lnTo>
                    <a:pt x="53432" y="9816"/>
                  </a:lnTo>
                  <a:cubicBezTo>
                    <a:pt x="53644" y="8761"/>
                    <a:pt x="54069" y="7706"/>
                    <a:pt x="54069" y="6863"/>
                  </a:cubicBezTo>
                  <a:cubicBezTo>
                    <a:pt x="54069" y="3066"/>
                    <a:pt x="51094" y="113"/>
                    <a:pt x="46842" y="113"/>
                  </a:cubicBezTo>
                  <a:cubicBezTo>
                    <a:pt x="41528" y="113"/>
                    <a:pt x="38340" y="3699"/>
                    <a:pt x="36852" y="9183"/>
                  </a:cubicBezTo>
                  <a:cubicBezTo>
                    <a:pt x="35364" y="14456"/>
                    <a:pt x="38127" y="4332"/>
                    <a:pt x="28774" y="41033"/>
                  </a:cubicBezTo>
                  <a:lnTo>
                    <a:pt x="7093" y="41033"/>
                  </a:lnTo>
                  <a:cubicBezTo>
                    <a:pt x="3054" y="41033"/>
                    <a:pt x="291" y="41033"/>
                    <a:pt x="291" y="45673"/>
                  </a:cubicBezTo>
                  <a:cubicBezTo>
                    <a:pt x="291" y="48626"/>
                    <a:pt x="2842" y="48626"/>
                    <a:pt x="6668" y="48626"/>
                  </a:cubicBezTo>
                  <a:lnTo>
                    <a:pt x="26861" y="48626"/>
                  </a:lnTo>
                  <a:lnTo>
                    <a:pt x="14320" y="98405"/>
                  </a:lnTo>
                  <a:cubicBezTo>
                    <a:pt x="13045" y="103679"/>
                    <a:pt x="11132" y="111272"/>
                    <a:pt x="11132" y="114014"/>
                  </a:cubicBezTo>
                  <a:cubicBezTo>
                    <a:pt x="11132" y="126459"/>
                    <a:pt x="21760" y="134052"/>
                    <a:pt x="33876" y="134052"/>
                  </a:cubicBezTo>
                  <a:cubicBezTo>
                    <a:pt x="57470" y="134052"/>
                    <a:pt x="70862" y="104522"/>
                    <a:pt x="70862" y="101780"/>
                  </a:cubicBezTo>
                  <a:cubicBezTo>
                    <a:pt x="70862" y="99038"/>
                    <a:pt x="68099" y="99038"/>
                    <a:pt x="67461" y="99038"/>
                  </a:cubicBezTo>
                  <a:cubicBezTo>
                    <a:pt x="64910" y="99038"/>
                    <a:pt x="64698" y="99460"/>
                    <a:pt x="62997" y="103046"/>
                  </a:cubicBezTo>
                  <a:cubicBezTo>
                    <a:pt x="57045" y="116334"/>
                    <a:pt x="46205" y="128146"/>
                    <a:pt x="34514" y="128146"/>
                  </a:cubicBezTo>
                  <a:cubicBezTo>
                    <a:pt x="30050" y="128146"/>
                    <a:pt x="27074" y="125404"/>
                    <a:pt x="27074" y="117811"/>
                  </a:cubicBezTo>
                  <a:cubicBezTo>
                    <a:pt x="27074" y="115702"/>
                    <a:pt x="27924" y="111272"/>
                    <a:pt x="28349" y="109163"/>
                  </a:cubicBezTo>
                  <a:lnTo>
                    <a:pt x="43654" y="4862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DFF848B-92F9-38CE-ACDB-CA7FCED1E91F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1525968" y="5902041"/>
              <a:ext cx="143692" cy="10335"/>
            </a:xfrm>
            <a:custGeom>
              <a:avLst/>
              <a:gdLst>
                <a:gd name="csX0" fmla="*/ 135484 w 143692"/>
                <a:gd name="csY0" fmla="*/ 10449 h 10335"/>
                <a:gd name="csX1" fmla="*/ 143987 w 143692"/>
                <a:gd name="csY1" fmla="*/ 5386 h 10335"/>
                <a:gd name="csX2" fmla="*/ 135484 w 143692"/>
                <a:gd name="csY2" fmla="*/ 113 h 10335"/>
                <a:gd name="csX3" fmla="*/ 8797 w 143692"/>
                <a:gd name="csY3" fmla="*/ 113 h 10335"/>
                <a:gd name="csX4" fmla="*/ 294 w 143692"/>
                <a:gd name="csY4" fmla="*/ 5175 h 10335"/>
                <a:gd name="csX5" fmla="*/ 8797 w 143692"/>
                <a:gd name="csY5" fmla="*/ 10449 h 10335"/>
                <a:gd name="csX6" fmla="*/ 135484 w 143692"/>
                <a:gd name="csY6" fmla="*/ 10449 h 103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692" h="10335">
                  <a:moveTo>
                    <a:pt x="135484" y="10449"/>
                  </a:moveTo>
                  <a:cubicBezTo>
                    <a:pt x="138885" y="10449"/>
                    <a:pt x="143987" y="10449"/>
                    <a:pt x="143987" y="5386"/>
                  </a:cubicBezTo>
                  <a:cubicBezTo>
                    <a:pt x="143987" y="113"/>
                    <a:pt x="139098" y="113"/>
                    <a:pt x="135484" y="113"/>
                  </a:cubicBezTo>
                  <a:lnTo>
                    <a:pt x="8797" y="113"/>
                  </a:lnTo>
                  <a:cubicBezTo>
                    <a:pt x="5396" y="113"/>
                    <a:pt x="294" y="113"/>
                    <a:pt x="294" y="5175"/>
                  </a:cubicBezTo>
                  <a:cubicBezTo>
                    <a:pt x="294" y="10449"/>
                    <a:pt x="5183" y="10449"/>
                    <a:pt x="8797" y="10449"/>
                  </a:cubicBezTo>
                  <a:lnTo>
                    <a:pt x="135484" y="1044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0C5E07F-D9E7-AA78-7CAF-45EFFC70094C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1715969" y="5819990"/>
              <a:ext cx="77372" cy="140056"/>
            </a:xfrm>
            <a:custGeom>
              <a:avLst/>
              <a:gdLst>
                <a:gd name="csX0" fmla="*/ 48340 w 77372"/>
                <a:gd name="csY0" fmla="*/ 6019 h 140056"/>
                <a:gd name="csX1" fmla="*/ 41963 w 77372"/>
                <a:gd name="csY1" fmla="*/ 113 h 140056"/>
                <a:gd name="csX2" fmla="*/ 300 w 77372"/>
                <a:gd name="csY2" fmla="*/ 13612 h 140056"/>
                <a:gd name="csX3" fmla="*/ 300 w 77372"/>
                <a:gd name="csY3" fmla="*/ 21206 h 140056"/>
                <a:gd name="csX4" fmla="*/ 31122 w 77372"/>
                <a:gd name="csY4" fmla="*/ 15300 h 140056"/>
                <a:gd name="csX5" fmla="*/ 31122 w 77372"/>
                <a:gd name="csY5" fmla="*/ 122873 h 140056"/>
                <a:gd name="csX6" fmla="*/ 9866 w 77372"/>
                <a:gd name="csY6" fmla="*/ 132576 h 140056"/>
                <a:gd name="csX7" fmla="*/ 1788 w 77372"/>
                <a:gd name="csY7" fmla="*/ 132576 h 140056"/>
                <a:gd name="csX8" fmla="*/ 1788 w 77372"/>
                <a:gd name="csY8" fmla="*/ 140169 h 140056"/>
                <a:gd name="csX9" fmla="*/ 39624 w 77372"/>
                <a:gd name="csY9" fmla="*/ 139325 h 140056"/>
                <a:gd name="csX10" fmla="*/ 77673 w 77372"/>
                <a:gd name="csY10" fmla="*/ 140169 h 140056"/>
                <a:gd name="csX11" fmla="*/ 77673 w 77372"/>
                <a:gd name="csY11" fmla="*/ 132576 h 140056"/>
                <a:gd name="csX12" fmla="*/ 69596 w 77372"/>
                <a:gd name="csY12" fmla="*/ 132576 h 140056"/>
                <a:gd name="csX13" fmla="*/ 48340 w 77372"/>
                <a:gd name="csY13" fmla="*/ 122873 h 140056"/>
                <a:gd name="csX14" fmla="*/ 48340 w 77372"/>
                <a:gd name="csY14" fmla="*/ 6019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40056">
                  <a:moveTo>
                    <a:pt x="48340" y="6019"/>
                  </a:moveTo>
                  <a:cubicBezTo>
                    <a:pt x="48340" y="324"/>
                    <a:pt x="47914" y="113"/>
                    <a:pt x="41963" y="113"/>
                  </a:cubicBezTo>
                  <a:cubicBezTo>
                    <a:pt x="28359" y="13402"/>
                    <a:pt x="9015" y="13612"/>
                    <a:pt x="300" y="13612"/>
                  </a:cubicBezTo>
                  <a:lnTo>
                    <a:pt x="300" y="21206"/>
                  </a:lnTo>
                  <a:cubicBezTo>
                    <a:pt x="5402" y="21206"/>
                    <a:pt x="19431" y="21206"/>
                    <a:pt x="31122" y="15300"/>
                  </a:cubicBezTo>
                  <a:lnTo>
                    <a:pt x="31122" y="122873"/>
                  </a:lnTo>
                  <a:cubicBezTo>
                    <a:pt x="31122" y="129834"/>
                    <a:pt x="31122" y="132576"/>
                    <a:pt x="9866" y="132576"/>
                  </a:cubicBezTo>
                  <a:lnTo>
                    <a:pt x="1788" y="132576"/>
                  </a:lnTo>
                  <a:lnTo>
                    <a:pt x="1788" y="140169"/>
                  </a:lnTo>
                  <a:cubicBezTo>
                    <a:pt x="5614" y="139958"/>
                    <a:pt x="31760" y="139325"/>
                    <a:pt x="39624" y="139325"/>
                  </a:cubicBezTo>
                  <a:cubicBezTo>
                    <a:pt x="46214" y="139325"/>
                    <a:pt x="72997" y="139958"/>
                    <a:pt x="77673" y="140169"/>
                  </a:cubicBezTo>
                  <a:lnTo>
                    <a:pt x="77673" y="132576"/>
                  </a:lnTo>
                  <a:lnTo>
                    <a:pt x="69596" y="132576"/>
                  </a:lnTo>
                  <a:cubicBezTo>
                    <a:pt x="48340" y="132576"/>
                    <a:pt x="48340" y="129834"/>
                    <a:pt x="48340" y="122873"/>
                  </a:cubicBezTo>
                  <a:lnTo>
                    <a:pt x="48340" y="601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9B444C6-71DC-0CF5-F2CD-04FB382885E1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1846334" y="5688854"/>
              <a:ext cx="70449" cy="301325"/>
            </a:xfrm>
            <a:custGeom>
              <a:avLst/>
              <a:gdLst>
                <a:gd name="csX0" fmla="*/ 70754 w 70449"/>
                <a:gd name="csY0" fmla="*/ 150774 h 301325"/>
                <a:gd name="csX1" fmla="*/ 50713 w 70449"/>
                <a:gd name="csY1" fmla="*/ 56761 h 301325"/>
                <a:gd name="csX2" fmla="*/ 3341 w 70449"/>
                <a:gd name="csY2" fmla="*/ 112 h 301325"/>
                <a:gd name="csX3" fmla="*/ 305 w 70449"/>
                <a:gd name="csY3" fmla="*/ 3125 h 301325"/>
                <a:gd name="csX4" fmla="*/ 6074 w 70449"/>
                <a:gd name="csY4" fmla="*/ 10055 h 301325"/>
                <a:gd name="csX5" fmla="*/ 53142 w 70449"/>
                <a:gd name="csY5" fmla="*/ 150774 h 301325"/>
                <a:gd name="csX6" fmla="*/ 4252 w 70449"/>
                <a:gd name="csY6" fmla="*/ 293301 h 301325"/>
                <a:gd name="csX7" fmla="*/ 305 w 70449"/>
                <a:gd name="csY7" fmla="*/ 298424 h 301325"/>
                <a:gd name="csX8" fmla="*/ 3341 w 70449"/>
                <a:gd name="csY8" fmla="*/ 301437 h 301325"/>
                <a:gd name="csX9" fmla="*/ 51624 w 70449"/>
                <a:gd name="csY9" fmla="*/ 242679 h 301325"/>
                <a:gd name="csX10" fmla="*/ 70754 w 70449"/>
                <a:gd name="csY10" fmla="*/ 150774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301325">
                  <a:moveTo>
                    <a:pt x="70754" y="150774"/>
                  </a:moveTo>
                  <a:cubicBezTo>
                    <a:pt x="70754" y="127271"/>
                    <a:pt x="67414" y="90811"/>
                    <a:pt x="50713" y="56761"/>
                  </a:cubicBezTo>
                  <a:cubicBezTo>
                    <a:pt x="32493" y="19698"/>
                    <a:pt x="6378" y="112"/>
                    <a:pt x="3341" y="112"/>
                  </a:cubicBezTo>
                  <a:cubicBezTo>
                    <a:pt x="1519" y="112"/>
                    <a:pt x="305" y="1317"/>
                    <a:pt x="305" y="3125"/>
                  </a:cubicBezTo>
                  <a:cubicBezTo>
                    <a:pt x="305" y="4029"/>
                    <a:pt x="305" y="4631"/>
                    <a:pt x="6074" y="10055"/>
                  </a:cubicBezTo>
                  <a:cubicBezTo>
                    <a:pt x="35833" y="39887"/>
                    <a:pt x="53142" y="87797"/>
                    <a:pt x="53142" y="150774"/>
                  </a:cubicBezTo>
                  <a:cubicBezTo>
                    <a:pt x="53142" y="202301"/>
                    <a:pt x="41906" y="255334"/>
                    <a:pt x="4252" y="293301"/>
                  </a:cubicBezTo>
                  <a:cubicBezTo>
                    <a:pt x="305" y="296917"/>
                    <a:pt x="305" y="297520"/>
                    <a:pt x="305" y="298424"/>
                  </a:cubicBezTo>
                  <a:cubicBezTo>
                    <a:pt x="305" y="300232"/>
                    <a:pt x="1519" y="301437"/>
                    <a:pt x="3341" y="301437"/>
                  </a:cubicBezTo>
                  <a:cubicBezTo>
                    <a:pt x="6378" y="301437"/>
                    <a:pt x="33708" y="280947"/>
                    <a:pt x="51624" y="242679"/>
                  </a:cubicBezTo>
                  <a:cubicBezTo>
                    <a:pt x="67110" y="209533"/>
                    <a:pt x="70754" y="176086"/>
                    <a:pt x="70754" y="150774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2DAA6FAC-CF6A-A3FA-075A-676F1F0F2DF0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682610" y="6554562"/>
              <a:ext cx="201934" cy="70510"/>
            </a:xfrm>
            <a:custGeom>
              <a:avLst/>
              <a:gdLst>
                <a:gd name="csX0" fmla="*/ 191778 w 201934"/>
                <a:gd name="csY0" fmla="*/ 12189 h 70510"/>
                <a:gd name="csX1" fmla="*/ 202103 w 201934"/>
                <a:gd name="csY1" fmla="*/ 6163 h 70510"/>
                <a:gd name="csX2" fmla="*/ 192082 w 201934"/>
                <a:gd name="csY2" fmla="*/ 136 h 70510"/>
                <a:gd name="csX3" fmla="*/ 10189 w 201934"/>
                <a:gd name="csY3" fmla="*/ 136 h 70510"/>
                <a:gd name="csX4" fmla="*/ 168 w 201934"/>
                <a:gd name="csY4" fmla="*/ 6163 h 70510"/>
                <a:gd name="csX5" fmla="*/ 10493 w 201934"/>
                <a:gd name="csY5" fmla="*/ 12189 h 70510"/>
                <a:gd name="csX6" fmla="*/ 191778 w 201934"/>
                <a:gd name="csY6" fmla="*/ 12189 h 70510"/>
                <a:gd name="csX7" fmla="*/ 192082 w 201934"/>
                <a:gd name="csY7" fmla="*/ 70647 h 70510"/>
                <a:gd name="csX8" fmla="*/ 202103 w 201934"/>
                <a:gd name="csY8" fmla="*/ 64620 h 70510"/>
                <a:gd name="csX9" fmla="*/ 191778 w 201934"/>
                <a:gd name="csY9" fmla="*/ 58594 h 70510"/>
                <a:gd name="csX10" fmla="*/ 10493 w 201934"/>
                <a:gd name="csY10" fmla="*/ 58594 h 70510"/>
                <a:gd name="csX11" fmla="*/ 168 w 201934"/>
                <a:gd name="csY11" fmla="*/ 64620 h 70510"/>
                <a:gd name="csX12" fmla="*/ 10189 w 201934"/>
                <a:gd name="csY12" fmla="*/ 70647 h 70510"/>
                <a:gd name="csX13" fmla="*/ 192082 w 201934"/>
                <a:gd name="csY13" fmla="*/ 70647 h 7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934" h="70510">
                  <a:moveTo>
                    <a:pt x="191778" y="12189"/>
                  </a:moveTo>
                  <a:cubicBezTo>
                    <a:pt x="196333" y="12189"/>
                    <a:pt x="202103" y="12189"/>
                    <a:pt x="202103" y="6163"/>
                  </a:cubicBezTo>
                  <a:cubicBezTo>
                    <a:pt x="202103" y="136"/>
                    <a:pt x="196333" y="136"/>
                    <a:pt x="192082" y="136"/>
                  </a:cubicBezTo>
                  <a:lnTo>
                    <a:pt x="10189" y="136"/>
                  </a:lnTo>
                  <a:cubicBezTo>
                    <a:pt x="5938" y="136"/>
                    <a:pt x="168" y="136"/>
                    <a:pt x="168" y="6163"/>
                  </a:cubicBezTo>
                  <a:cubicBezTo>
                    <a:pt x="168" y="12189"/>
                    <a:pt x="5938" y="12189"/>
                    <a:pt x="10493" y="12189"/>
                  </a:cubicBezTo>
                  <a:lnTo>
                    <a:pt x="191778" y="12189"/>
                  </a:lnTo>
                  <a:close/>
                  <a:moveTo>
                    <a:pt x="192082" y="70647"/>
                  </a:moveTo>
                  <a:cubicBezTo>
                    <a:pt x="196333" y="70647"/>
                    <a:pt x="202103" y="70647"/>
                    <a:pt x="202103" y="64620"/>
                  </a:cubicBezTo>
                  <a:cubicBezTo>
                    <a:pt x="202103" y="58594"/>
                    <a:pt x="196333" y="58594"/>
                    <a:pt x="191778" y="58594"/>
                  </a:cubicBezTo>
                  <a:lnTo>
                    <a:pt x="10493" y="58594"/>
                  </a:lnTo>
                  <a:cubicBezTo>
                    <a:pt x="5938" y="58594"/>
                    <a:pt x="168" y="58594"/>
                    <a:pt x="168" y="64620"/>
                  </a:cubicBezTo>
                  <a:cubicBezTo>
                    <a:pt x="168" y="70647"/>
                    <a:pt x="5938" y="70647"/>
                    <a:pt x="10189" y="70647"/>
                  </a:cubicBezTo>
                  <a:lnTo>
                    <a:pt x="192082" y="70647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94DCE0D-5697-19DA-07E4-E04A16E4BA4A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011339" y="6583791"/>
              <a:ext cx="185537" cy="12053"/>
            </a:xfrm>
            <a:custGeom>
              <a:avLst/>
              <a:gdLst>
                <a:gd name="csX0" fmla="*/ 175088 w 185537"/>
                <a:gd name="csY0" fmla="*/ 12189 h 12053"/>
                <a:gd name="csX1" fmla="*/ 185716 w 185537"/>
                <a:gd name="csY1" fmla="*/ 6163 h 12053"/>
                <a:gd name="csX2" fmla="*/ 175088 w 185537"/>
                <a:gd name="csY2" fmla="*/ 136 h 12053"/>
                <a:gd name="csX3" fmla="*/ 10807 w 185537"/>
                <a:gd name="csY3" fmla="*/ 136 h 12053"/>
                <a:gd name="csX4" fmla="*/ 179 w 185537"/>
                <a:gd name="csY4" fmla="*/ 6163 h 12053"/>
                <a:gd name="csX5" fmla="*/ 10807 w 185537"/>
                <a:gd name="csY5" fmla="*/ 12189 h 12053"/>
                <a:gd name="csX6" fmla="*/ 175088 w 185537"/>
                <a:gd name="csY6" fmla="*/ 12189 h 12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5537" h="12053">
                  <a:moveTo>
                    <a:pt x="175088" y="12189"/>
                  </a:moveTo>
                  <a:cubicBezTo>
                    <a:pt x="180250" y="12189"/>
                    <a:pt x="185716" y="12189"/>
                    <a:pt x="185716" y="6163"/>
                  </a:cubicBezTo>
                  <a:cubicBezTo>
                    <a:pt x="185716" y="136"/>
                    <a:pt x="180250" y="136"/>
                    <a:pt x="175088" y="136"/>
                  </a:cubicBezTo>
                  <a:lnTo>
                    <a:pt x="10807" y="136"/>
                  </a:lnTo>
                  <a:cubicBezTo>
                    <a:pt x="5645" y="136"/>
                    <a:pt x="179" y="136"/>
                    <a:pt x="179" y="6163"/>
                  </a:cubicBezTo>
                  <a:cubicBezTo>
                    <a:pt x="179" y="12189"/>
                    <a:pt x="5645" y="12189"/>
                    <a:pt x="10807" y="12189"/>
                  </a:cubicBezTo>
                  <a:lnTo>
                    <a:pt x="175088" y="1218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19F6F769-4538-6B3E-EB59-7B9C0E369B5F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282947" y="6456029"/>
              <a:ext cx="67412" cy="209119"/>
            </a:xfrm>
            <a:custGeom>
              <a:avLst/>
              <a:gdLst>
                <a:gd name="csX0" fmla="*/ 43915 w 67412"/>
                <a:gd name="csY0" fmla="*/ 136 h 209119"/>
                <a:gd name="csX1" fmla="*/ 188 w 67412"/>
                <a:gd name="csY1" fmla="*/ 3451 h 209119"/>
                <a:gd name="csX2" fmla="*/ 188 w 67412"/>
                <a:gd name="csY2" fmla="*/ 12792 h 209119"/>
                <a:gd name="csX3" fmla="*/ 23874 w 67412"/>
                <a:gd name="csY3" fmla="*/ 29666 h 209119"/>
                <a:gd name="csX4" fmla="*/ 23874 w 67412"/>
                <a:gd name="csY4" fmla="*/ 186355 h 209119"/>
                <a:gd name="csX5" fmla="*/ 188 w 67412"/>
                <a:gd name="csY5" fmla="*/ 199915 h 209119"/>
                <a:gd name="csX6" fmla="*/ 188 w 67412"/>
                <a:gd name="csY6" fmla="*/ 209256 h 209119"/>
                <a:gd name="csX7" fmla="*/ 33894 w 67412"/>
                <a:gd name="csY7" fmla="*/ 208352 h 209119"/>
                <a:gd name="csX8" fmla="*/ 67601 w 67412"/>
                <a:gd name="csY8" fmla="*/ 209256 h 209119"/>
                <a:gd name="csX9" fmla="*/ 67601 w 67412"/>
                <a:gd name="csY9" fmla="*/ 199915 h 209119"/>
                <a:gd name="csX10" fmla="*/ 43915 w 67412"/>
                <a:gd name="csY10" fmla="*/ 186355 h 209119"/>
                <a:gd name="csX11" fmla="*/ 43915 w 67412"/>
                <a:gd name="csY11" fmla="*/ 136 h 209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7412" h="209119">
                  <a:moveTo>
                    <a:pt x="43915" y="136"/>
                  </a:moveTo>
                  <a:lnTo>
                    <a:pt x="188" y="3451"/>
                  </a:lnTo>
                  <a:lnTo>
                    <a:pt x="188" y="12792"/>
                  </a:lnTo>
                  <a:cubicBezTo>
                    <a:pt x="21444" y="12792"/>
                    <a:pt x="23874" y="14901"/>
                    <a:pt x="23874" y="29666"/>
                  </a:cubicBezTo>
                  <a:lnTo>
                    <a:pt x="23874" y="186355"/>
                  </a:lnTo>
                  <a:cubicBezTo>
                    <a:pt x="23874" y="199915"/>
                    <a:pt x="20533" y="199915"/>
                    <a:pt x="188" y="199915"/>
                  </a:cubicBezTo>
                  <a:lnTo>
                    <a:pt x="188" y="209256"/>
                  </a:lnTo>
                  <a:cubicBezTo>
                    <a:pt x="10209" y="208955"/>
                    <a:pt x="26303" y="208352"/>
                    <a:pt x="33894" y="208352"/>
                  </a:cubicBezTo>
                  <a:cubicBezTo>
                    <a:pt x="41486" y="208352"/>
                    <a:pt x="56365" y="208955"/>
                    <a:pt x="67601" y="209256"/>
                  </a:cubicBezTo>
                  <a:lnTo>
                    <a:pt x="67601" y="199915"/>
                  </a:lnTo>
                  <a:cubicBezTo>
                    <a:pt x="47256" y="199915"/>
                    <a:pt x="43915" y="199915"/>
                    <a:pt x="43915" y="186355"/>
                  </a:cubicBezTo>
                  <a:lnTo>
                    <a:pt x="43915" y="136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BBAE4F5-FB3C-A6C8-E3AE-61FF369DCF67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365779" y="6530155"/>
              <a:ext cx="134521" cy="138308"/>
            </a:xfrm>
            <a:custGeom>
              <a:avLst/>
              <a:gdLst>
                <a:gd name="csX0" fmla="*/ 134713 w 134521"/>
                <a:gd name="csY0" fmla="*/ 70647 h 138308"/>
                <a:gd name="csX1" fmla="*/ 67604 w 134521"/>
                <a:gd name="csY1" fmla="*/ 136 h 138308"/>
                <a:gd name="csX2" fmla="*/ 191 w 134521"/>
                <a:gd name="csY2" fmla="*/ 70647 h 138308"/>
                <a:gd name="csX3" fmla="*/ 67300 w 134521"/>
                <a:gd name="csY3" fmla="*/ 138445 h 138308"/>
                <a:gd name="csX4" fmla="*/ 134713 w 134521"/>
                <a:gd name="csY4" fmla="*/ 70647 h 138308"/>
                <a:gd name="csX5" fmla="*/ 67604 w 134521"/>
                <a:gd name="csY5" fmla="*/ 130912 h 138308"/>
                <a:gd name="csX6" fmla="*/ 32986 w 134521"/>
                <a:gd name="csY6" fmla="*/ 110723 h 138308"/>
                <a:gd name="csX7" fmla="*/ 25395 w 134521"/>
                <a:gd name="csY7" fmla="*/ 68236 h 138308"/>
                <a:gd name="csX8" fmla="*/ 32683 w 134521"/>
                <a:gd name="csY8" fmla="*/ 26954 h 138308"/>
                <a:gd name="csX9" fmla="*/ 67300 w 134521"/>
                <a:gd name="csY9" fmla="*/ 6766 h 138308"/>
                <a:gd name="csX10" fmla="*/ 101614 w 134521"/>
                <a:gd name="csY10" fmla="*/ 26352 h 138308"/>
                <a:gd name="csX11" fmla="*/ 109509 w 134521"/>
                <a:gd name="csY11" fmla="*/ 68236 h 138308"/>
                <a:gd name="csX12" fmla="*/ 102828 w 134521"/>
                <a:gd name="csY12" fmla="*/ 108614 h 138308"/>
                <a:gd name="csX13" fmla="*/ 67604 w 134521"/>
                <a:gd name="csY13" fmla="*/ 130912 h 1383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4521" h="138308">
                  <a:moveTo>
                    <a:pt x="134713" y="70647"/>
                  </a:moveTo>
                  <a:cubicBezTo>
                    <a:pt x="134713" y="32077"/>
                    <a:pt x="104347" y="136"/>
                    <a:pt x="67604" y="136"/>
                  </a:cubicBezTo>
                  <a:cubicBezTo>
                    <a:pt x="29646" y="136"/>
                    <a:pt x="191" y="32981"/>
                    <a:pt x="191" y="70647"/>
                  </a:cubicBezTo>
                  <a:cubicBezTo>
                    <a:pt x="191" y="109518"/>
                    <a:pt x="31772" y="138445"/>
                    <a:pt x="67300" y="138445"/>
                  </a:cubicBezTo>
                  <a:cubicBezTo>
                    <a:pt x="104043" y="138445"/>
                    <a:pt x="134713" y="108915"/>
                    <a:pt x="134713" y="70647"/>
                  </a:cubicBezTo>
                  <a:close/>
                  <a:moveTo>
                    <a:pt x="67604" y="130912"/>
                  </a:moveTo>
                  <a:cubicBezTo>
                    <a:pt x="54546" y="130912"/>
                    <a:pt x="41185" y="124584"/>
                    <a:pt x="32986" y="110723"/>
                  </a:cubicBezTo>
                  <a:cubicBezTo>
                    <a:pt x="25395" y="97465"/>
                    <a:pt x="25395" y="79084"/>
                    <a:pt x="25395" y="68236"/>
                  </a:cubicBezTo>
                  <a:cubicBezTo>
                    <a:pt x="25395" y="56484"/>
                    <a:pt x="25395" y="40213"/>
                    <a:pt x="32683" y="26954"/>
                  </a:cubicBezTo>
                  <a:cubicBezTo>
                    <a:pt x="40881" y="13093"/>
                    <a:pt x="55154" y="6766"/>
                    <a:pt x="67300" y="6766"/>
                  </a:cubicBezTo>
                  <a:cubicBezTo>
                    <a:pt x="80661" y="6766"/>
                    <a:pt x="93719" y="13395"/>
                    <a:pt x="101614" y="26352"/>
                  </a:cubicBezTo>
                  <a:cubicBezTo>
                    <a:pt x="109509" y="39309"/>
                    <a:pt x="109509" y="56786"/>
                    <a:pt x="109509" y="68236"/>
                  </a:cubicBezTo>
                  <a:cubicBezTo>
                    <a:pt x="109509" y="79084"/>
                    <a:pt x="109509" y="95355"/>
                    <a:pt x="102828" y="108614"/>
                  </a:cubicBezTo>
                  <a:cubicBezTo>
                    <a:pt x="96148" y="122173"/>
                    <a:pt x="82787" y="130912"/>
                    <a:pt x="67604" y="130912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9A5BFA7-2F9F-9A41-43BF-34082CE3327F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517610" y="6528648"/>
              <a:ext cx="138773" cy="198573"/>
            </a:xfrm>
            <a:custGeom>
              <a:avLst/>
              <a:gdLst>
                <a:gd name="csX0" fmla="*/ 59106 w 138773"/>
                <a:gd name="csY0" fmla="*/ 84809 h 198573"/>
                <a:gd name="csX1" fmla="*/ 32688 w 138773"/>
                <a:gd name="csY1" fmla="*/ 47746 h 198573"/>
                <a:gd name="csX2" fmla="*/ 37546 w 138773"/>
                <a:gd name="csY2" fmla="*/ 22434 h 198573"/>
                <a:gd name="csX3" fmla="*/ 59106 w 138773"/>
                <a:gd name="csY3" fmla="*/ 10381 h 198573"/>
                <a:gd name="csX4" fmla="*/ 85525 w 138773"/>
                <a:gd name="csY4" fmla="*/ 47444 h 198573"/>
                <a:gd name="csX5" fmla="*/ 80666 w 138773"/>
                <a:gd name="csY5" fmla="*/ 72756 h 198573"/>
                <a:gd name="csX6" fmla="*/ 59106 w 138773"/>
                <a:gd name="csY6" fmla="*/ 84809 h 198573"/>
                <a:gd name="csX7" fmla="*/ 23881 w 138773"/>
                <a:gd name="csY7" fmla="*/ 96561 h 198573"/>
                <a:gd name="csX8" fmla="*/ 29044 w 138773"/>
                <a:gd name="csY8" fmla="*/ 82398 h 198573"/>
                <a:gd name="csX9" fmla="*/ 59106 w 138773"/>
                <a:gd name="csY9" fmla="*/ 91739 h 198573"/>
                <a:gd name="csX10" fmla="*/ 108299 w 138773"/>
                <a:gd name="csY10" fmla="*/ 47746 h 198573"/>
                <a:gd name="csX11" fmla="*/ 95849 w 138773"/>
                <a:gd name="csY11" fmla="*/ 18517 h 198573"/>
                <a:gd name="csX12" fmla="*/ 123179 w 138773"/>
                <a:gd name="csY12" fmla="*/ 6766 h 198573"/>
                <a:gd name="csX13" fmla="*/ 126215 w 138773"/>
                <a:gd name="csY13" fmla="*/ 7067 h 198573"/>
                <a:gd name="csX14" fmla="*/ 121357 w 138773"/>
                <a:gd name="csY14" fmla="*/ 15203 h 198573"/>
                <a:gd name="csX15" fmla="*/ 130163 w 138773"/>
                <a:gd name="csY15" fmla="*/ 23941 h 198573"/>
                <a:gd name="csX16" fmla="*/ 138969 w 138773"/>
                <a:gd name="csY16" fmla="*/ 14901 h 198573"/>
                <a:gd name="csX17" fmla="*/ 123482 w 138773"/>
                <a:gd name="csY17" fmla="*/ 136 h 198573"/>
                <a:gd name="csX18" fmla="*/ 91294 w 138773"/>
                <a:gd name="csY18" fmla="*/ 14299 h 198573"/>
                <a:gd name="csX19" fmla="*/ 59106 w 138773"/>
                <a:gd name="csY19" fmla="*/ 3451 h 198573"/>
                <a:gd name="csX20" fmla="*/ 9913 w 138773"/>
                <a:gd name="csY20" fmla="*/ 47444 h 198573"/>
                <a:gd name="csX21" fmla="*/ 24185 w 138773"/>
                <a:gd name="csY21" fmla="*/ 78481 h 198573"/>
                <a:gd name="csX22" fmla="*/ 14772 w 138773"/>
                <a:gd name="csY22" fmla="*/ 103491 h 198573"/>
                <a:gd name="csX23" fmla="*/ 28133 w 138773"/>
                <a:gd name="csY23" fmla="*/ 130309 h 198573"/>
                <a:gd name="csX24" fmla="*/ 196 w 138773"/>
                <a:gd name="csY24" fmla="*/ 160442 h 198573"/>
                <a:gd name="csX25" fmla="*/ 67305 w 138773"/>
                <a:gd name="csY25" fmla="*/ 198710 h 198573"/>
                <a:gd name="csX26" fmla="*/ 134718 w 138773"/>
                <a:gd name="csY26" fmla="*/ 159839 h 198573"/>
                <a:gd name="csX27" fmla="*/ 114980 w 138773"/>
                <a:gd name="csY27" fmla="*/ 125488 h 198573"/>
                <a:gd name="csX28" fmla="*/ 62750 w 138773"/>
                <a:gd name="csY28" fmla="*/ 117051 h 198573"/>
                <a:gd name="csX29" fmla="*/ 39975 w 138773"/>
                <a:gd name="csY29" fmla="*/ 116749 h 198573"/>
                <a:gd name="csX30" fmla="*/ 23881 w 138773"/>
                <a:gd name="csY30" fmla="*/ 96561 h 198573"/>
                <a:gd name="csX31" fmla="*/ 67609 w 138773"/>
                <a:gd name="csY31" fmla="*/ 191779 h 198573"/>
                <a:gd name="csX32" fmla="*/ 15986 w 138773"/>
                <a:gd name="csY32" fmla="*/ 160442 h 198573"/>
                <a:gd name="csX33" fmla="*/ 40886 w 138773"/>
                <a:gd name="csY33" fmla="*/ 134528 h 198573"/>
                <a:gd name="csX34" fmla="*/ 58802 w 138773"/>
                <a:gd name="csY34" fmla="*/ 134528 h 198573"/>
                <a:gd name="csX35" fmla="*/ 118927 w 138773"/>
                <a:gd name="csY35" fmla="*/ 160442 h 198573"/>
                <a:gd name="csX36" fmla="*/ 67609 w 138773"/>
                <a:gd name="csY36" fmla="*/ 191779 h 198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38773" h="198573">
                  <a:moveTo>
                    <a:pt x="59106" y="84809"/>
                  </a:moveTo>
                  <a:cubicBezTo>
                    <a:pt x="32688" y="84809"/>
                    <a:pt x="32688" y="54676"/>
                    <a:pt x="32688" y="47746"/>
                  </a:cubicBezTo>
                  <a:cubicBezTo>
                    <a:pt x="32688" y="39610"/>
                    <a:pt x="32991" y="29968"/>
                    <a:pt x="37546" y="22434"/>
                  </a:cubicBezTo>
                  <a:cubicBezTo>
                    <a:pt x="39975" y="18819"/>
                    <a:pt x="46960" y="10381"/>
                    <a:pt x="59106" y="10381"/>
                  </a:cubicBezTo>
                  <a:cubicBezTo>
                    <a:pt x="85525" y="10381"/>
                    <a:pt x="85525" y="40514"/>
                    <a:pt x="85525" y="47444"/>
                  </a:cubicBezTo>
                  <a:cubicBezTo>
                    <a:pt x="85525" y="55580"/>
                    <a:pt x="85221" y="65223"/>
                    <a:pt x="80666" y="72756"/>
                  </a:cubicBezTo>
                  <a:cubicBezTo>
                    <a:pt x="78237" y="76372"/>
                    <a:pt x="71253" y="84809"/>
                    <a:pt x="59106" y="84809"/>
                  </a:cubicBezTo>
                  <a:close/>
                  <a:moveTo>
                    <a:pt x="23881" y="96561"/>
                  </a:moveTo>
                  <a:cubicBezTo>
                    <a:pt x="23881" y="95355"/>
                    <a:pt x="23881" y="88425"/>
                    <a:pt x="29044" y="82398"/>
                  </a:cubicBezTo>
                  <a:cubicBezTo>
                    <a:pt x="40886" y="90835"/>
                    <a:pt x="53337" y="91739"/>
                    <a:pt x="59106" y="91739"/>
                  </a:cubicBezTo>
                  <a:cubicBezTo>
                    <a:pt x="87347" y="91739"/>
                    <a:pt x="108299" y="70948"/>
                    <a:pt x="108299" y="47746"/>
                  </a:cubicBezTo>
                  <a:cubicBezTo>
                    <a:pt x="108299" y="36597"/>
                    <a:pt x="103441" y="25448"/>
                    <a:pt x="95849" y="18517"/>
                  </a:cubicBezTo>
                  <a:cubicBezTo>
                    <a:pt x="106781" y="8272"/>
                    <a:pt x="117713" y="6766"/>
                    <a:pt x="123179" y="6766"/>
                  </a:cubicBezTo>
                  <a:cubicBezTo>
                    <a:pt x="123786" y="6766"/>
                    <a:pt x="125304" y="6766"/>
                    <a:pt x="126215" y="7067"/>
                  </a:cubicBezTo>
                  <a:cubicBezTo>
                    <a:pt x="122875" y="8272"/>
                    <a:pt x="121357" y="11587"/>
                    <a:pt x="121357" y="15203"/>
                  </a:cubicBezTo>
                  <a:cubicBezTo>
                    <a:pt x="121357" y="20325"/>
                    <a:pt x="125304" y="23941"/>
                    <a:pt x="130163" y="23941"/>
                  </a:cubicBezTo>
                  <a:cubicBezTo>
                    <a:pt x="133199" y="23941"/>
                    <a:pt x="138969" y="21832"/>
                    <a:pt x="138969" y="14901"/>
                  </a:cubicBezTo>
                  <a:cubicBezTo>
                    <a:pt x="138969" y="9779"/>
                    <a:pt x="135325" y="136"/>
                    <a:pt x="123482" y="136"/>
                  </a:cubicBezTo>
                  <a:cubicBezTo>
                    <a:pt x="117409" y="136"/>
                    <a:pt x="104048" y="1944"/>
                    <a:pt x="91294" y="14299"/>
                  </a:cubicBezTo>
                  <a:cubicBezTo>
                    <a:pt x="78540" y="4355"/>
                    <a:pt x="65787" y="3451"/>
                    <a:pt x="59106" y="3451"/>
                  </a:cubicBezTo>
                  <a:cubicBezTo>
                    <a:pt x="30866" y="3451"/>
                    <a:pt x="9913" y="24242"/>
                    <a:pt x="9913" y="47444"/>
                  </a:cubicBezTo>
                  <a:cubicBezTo>
                    <a:pt x="9913" y="60703"/>
                    <a:pt x="16594" y="72153"/>
                    <a:pt x="24185" y="78481"/>
                  </a:cubicBezTo>
                  <a:cubicBezTo>
                    <a:pt x="20237" y="83001"/>
                    <a:pt x="14772" y="92945"/>
                    <a:pt x="14772" y="103491"/>
                  </a:cubicBezTo>
                  <a:cubicBezTo>
                    <a:pt x="14772" y="112832"/>
                    <a:pt x="18719" y="124282"/>
                    <a:pt x="28133" y="130309"/>
                  </a:cubicBezTo>
                  <a:cubicBezTo>
                    <a:pt x="9913" y="135431"/>
                    <a:pt x="196" y="148388"/>
                    <a:pt x="196" y="160442"/>
                  </a:cubicBezTo>
                  <a:cubicBezTo>
                    <a:pt x="196" y="182137"/>
                    <a:pt x="30258" y="198710"/>
                    <a:pt x="67305" y="198710"/>
                  </a:cubicBezTo>
                  <a:cubicBezTo>
                    <a:pt x="103137" y="198710"/>
                    <a:pt x="134718" y="183342"/>
                    <a:pt x="134718" y="159839"/>
                  </a:cubicBezTo>
                  <a:cubicBezTo>
                    <a:pt x="134718" y="149292"/>
                    <a:pt x="130467" y="133925"/>
                    <a:pt x="114980" y="125488"/>
                  </a:cubicBezTo>
                  <a:cubicBezTo>
                    <a:pt x="98886" y="117051"/>
                    <a:pt x="81273" y="117051"/>
                    <a:pt x="62750" y="117051"/>
                  </a:cubicBezTo>
                  <a:cubicBezTo>
                    <a:pt x="55159" y="117051"/>
                    <a:pt x="42101" y="117051"/>
                    <a:pt x="39975" y="116749"/>
                  </a:cubicBezTo>
                  <a:cubicBezTo>
                    <a:pt x="30258" y="115544"/>
                    <a:pt x="23881" y="106203"/>
                    <a:pt x="23881" y="96561"/>
                  </a:cubicBezTo>
                  <a:close/>
                  <a:moveTo>
                    <a:pt x="67609" y="191779"/>
                  </a:moveTo>
                  <a:cubicBezTo>
                    <a:pt x="36939" y="191779"/>
                    <a:pt x="15986" y="176412"/>
                    <a:pt x="15986" y="160442"/>
                  </a:cubicBezTo>
                  <a:cubicBezTo>
                    <a:pt x="15986" y="146581"/>
                    <a:pt x="27525" y="135431"/>
                    <a:pt x="40886" y="134528"/>
                  </a:cubicBezTo>
                  <a:lnTo>
                    <a:pt x="58802" y="134528"/>
                  </a:lnTo>
                  <a:cubicBezTo>
                    <a:pt x="84917" y="134528"/>
                    <a:pt x="118927" y="134528"/>
                    <a:pt x="118927" y="160442"/>
                  </a:cubicBezTo>
                  <a:cubicBezTo>
                    <a:pt x="118927" y="176713"/>
                    <a:pt x="97367" y="191779"/>
                    <a:pt x="67609" y="191779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683202D-84C1-AE9A-53EB-0F80EE3C9592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727911" y="6459344"/>
              <a:ext cx="216814" cy="205805"/>
            </a:xfrm>
            <a:custGeom>
              <a:avLst/>
              <a:gdLst>
                <a:gd name="csX0" fmla="*/ 80066 w 216814"/>
                <a:gd name="csY0" fmla="*/ 110723 h 205805"/>
                <a:gd name="csX1" fmla="*/ 131688 w 216814"/>
                <a:gd name="csY1" fmla="*/ 110723 h 205805"/>
                <a:gd name="csX2" fmla="*/ 217017 w 216814"/>
                <a:gd name="csY2" fmla="*/ 45637 h 205805"/>
                <a:gd name="csX3" fmla="*/ 157196 w 216814"/>
                <a:gd name="csY3" fmla="*/ 136 h 205805"/>
                <a:gd name="csX4" fmla="*/ 58809 w 216814"/>
                <a:gd name="csY4" fmla="*/ 136 h 205805"/>
                <a:gd name="csX5" fmla="*/ 49699 w 216814"/>
                <a:gd name="csY5" fmla="*/ 5862 h 205805"/>
                <a:gd name="csX6" fmla="*/ 58506 w 216814"/>
                <a:gd name="csY6" fmla="*/ 9477 h 205805"/>
                <a:gd name="csX7" fmla="*/ 71563 w 216814"/>
                <a:gd name="csY7" fmla="*/ 10080 h 205805"/>
                <a:gd name="csX8" fmla="*/ 78244 w 216814"/>
                <a:gd name="csY8" fmla="*/ 14901 h 205805"/>
                <a:gd name="csX9" fmla="*/ 77029 w 216814"/>
                <a:gd name="csY9" fmla="*/ 20626 h 205805"/>
                <a:gd name="csX10" fmla="*/ 36338 w 216814"/>
                <a:gd name="csY10" fmla="*/ 182438 h 205805"/>
                <a:gd name="csX11" fmla="*/ 8705 w 216814"/>
                <a:gd name="csY11" fmla="*/ 196601 h 205805"/>
                <a:gd name="csX12" fmla="*/ 203 w 216814"/>
                <a:gd name="csY12" fmla="*/ 202326 h 205805"/>
                <a:gd name="csX13" fmla="*/ 4758 w 216814"/>
                <a:gd name="csY13" fmla="*/ 205942 h 205805"/>
                <a:gd name="csX14" fmla="*/ 43322 w 216814"/>
                <a:gd name="csY14" fmla="*/ 205038 h 205805"/>
                <a:gd name="csX15" fmla="*/ 62757 w 216814"/>
                <a:gd name="csY15" fmla="*/ 205339 h 205805"/>
                <a:gd name="csX16" fmla="*/ 82495 w 216814"/>
                <a:gd name="csY16" fmla="*/ 205942 h 205805"/>
                <a:gd name="csX17" fmla="*/ 88568 w 216814"/>
                <a:gd name="csY17" fmla="*/ 199915 h 205805"/>
                <a:gd name="csX18" fmla="*/ 80066 w 216814"/>
                <a:gd name="csY18" fmla="*/ 196601 h 205805"/>
                <a:gd name="csX19" fmla="*/ 60328 w 216814"/>
                <a:gd name="csY19" fmla="*/ 191177 h 205805"/>
                <a:gd name="csX20" fmla="*/ 61239 w 216814"/>
                <a:gd name="csY20" fmla="*/ 186054 h 205805"/>
                <a:gd name="csX21" fmla="*/ 80066 w 216814"/>
                <a:gd name="csY21" fmla="*/ 110723 h 205805"/>
                <a:gd name="csX22" fmla="*/ 101929 w 216814"/>
                <a:gd name="csY22" fmla="*/ 20928 h 205805"/>
                <a:gd name="csX23" fmla="*/ 118327 w 216814"/>
                <a:gd name="csY23" fmla="*/ 9477 h 205805"/>
                <a:gd name="csX24" fmla="*/ 147478 w 216814"/>
                <a:gd name="csY24" fmla="*/ 9477 h 205805"/>
                <a:gd name="csX25" fmla="*/ 188776 w 216814"/>
                <a:gd name="csY25" fmla="*/ 38405 h 205805"/>
                <a:gd name="csX26" fmla="*/ 170860 w 216814"/>
                <a:gd name="csY26" fmla="*/ 86918 h 205805"/>
                <a:gd name="csX27" fmla="*/ 124096 w 216814"/>
                <a:gd name="csY27" fmla="*/ 102888 h 205805"/>
                <a:gd name="csX28" fmla="*/ 81280 w 216814"/>
                <a:gd name="csY28" fmla="*/ 102888 h 205805"/>
                <a:gd name="csX29" fmla="*/ 101929 w 216814"/>
                <a:gd name="csY29" fmla="*/ 20928 h 2058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814" h="205805">
                  <a:moveTo>
                    <a:pt x="80066" y="110723"/>
                  </a:moveTo>
                  <a:lnTo>
                    <a:pt x="131688" y="110723"/>
                  </a:lnTo>
                  <a:cubicBezTo>
                    <a:pt x="174808" y="110723"/>
                    <a:pt x="217017" y="79385"/>
                    <a:pt x="217017" y="45637"/>
                  </a:cubicBezTo>
                  <a:cubicBezTo>
                    <a:pt x="217017" y="22434"/>
                    <a:pt x="196975" y="136"/>
                    <a:pt x="157196" y="136"/>
                  </a:cubicBezTo>
                  <a:lnTo>
                    <a:pt x="58809" y="136"/>
                  </a:lnTo>
                  <a:cubicBezTo>
                    <a:pt x="53040" y="136"/>
                    <a:pt x="49699" y="136"/>
                    <a:pt x="49699" y="5862"/>
                  </a:cubicBezTo>
                  <a:cubicBezTo>
                    <a:pt x="49699" y="9477"/>
                    <a:pt x="52432" y="9477"/>
                    <a:pt x="58506" y="9477"/>
                  </a:cubicBezTo>
                  <a:cubicBezTo>
                    <a:pt x="62453" y="9477"/>
                    <a:pt x="67919" y="9779"/>
                    <a:pt x="71563" y="10080"/>
                  </a:cubicBezTo>
                  <a:cubicBezTo>
                    <a:pt x="76422" y="10683"/>
                    <a:pt x="78244" y="11587"/>
                    <a:pt x="78244" y="14901"/>
                  </a:cubicBezTo>
                  <a:cubicBezTo>
                    <a:pt x="78244" y="16107"/>
                    <a:pt x="77940" y="17011"/>
                    <a:pt x="77029" y="20626"/>
                  </a:cubicBezTo>
                  <a:lnTo>
                    <a:pt x="36338" y="182438"/>
                  </a:lnTo>
                  <a:cubicBezTo>
                    <a:pt x="33302" y="194190"/>
                    <a:pt x="32694" y="196601"/>
                    <a:pt x="8705" y="196601"/>
                  </a:cubicBezTo>
                  <a:cubicBezTo>
                    <a:pt x="3543" y="196601"/>
                    <a:pt x="203" y="196601"/>
                    <a:pt x="203" y="202326"/>
                  </a:cubicBezTo>
                  <a:cubicBezTo>
                    <a:pt x="203" y="205942"/>
                    <a:pt x="3847" y="205942"/>
                    <a:pt x="4758" y="205942"/>
                  </a:cubicBezTo>
                  <a:cubicBezTo>
                    <a:pt x="13260" y="205942"/>
                    <a:pt x="34820" y="205038"/>
                    <a:pt x="43322" y="205038"/>
                  </a:cubicBezTo>
                  <a:cubicBezTo>
                    <a:pt x="49699" y="205038"/>
                    <a:pt x="56380" y="205339"/>
                    <a:pt x="62757" y="205339"/>
                  </a:cubicBezTo>
                  <a:cubicBezTo>
                    <a:pt x="69437" y="205339"/>
                    <a:pt x="76118" y="205942"/>
                    <a:pt x="82495" y="205942"/>
                  </a:cubicBezTo>
                  <a:cubicBezTo>
                    <a:pt x="84620" y="205942"/>
                    <a:pt x="88568" y="205942"/>
                    <a:pt x="88568" y="199915"/>
                  </a:cubicBezTo>
                  <a:cubicBezTo>
                    <a:pt x="88568" y="196601"/>
                    <a:pt x="85835" y="196601"/>
                    <a:pt x="80066" y="196601"/>
                  </a:cubicBezTo>
                  <a:cubicBezTo>
                    <a:pt x="68830" y="196601"/>
                    <a:pt x="60328" y="196601"/>
                    <a:pt x="60328" y="191177"/>
                  </a:cubicBezTo>
                  <a:cubicBezTo>
                    <a:pt x="60328" y="189369"/>
                    <a:pt x="60935" y="187862"/>
                    <a:pt x="61239" y="186054"/>
                  </a:cubicBezTo>
                  <a:lnTo>
                    <a:pt x="80066" y="110723"/>
                  </a:lnTo>
                  <a:close/>
                  <a:moveTo>
                    <a:pt x="101929" y="20928"/>
                  </a:moveTo>
                  <a:cubicBezTo>
                    <a:pt x="104662" y="10381"/>
                    <a:pt x="105269" y="9477"/>
                    <a:pt x="118327" y="9477"/>
                  </a:cubicBezTo>
                  <a:lnTo>
                    <a:pt x="147478" y="9477"/>
                  </a:lnTo>
                  <a:cubicBezTo>
                    <a:pt x="172682" y="9477"/>
                    <a:pt x="188776" y="17613"/>
                    <a:pt x="188776" y="38405"/>
                  </a:cubicBezTo>
                  <a:cubicBezTo>
                    <a:pt x="188776" y="50156"/>
                    <a:pt x="182703" y="76070"/>
                    <a:pt x="170860" y="86918"/>
                  </a:cubicBezTo>
                  <a:cubicBezTo>
                    <a:pt x="155677" y="100478"/>
                    <a:pt x="137458" y="102888"/>
                    <a:pt x="124096" y="102888"/>
                  </a:cubicBezTo>
                  <a:lnTo>
                    <a:pt x="81280" y="102888"/>
                  </a:lnTo>
                  <a:lnTo>
                    <a:pt x="101929" y="20928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2F3AC24-E16F-B5D2-98C8-6C012FCB60B0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925599" y="6562065"/>
              <a:ext cx="156446" cy="152500"/>
            </a:xfrm>
            <a:custGeom>
              <a:avLst/>
              <a:gdLst>
                <a:gd name="csX0" fmla="*/ 156655 w 156446"/>
                <a:gd name="csY0" fmla="*/ 77127 h 152500"/>
                <a:gd name="csX1" fmla="*/ 78432 w 156446"/>
                <a:gd name="csY1" fmla="*/ 138 h 152500"/>
                <a:gd name="csX2" fmla="*/ 209 w 156446"/>
                <a:gd name="csY2" fmla="*/ 77127 h 152500"/>
                <a:gd name="csX3" fmla="*/ 78432 w 156446"/>
                <a:gd name="csY3" fmla="*/ 152639 h 152500"/>
                <a:gd name="csX4" fmla="*/ 156655 w 156446"/>
                <a:gd name="csY4" fmla="*/ 77127 h 152500"/>
                <a:gd name="csX5" fmla="*/ 78432 w 156446"/>
                <a:gd name="csY5" fmla="*/ 146311 h 152500"/>
                <a:gd name="csX6" fmla="*/ 21465 w 156446"/>
                <a:gd name="csY6" fmla="*/ 76916 h 152500"/>
                <a:gd name="csX7" fmla="*/ 78432 w 156446"/>
                <a:gd name="csY7" fmla="*/ 6044 h 152500"/>
                <a:gd name="csX8" fmla="*/ 135399 w 156446"/>
                <a:gd name="csY8" fmla="*/ 76916 h 152500"/>
                <a:gd name="csX9" fmla="*/ 78432 w 156446"/>
                <a:gd name="csY9" fmla="*/ 146311 h 152500"/>
                <a:gd name="csX10" fmla="*/ 122008 w 156446"/>
                <a:gd name="csY10" fmla="*/ 60252 h 152500"/>
                <a:gd name="csX11" fmla="*/ 114780 w 156446"/>
                <a:gd name="csY11" fmla="*/ 60252 h 152500"/>
                <a:gd name="csX12" fmla="*/ 114780 w 156446"/>
                <a:gd name="csY12" fmla="*/ 67424 h 152500"/>
                <a:gd name="csX13" fmla="*/ 42084 w 156446"/>
                <a:gd name="csY13" fmla="*/ 67424 h 152500"/>
                <a:gd name="csX14" fmla="*/ 42084 w 156446"/>
                <a:gd name="csY14" fmla="*/ 60252 h 152500"/>
                <a:gd name="csX15" fmla="*/ 34857 w 156446"/>
                <a:gd name="csY15" fmla="*/ 60252 h 152500"/>
                <a:gd name="csX16" fmla="*/ 34857 w 156446"/>
                <a:gd name="csY16" fmla="*/ 91891 h 152500"/>
                <a:gd name="csX17" fmla="*/ 42084 w 156446"/>
                <a:gd name="csY17" fmla="*/ 91891 h 152500"/>
                <a:gd name="csX18" fmla="*/ 42084 w 156446"/>
                <a:gd name="csY18" fmla="*/ 84720 h 152500"/>
                <a:gd name="csX19" fmla="*/ 114780 w 156446"/>
                <a:gd name="csY19" fmla="*/ 84720 h 152500"/>
                <a:gd name="csX20" fmla="*/ 114780 w 156446"/>
                <a:gd name="csY20" fmla="*/ 91891 h 152500"/>
                <a:gd name="csX21" fmla="*/ 122008 w 156446"/>
                <a:gd name="csY21" fmla="*/ 91891 h 152500"/>
                <a:gd name="csX22" fmla="*/ 122008 w 156446"/>
                <a:gd name="csY22" fmla="*/ 60252 h 152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446" h="152500">
                  <a:moveTo>
                    <a:pt x="156655" y="77127"/>
                  </a:moveTo>
                  <a:cubicBezTo>
                    <a:pt x="156655" y="34941"/>
                    <a:pt x="121795" y="138"/>
                    <a:pt x="78432" y="138"/>
                  </a:cubicBezTo>
                  <a:cubicBezTo>
                    <a:pt x="34857" y="138"/>
                    <a:pt x="209" y="34941"/>
                    <a:pt x="209" y="77127"/>
                  </a:cubicBezTo>
                  <a:cubicBezTo>
                    <a:pt x="209" y="118468"/>
                    <a:pt x="34857" y="152639"/>
                    <a:pt x="78432" y="152639"/>
                  </a:cubicBezTo>
                  <a:cubicBezTo>
                    <a:pt x="122008" y="152639"/>
                    <a:pt x="156655" y="118468"/>
                    <a:pt x="156655" y="77127"/>
                  </a:cubicBezTo>
                  <a:close/>
                  <a:moveTo>
                    <a:pt x="78432" y="146311"/>
                  </a:moveTo>
                  <a:cubicBezTo>
                    <a:pt x="52712" y="146311"/>
                    <a:pt x="21465" y="126484"/>
                    <a:pt x="21465" y="76916"/>
                  </a:cubicBezTo>
                  <a:cubicBezTo>
                    <a:pt x="21465" y="27348"/>
                    <a:pt x="52074" y="6044"/>
                    <a:pt x="78432" y="6044"/>
                  </a:cubicBezTo>
                  <a:cubicBezTo>
                    <a:pt x="104790" y="6044"/>
                    <a:pt x="135399" y="27348"/>
                    <a:pt x="135399" y="76916"/>
                  </a:cubicBezTo>
                  <a:cubicBezTo>
                    <a:pt x="135399" y="126695"/>
                    <a:pt x="103940" y="146311"/>
                    <a:pt x="78432" y="146311"/>
                  </a:cubicBezTo>
                  <a:close/>
                  <a:moveTo>
                    <a:pt x="122008" y="60252"/>
                  </a:moveTo>
                  <a:lnTo>
                    <a:pt x="114780" y="60252"/>
                  </a:lnTo>
                  <a:lnTo>
                    <a:pt x="114780" y="67424"/>
                  </a:lnTo>
                  <a:lnTo>
                    <a:pt x="42084" y="67424"/>
                  </a:lnTo>
                  <a:lnTo>
                    <a:pt x="42084" y="60252"/>
                  </a:lnTo>
                  <a:lnTo>
                    <a:pt x="34857" y="60252"/>
                  </a:lnTo>
                  <a:lnTo>
                    <a:pt x="34857" y="91891"/>
                  </a:lnTo>
                  <a:lnTo>
                    <a:pt x="42084" y="91891"/>
                  </a:lnTo>
                  <a:lnTo>
                    <a:pt x="42084" y="84720"/>
                  </a:lnTo>
                  <a:lnTo>
                    <a:pt x="114780" y="84720"/>
                  </a:lnTo>
                  <a:lnTo>
                    <a:pt x="114780" y="91891"/>
                  </a:lnTo>
                  <a:lnTo>
                    <a:pt x="122008" y="91891"/>
                  </a:lnTo>
                  <a:lnTo>
                    <a:pt x="122008" y="60252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A005E13-B48E-8C1B-A324-851F39DE0FA1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142380" y="6439155"/>
              <a:ext cx="70449" cy="301325"/>
            </a:xfrm>
            <a:custGeom>
              <a:avLst/>
              <a:gdLst>
                <a:gd name="csX0" fmla="*/ 70665 w 70449"/>
                <a:gd name="csY0" fmla="*/ 298449 h 301325"/>
                <a:gd name="csX1" fmla="*/ 65503 w 70449"/>
                <a:gd name="csY1" fmla="*/ 291819 h 301325"/>
                <a:gd name="csX2" fmla="*/ 17828 w 70449"/>
                <a:gd name="csY2" fmla="*/ 150799 h 301325"/>
                <a:gd name="csX3" fmla="*/ 66717 w 70449"/>
                <a:gd name="csY3" fmla="*/ 8272 h 301325"/>
                <a:gd name="csX4" fmla="*/ 70665 w 70449"/>
                <a:gd name="csY4" fmla="*/ 3150 h 301325"/>
                <a:gd name="csX5" fmla="*/ 67628 w 70449"/>
                <a:gd name="csY5" fmla="*/ 136 h 301325"/>
                <a:gd name="csX6" fmla="*/ 19346 w 70449"/>
                <a:gd name="csY6" fmla="*/ 58895 h 301325"/>
                <a:gd name="csX7" fmla="*/ 216 w 70449"/>
                <a:gd name="csY7" fmla="*/ 150799 h 301325"/>
                <a:gd name="csX8" fmla="*/ 20257 w 70449"/>
                <a:gd name="csY8" fmla="*/ 244813 h 301325"/>
                <a:gd name="csX9" fmla="*/ 67628 w 70449"/>
                <a:gd name="csY9" fmla="*/ 301462 h 301325"/>
                <a:gd name="csX10" fmla="*/ 70665 w 70449"/>
                <a:gd name="csY10" fmla="*/ 298449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301325">
                  <a:moveTo>
                    <a:pt x="70665" y="298449"/>
                  </a:moveTo>
                  <a:cubicBezTo>
                    <a:pt x="70665" y="297545"/>
                    <a:pt x="70665" y="296942"/>
                    <a:pt x="65503" y="291819"/>
                  </a:cubicBezTo>
                  <a:cubicBezTo>
                    <a:pt x="27545" y="253852"/>
                    <a:pt x="17828" y="196902"/>
                    <a:pt x="17828" y="150799"/>
                  </a:cubicBezTo>
                  <a:cubicBezTo>
                    <a:pt x="17828" y="98368"/>
                    <a:pt x="29367" y="45938"/>
                    <a:pt x="66717" y="8272"/>
                  </a:cubicBezTo>
                  <a:cubicBezTo>
                    <a:pt x="70665" y="4656"/>
                    <a:pt x="70665" y="4054"/>
                    <a:pt x="70665" y="3150"/>
                  </a:cubicBezTo>
                  <a:cubicBezTo>
                    <a:pt x="70665" y="1040"/>
                    <a:pt x="69450" y="136"/>
                    <a:pt x="67628" y="136"/>
                  </a:cubicBezTo>
                  <a:cubicBezTo>
                    <a:pt x="64592" y="136"/>
                    <a:pt x="37262" y="20627"/>
                    <a:pt x="19346" y="58895"/>
                  </a:cubicBezTo>
                  <a:cubicBezTo>
                    <a:pt x="3860" y="92041"/>
                    <a:pt x="216" y="125488"/>
                    <a:pt x="216" y="150799"/>
                  </a:cubicBezTo>
                  <a:cubicBezTo>
                    <a:pt x="216" y="174302"/>
                    <a:pt x="3556" y="210763"/>
                    <a:pt x="20257" y="244813"/>
                  </a:cubicBezTo>
                  <a:cubicBezTo>
                    <a:pt x="38477" y="281876"/>
                    <a:pt x="64592" y="301462"/>
                    <a:pt x="67628" y="301462"/>
                  </a:cubicBezTo>
                  <a:cubicBezTo>
                    <a:pt x="69450" y="301462"/>
                    <a:pt x="70665" y="300558"/>
                    <a:pt x="70665" y="298449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4831A73-5441-C412-A108-D4A39FB80630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237089" y="6531360"/>
              <a:ext cx="170961" cy="133788"/>
            </a:xfrm>
            <a:custGeom>
              <a:avLst/>
              <a:gdLst>
                <a:gd name="csX0" fmla="*/ 98606 w 170961"/>
                <a:gd name="csY0" fmla="*/ 59799 h 133788"/>
                <a:gd name="csX1" fmla="*/ 134134 w 170961"/>
                <a:gd name="csY1" fmla="*/ 20626 h 133788"/>
                <a:gd name="csX2" fmla="*/ 165108 w 170961"/>
                <a:gd name="csY2" fmla="*/ 14299 h 133788"/>
                <a:gd name="csX3" fmla="*/ 165108 w 170961"/>
                <a:gd name="csY3" fmla="*/ 136 h 133788"/>
                <a:gd name="csX4" fmla="*/ 137171 w 170961"/>
                <a:gd name="csY4" fmla="*/ 1040 h 133788"/>
                <a:gd name="csX5" fmla="*/ 105894 w 170961"/>
                <a:gd name="csY5" fmla="*/ 136 h 133788"/>
                <a:gd name="csX6" fmla="*/ 105894 w 170961"/>
                <a:gd name="csY6" fmla="*/ 14299 h 133788"/>
                <a:gd name="csX7" fmla="*/ 117433 w 170961"/>
                <a:gd name="csY7" fmla="*/ 17011 h 133788"/>
                <a:gd name="csX8" fmla="*/ 115003 w 170961"/>
                <a:gd name="csY8" fmla="*/ 20626 h 133788"/>
                <a:gd name="csX9" fmla="*/ 89496 w 170961"/>
                <a:gd name="csY9" fmla="*/ 48951 h 133788"/>
                <a:gd name="csX10" fmla="*/ 59737 w 170961"/>
                <a:gd name="csY10" fmla="*/ 14299 h 133788"/>
                <a:gd name="csX11" fmla="*/ 71884 w 170961"/>
                <a:gd name="csY11" fmla="*/ 14299 h 133788"/>
                <a:gd name="csX12" fmla="*/ 71884 w 170961"/>
                <a:gd name="csY12" fmla="*/ 136 h 133788"/>
                <a:gd name="csX13" fmla="*/ 35141 w 170961"/>
                <a:gd name="csY13" fmla="*/ 1040 h 133788"/>
                <a:gd name="csX14" fmla="*/ 1738 w 170961"/>
                <a:gd name="csY14" fmla="*/ 136 h 133788"/>
                <a:gd name="csX15" fmla="*/ 1738 w 170961"/>
                <a:gd name="csY15" fmla="*/ 14299 h 133788"/>
                <a:gd name="csX16" fmla="*/ 23298 w 170961"/>
                <a:gd name="csY16" fmla="*/ 14299 h 133788"/>
                <a:gd name="csX17" fmla="*/ 70669 w 170961"/>
                <a:gd name="csY17" fmla="*/ 69743 h 133788"/>
                <a:gd name="csX18" fmla="*/ 30889 w 170961"/>
                <a:gd name="csY18" fmla="*/ 114037 h 133788"/>
                <a:gd name="csX19" fmla="*/ 220 w 170961"/>
                <a:gd name="csY19" fmla="*/ 119763 h 133788"/>
                <a:gd name="csX20" fmla="*/ 220 w 170961"/>
                <a:gd name="csY20" fmla="*/ 133925 h 133788"/>
                <a:gd name="csX21" fmla="*/ 28156 w 170961"/>
                <a:gd name="csY21" fmla="*/ 133021 h 133788"/>
                <a:gd name="csX22" fmla="*/ 59433 w 170961"/>
                <a:gd name="csY22" fmla="*/ 133925 h 133788"/>
                <a:gd name="csX23" fmla="*/ 59433 w 170961"/>
                <a:gd name="csY23" fmla="*/ 119763 h 133788"/>
                <a:gd name="csX24" fmla="*/ 48198 w 170961"/>
                <a:gd name="csY24" fmla="*/ 116448 h 133788"/>
                <a:gd name="csX25" fmla="*/ 50324 w 170961"/>
                <a:gd name="csY25" fmla="*/ 113435 h 133788"/>
                <a:gd name="csX26" fmla="*/ 79779 w 170961"/>
                <a:gd name="csY26" fmla="*/ 80590 h 133788"/>
                <a:gd name="csX27" fmla="*/ 113181 w 170961"/>
                <a:gd name="csY27" fmla="*/ 119763 h 133788"/>
                <a:gd name="csX28" fmla="*/ 101339 w 170961"/>
                <a:gd name="csY28" fmla="*/ 119763 h 133788"/>
                <a:gd name="csX29" fmla="*/ 101339 w 170961"/>
                <a:gd name="csY29" fmla="*/ 133925 h 133788"/>
                <a:gd name="csX30" fmla="*/ 137778 w 170961"/>
                <a:gd name="csY30" fmla="*/ 133021 h 133788"/>
                <a:gd name="csX31" fmla="*/ 171181 w 170961"/>
                <a:gd name="csY31" fmla="*/ 133925 h 133788"/>
                <a:gd name="csX32" fmla="*/ 171181 w 170961"/>
                <a:gd name="csY32" fmla="*/ 119763 h 133788"/>
                <a:gd name="csX33" fmla="*/ 149621 w 170961"/>
                <a:gd name="csY33" fmla="*/ 119763 h 133788"/>
                <a:gd name="csX34" fmla="*/ 98606 w 170961"/>
                <a:gd name="csY34" fmla="*/ 59799 h 13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961" h="133788">
                  <a:moveTo>
                    <a:pt x="98606" y="59799"/>
                  </a:moveTo>
                  <a:lnTo>
                    <a:pt x="134134" y="20626"/>
                  </a:lnTo>
                  <a:cubicBezTo>
                    <a:pt x="138082" y="16408"/>
                    <a:pt x="139904" y="14299"/>
                    <a:pt x="165108" y="14299"/>
                  </a:cubicBezTo>
                  <a:lnTo>
                    <a:pt x="165108" y="136"/>
                  </a:lnTo>
                  <a:cubicBezTo>
                    <a:pt x="154479" y="739"/>
                    <a:pt x="138689" y="1040"/>
                    <a:pt x="137171" y="1040"/>
                  </a:cubicBezTo>
                  <a:cubicBezTo>
                    <a:pt x="129579" y="1040"/>
                    <a:pt x="114396" y="438"/>
                    <a:pt x="105894" y="136"/>
                  </a:cubicBezTo>
                  <a:lnTo>
                    <a:pt x="105894" y="14299"/>
                  </a:lnTo>
                  <a:cubicBezTo>
                    <a:pt x="110145" y="14299"/>
                    <a:pt x="113789" y="14901"/>
                    <a:pt x="117433" y="17011"/>
                  </a:cubicBezTo>
                  <a:cubicBezTo>
                    <a:pt x="116218" y="18819"/>
                    <a:pt x="116218" y="19421"/>
                    <a:pt x="115003" y="20626"/>
                  </a:cubicBezTo>
                  <a:lnTo>
                    <a:pt x="89496" y="48951"/>
                  </a:lnTo>
                  <a:lnTo>
                    <a:pt x="59737" y="14299"/>
                  </a:lnTo>
                  <a:lnTo>
                    <a:pt x="71884" y="14299"/>
                  </a:lnTo>
                  <a:lnTo>
                    <a:pt x="71884" y="136"/>
                  </a:lnTo>
                  <a:cubicBezTo>
                    <a:pt x="63988" y="438"/>
                    <a:pt x="44858" y="1040"/>
                    <a:pt x="35141" y="1040"/>
                  </a:cubicBezTo>
                  <a:cubicBezTo>
                    <a:pt x="25423" y="1040"/>
                    <a:pt x="11759" y="438"/>
                    <a:pt x="1738" y="136"/>
                  </a:cubicBezTo>
                  <a:lnTo>
                    <a:pt x="1738" y="14299"/>
                  </a:lnTo>
                  <a:lnTo>
                    <a:pt x="23298" y="14299"/>
                  </a:lnTo>
                  <a:lnTo>
                    <a:pt x="70669" y="69743"/>
                  </a:lnTo>
                  <a:lnTo>
                    <a:pt x="30889" y="114037"/>
                  </a:lnTo>
                  <a:cubicBezTo>
                    <a:pt x="25727" y="119763"/>
                    <a:pt x="14795" y="119763"/>
                    <a:pt x="220" y="119763"/>
                  </a:cubicBezTo>
                  <a:lnTo>
                    <a:pt x="220" y="133925"/>
                  </a:lnTo>
                  <a:cubicBezTo>
                    <a:pt x="10848" y="133322"/>
                    <a:pt x="26638" y="133021"/>
                    <a:pt x="28156" y="133021"/>
                  </a:cubicBezTo>
                  <a:cubicBezTo>
                    <a:pt x="35748" y="133021"/>
                    <a:pt x="53360" y="133624"/>
                    <a:pt x="59433" y="133925"/>
                  </a:cubicBezTo>
                  <a:lnTo>
                    <a:pt x="59433" y="119763"/>
                  </a:lnTo>
                  <a:cubicBezTo>
                    <a:pt x="53968" y="119763"/>
                    <a:pt x="48198" y="118256"/>
                    <a:pt x="48198" y="116448"/>
                  </a:cubicBezTo>
                  <a:cubicBezTo>
                    <a:pt x="48198" y="116147"/>
                    <a:pt x="48198" y="115845"/>
                    <a:pt x="50324" y="113435"/>
                  </a:cubicBezTo>
                  <a:lnTo>
                    <a:pt x="79779" y="80590"/>
                  </a:lnTo>
                  <a:lnTo>
                    <a:pt x="113181" y="119763"/>
                  </a:lnTo>
                  <a:lnTo>
                    <a:pt x="101339" y="119763"/>
                  </a:lnTo>
                  <a:lnTo>
                    <a:pt x="101339" y="133925"/>
                  </a:lnTo>
                  <a:cubicBezTo>
                    <a:pt x="109234" y="133624"/>
                    <a:pt x="127757" y="133021"/>
                    <a:pt x="137778" y="133021"/>
                  </a:cubicBezTo>
                  <a:cubicBezTo>
                    <a:pt x="147495" y="133021"/>
                    <a:pt x="161160" y="133624"/>
                    <a:pt x="171181" y="133925"/>
                  </a:cubicBezTo>
                  <a:lnTo>
                    <a:pt x="171181" y="119763"/>
                  </a:lnTo>
                  <a:lnTo>
                    <a:pt x="149621" y="119763"/>
                  </a:lnTo>
                  <a:lnTo>
                    <a:pt x="98606" y="59799"/>
                  </a:ln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B15DCF54-83E4-7BE0-2CD2-CC3002C37EAD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432022" y="6439155"/>
              <a:ext cx="70449" cy="301325"/>
            </a:xfrm>
            <a:custGeom>
              <a:avLst/>
              <a:gdLst>
                <a:gd name="csX0" fmla="*/ 70675 w 70449"/>
                <a:gd name="csY0" fmla="*/ 150799 h 301325"/>
                <a:gd name="csX1" fmla="*/ 50633 w 70449"/>
                <a:gd name="csY1" fmla="*/ 56786 h 301325"/>
                <a:gd name="csX2" fmla="*/ 3262 w 70449"/>
                <a:gd name="csY2" fmla="*/ 136 h 301325"/>
                <a:gd name="csX3" fmla="*/ 226 w 70449"/>
                <a:gd name="csY3" fmla="*/ 3150 h 301325"/>
                <a:gd name="csX4" fmla="*/ 5995 w 70449"/>
                <a:gd name="csY4" fmla="*/ 10080 h 301325"/>
                <a:gd name="csX5" fmla="*/ 53063 w 70449"/>
                <a:gd name="csY5" fmla="*/ 150799 h 301325"/>
                <a:gd name="csX6" fmla="*/ 4173 w 70449"/>
                <a:gd name="csY6" fmla="*/ 293326 h 301325"/>
                <a:gd name="csX7" fmla="*/ 226 w 70449"/>
                <a:gd name="csY7" fmla="*/ 298449 h 301325"/>
                <a:gd name="csX8" fmla="*/ 3262 w 70449"/>
                <a:gd name="csY8" fmla="*/ 301462 h 301325"/>
                <a:gd name="csX9" fmla="*/ 51544 w 70449"/>
                <a:gd name="csY9" fmla="*/ 242703 h 301325"/>
                <a:gd name="csX10" fmla="*/ 70675 w 70449"/>
                <a:gd name="csY10" fmla="*/ 150799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301325">
                  <a:moveTo>
                    <a:pt x="70675" y="150799"/>
                  </a:moveTo>
                  <a:cubicBezTo>
                    <a:pt x="70675" y="127296"/>
                    <a:pt x="67335" y="90835"/>
                    <a:pt x="50633" y="56786"/>
                  </a:cubicBezTo>
                  <a:cubicBezTo>
                    <a:pt x="32414" y="19723"/>
                    <a:pt x="6299" y="136"/>
                    <a:pt x="3262" y="136"/>
                  </a:cubicBezTo>
                  <a:cubicBezTo>
                    <a:pt x="1440" y="136"/>
                    <a:pt x="226" y="1342"/>
                    <a:pt x="226" y="3150"/>
                  </a:cubicBezTo>
                  <a:cubicBezTo>
                    <a:pt x="226" y="4054"/>
                    <a:pt x="226" y="4656"/>
                    <a:pt x="5995" y="10080"/>
                  </a:cubicBezTo>
                  <a:cubicBezTo>
                    <a:pt x="35754" y="39911"/>
                    <a:pt x="53063" y="87822"/>
                    <a:pt x="53063" y="150799"/>
                  </a:cubicBezTo>
                  <a:cubicBezTo>
                    <a:pt x="53063" y="202326"/>
                    <a:pt x="41827" y="255359"/>
                    <a:pt x="4173" y="293326"/>
                  </a:cubicBezTo>
                  <a:cubicBezTo>
                    <a:pt x="226" y="296942"/>
                    <a:pt x="226" y="297545"/>
                    <a:pt x="226" y="298449"/>
                  </a:cubicBezTo>
                  <a:cubicBezTo>
                    <a:pt x="226" y="300257"/>
                    <a:pt x="1440" y="301462"/>
                    <a:pt x="3262" y="301462"/>
                  </a:cubicBezTo>
                  <a:cubicBezTo>
                    <a:pt x="6299" y="301462"/>
                    <a:pt x="33628" y="280972"/>
                    <a:pt x="51544" y="242703"/>
                  </a:cubicBezTo>
                  <a:cubicBezTo>
                    <a:pt x="67031" y="209558"/>
                    <a:pt x="70675" y="176110"/>
                    <a:pt x="70675" y="150799"/>
                  </a:cubicBezTo>
                  <a:close/>
                </a:path>
              </a:pathLst>
            </a:custGeom>
            <a:solidFill>
              <a:srgbClr val="000000"/>
            </a:solidFill>
            <a:ln w="30480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07" name="Group 306" descr="\documentclass{article}&#10;\usepackage{nunito}&#10;\usepackage[linguistics]{forest}&#10;\usepackage{amsmath,amssymb}&#10;\pagestyle{empty}&#10;\begin{document}&#10;&#10;\begin{align*}&#10;\nabla_\Theta L \text{ via backpropagation.}&#10;\end{align*}&#10;&#10;&#10;\end{document}" title="IguanaTex Shape Display">
            <a:extLst>
              <a:ext uri="{FF2B5EF4-FFF2-40B4-BE49-F238E27FC236}">
                <a16:creationId xmlns:a16="http://schemas.microsoft.com/office/drawing/2014/main" id="{4A4BC764-9DFA-2410-8DB5-B8D82D4882DF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6934200" y="5410200"/>
            <a:ext cx="3522708" cy="273599"/>
            <a:chOff x="12288144" y="7770097"/>
            <a:chExt cx="3522708" cy="273599"/>
          </a:xfrm>
        </p:grpSpPr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8CEC8303-06A5-336B-4B6B-7A16F3435A5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2288144" y="7778904"/>
              <a:ext cx="224101" cy="217421"/>
            </a:xfrm>
            <a:custGeom>
              <a:avLst/>
              <a:gdLst>
                <a:gd name="csX0" fmla="*/ 222759 w 224101"/>
                <a:gd name="csY0" fmla="*/ 6765 h 217421"/>
                <a:gd name="csX1" fmla="*/ 224277 w 224101"/>
                <a:gd name="csY1" fmla="*/ 2514 h 217421"/>
                <a:gd name="csX2" fmla="*/ 216989 w 224101"/>
                <a:gd name="csY2" fmla="*/ 85 h 217421"/>
                <a:gd name="csX3" fmla="*/ 7463 w 224101"/>
                <a:gd name="csY3" fmla="*/ 85 h 217421"/>
                <a:gd name="csX4" fmla="*/ 175 w 224101"/>
                <a:gd name="csY4" fmla="*/ 2514 h 217421"/>
                <a:gd name="csX5" fmla="*/ 1694 w 224101"/>
                <a:gd name="csY5" fmla="*/ 6765 h 217421"/>
                <a:gd name="csX6" fmla="*/ 104027 w 224101"/>
                <a:gd name="csY6" fmla="*/ 211737 h 217421"/>
                <a:gd name="csX7" fmla="*/ 112226 w 224101"/>
                <a:gd name="csY7" fmla="*/ 217506 h 217421"/>
                <a:gd name="csX8" fmla="*/ 120425 w 224101"/>
                <a:gd name="csY8" fmla="*/ 211737 h 217421"/>
                <a:gd name="csX9" fmla="*/ 222759 w 224101"/>
                <a:gd name="csY9" fmla="*/ 6765 h 217421"/>
                <a:gd name="csX10" fmla="*/ 37829 w 224101"/>
                <a:gd name="csY10" fmla="*/ 21948 h 217421"/>
                <a:gd name="csX11" fmla="*/ 204539 w 224101"/>
                <a:gd name="csY11" fmla="*/ 21948 h 217421"/>
                <a:gd name="csX12" fmla="*/ 121336 w 224101"/>
                <a:gd name="csY12" fmla="*/ 188962 h 217421"/>
                <a:gd name="csX13" fmla="*/ 37829 w 224101"/>
                <a:gd name="csY13" fmla="*/ 21948 h 21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24101" h="217421">
                  <a:moveTo>
                    <a:pt x="222759" y="6765"/>
                  </a:moveTo>
                  <a:cubicBezTo>
                    <a:pt x="223366" y="5854"/>
                    <a:pt x="224277" y="3729"/>
                    <a:pt x="224277" y="2514"/>
                  </a:cubicBezTo>
                  <a:cubicBezTo>
                    <a:pt x="224277" y="388"/>
                    <a:pt x="223974" y="85"/>
                    <a:pt x="216989" y="85"/>
                  </a:cubicBezTo>
                  <a:lnTo>
                    <a:pt x="7463" y="85"/>
                  </a:lnTo>
                  <a:cubicBezTo>
                    <a:pt x="479" y="85"/>
                    <a:pt x="175" y="388"/>
                    <a:pt x="175" y="2514"/>
                  </a:cubicBezTo>
                  <a:cubicBezTo>
                    <a:pt x="175" y="3729"/>
                    <a:pt x="1086" y="5854"/>
                    <a:pt x="1694" y="6765"/>
                  </a:cubicBezTo>
                  <a:lnTo>
                    <a:pt x="104027" y="211737"/>
                  </a:lnTo>
                  <a:cubicBezTo>
                    <a:pt x="106153" y="215684"/>
                    <a:pt x="107064" y="217506"/>
                    <a:pt x="112226" y="217506"/>
                  </a:cubicBezTo>
                  <a:cubicBezTo>
                    <a:pt x="117389" y="217506"/>
                    <a:pt x="118300" y="215684"/>
                    <a:pt x="120425" y="211737"/>
                  </a:cubicBezTo>
                  <a:lnTo>
                    <a:pt x="222759" y="6765"/>
                  </a:lnTo>
                  <a:close/>
                  <a:moveTo>
                    <a:pt x="37829" y="21948"/>
                  </a:moveTo>
                  <a:lnTo>
                    <a:pt x="204539" y="21948"/>
                  </a:lnTo>
                  <a:lnTo>
                    <a:pt x="121336" y="188962"/>
                  </a:lnTo>
                  <a:lnTo>
                    <a:pt x="37829" y="21948"/>
                  </a:ln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6985B091-0922-118F-C330-13001306116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2541803" y="7882421"/>
              <a:ext cx="156446" cy="153682"/>
            </a:xfrm>
            <a:custGeom>
              <a:avLst/>
              <a:gdLst>
                <a:gd name="csX0" fmla="*/ 156630 w 156446"/>
                <a:gd name="csY0" fmla="*/ 77672 h 153682"/>
                <a:gd name="csX1" fmla="*/ 78407 w 156446"/>
                <a:gd name="csY1" fmla="*/ 86 h 153682"/>
                <a:gd name="csX2" fmla="*/ 184 w 156446"/>
                <a:gd name="csY2" fmla="*/ 77672 h 153682"/>
                <a:gd name="csX3" fmla="*/ 78407 w 156446"/>
                <a:gd name="csY3" fmla="*/ 153769 h 153682"/>
                <a:gd name="csX4" fmla="*/ 156630 w 156446"/>
                <a:gd name="csY4" fmla="*/ 77672 h 153682"/>
                <a:gd name="csX5" fmla="*/ 78407 w 156446"/>
                <a:gd name="csY5" fmla="*/ 147392 h 153682"/>
                <a:gd name="csX6" fmla="*/ 21440 w 156446"/>
                <a:gd name="csY6" fmla="*/ 77459 h 153682"/>
                <a:gd name="csX7" fmla="*/ 78407 w 156446"/>
                <a:gd name="csY7" fmla="*/ 6038 h 153682"/>
                <a:gd name="csX8" fmla="*/ 135374 w 156446"/>
                <a:gd name="csY8" fmla="*/ 77459 h 153682"/>
                <a:gd name="csX9" fmla="*/ 78407 w 156446"/>
                <a:gd name="csY9" fmla="*/ 147392 h 153682"/>
                <a:gd name="csX10" fmla="*/ 121982 w 156446"/>
                <a:gd name="csY10" fmla="*/ 60667 h 153682"/>
                <a:gd name="csX11" fmla="*/ 114755 w 156446"/>
                <a:gd name="csY11" fmla="*/ 60667 h 153682"/>
                <a:gd name="csX12" fmla="*/ 114755 w 156446"/>
                <a:gd name="csY12" fmla="*/ 67894 h 153682"/>
                <a:gd name="csX13" fmla="*/ 42058 w 156446"/>
                <a:gd name="csY13" fmla="*/ 67894 h 153682"/>
                <a:gd name="csX14" fmla="*/ 42058 w 156446"/>
                <a:gd name="csY14" fmla="*/ 60667 h 153682"/>
                <a:gd name="csX15" fmla="*/ 34831 w 156446"/>
                <a:gd name="csY15" fmla="*/ 60667 h 153682"/>
                <a:gd name="csX16" fmla="*/ 34831 w 156446"/>
                <a:gd name="csY16" fmla="*/ 92551 h 153682"/>
                <a:gd name="csX17" fmla="*/ 42058 w 156446"/>
                <a:gd name="csY17" fmla="*/ 92551 h 153682"/>
                <a:gd name="csX18" fmla="*/ 42058 w 156446"/>
                <a:gd name="csY18" fmla="*/ 85324 h 153682"/>
                <a:gd name="csX19" fmla="*/ 114755 w 156446"/>
                <a:gd name="csY19" fmla="*/ 85324 h 153682"/>
                <a:gd name="csX20" fmla="*/ 114755 w 156446"/>
                <a:gd name="csY20" fmla="*/ 92551 h 153682"/>
                <a:gd name="csX21" fmla="*/ 121982 w 156446"/>
                <a:gd name="csY21" fmla="*/ 92551 h 153682"/>
                <a:gd name="csX22" fmla="*/ 121982 w 156446"/>
                <a:gd name="csY22" fmla="*/ 60667 h 15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56446" h="153682">
                  <a:moveTo>
                    <a:pt x="156630" y="77672"/>
                  </a:moveTo>
                  <a:cubicBezTo>
                    <a:pt x="156630" y="35159"/>
                    <a:pt x="121770" y="86"/>
                    <a:pt x="78407" y="86"/>
                  </a:cubicBezTo>
                  <a:cubicBezTo>
                    <a:pt x="34831" y="86"/>
                    <a:pt x="184" y="35159"/>
                    <a:pt x="184" y="77672"/>
                  </a:cubicBezTo>
                  <a:cubicBezTo>
                    <a:pt x="184" y="119334"/>
                    <a:pt x="34831" y="153769"/>
                    <a:pt x="78407" y="153769"/>
                  </a:cubicBezTo>
                  <a:cubicBezTo>
                    <a:pt x="121982" y="153769"/>
                    <a:pt x="156630" y="119334"/>
                    <a:pt x="156630" y="77672"/>
                  </a:cubicBezTo>
                  <a:close/>
                  <a:moveTo>
                    <a:pt x="78407" y="147392"/>
                  </a:moveTo>
                  <a:cubicBezTo>
                    <a:pt x="52687" y="147392"/>
                    <a:pt x="21440" y="127411"/>
                    <a:pt x="21440" y="77459"/>
                  </a:cubicBezTo>
                  <a:cubicBezTo>
                    <a:pt x="21440" y="27507"/>
                    <a:pt x="52049" y="6038"/>
                    <a:pt x="78407" y="6038"/>
                  </a:cubicBezTo>
                  <a:cubicBezTo>
                    <a:pt x="104765" y="6038"/>
                    <a:pt x="135374" y="27507"/>
                    <a:pt x="135374" y="77459"/>
                  </a:cubicBezTo>
                  <a:cubicBezTo>
                    <a:pt x="135374" y="127624"/>
                    <a:pt x="103914" y="147392"/>
                    <a:pt x="78407" y="147392"/>
                  </a:cubicBezTo>
                  <a:close/>
                  <a:moveTo>
                    <a:pt x="121982" y="60667"/>
                  </a:moveTo>
                  <a:lnTo>
                    <a:pt x="114755" y="60667"/>
                  </a:lnTo>
                  <a:lnTo>
                    <a:pt x="114755" y="67894"/>
                  </a:lnTo>
                  <a:lnTo>
                    <a:pt x="42058" y="67894"/>
                  </a:lnTo>
                  <a:lnTo>
                    <a:pt x="42058" y="60667"/>
                  </a:lnTo>
                  <a:lnTo>
                    <a:pt x="34831" y="60667"/>
                  </a:lnTo>
                  <a:lnTo>
                    <a:pt x="34831" y="92551"/>
                  </a:lnTo>
                  <a:lnTo>
                    <a:pt x="42058" y="92551"/>
                  </a:lnTo>
                  <a:lnTo>
                    <a:pt x="42058" y="85324"/>
                  </a:lnTo>
                  <a:lnTo>
                    <a:pt x="114755" y="85324"/>
                  </a:lnTo>
                  <a:lnTo>
                    <a:pt x="114755" y="92551"/>
                  </a:lnTo>
                  <a:lnTo>
                    <a:pt x="121982" y="92551"/>
                  </a:lnTo>
                  <a:lnTo>
                    <a:pt x="121982" y="60667"/>
                  </a:ln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38E009BD-05CD-C3A6-6A6D-D782E9610EB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2740365" y="7778904"/>
              <a:ext cx="183411" cy="207400"/>
            </a:xfrm>
            <a:custGeom>
              <a:avLst/>
              <a:gdLst>
                <a:gd name="csX0" fmla="*/ 101917 w 183411"/>
                <a:gd name="csY0" fmla="*/ 23770 h 207400"/>
                <a:gd name="csX1" fmla="*/ 134105 w 183411"/>
                <a:gd name="csY1" fmla="*/ 9498 h 207400"/>
                <a:gd name="csX2" fmla="*/ 145644 w 183411"/>
                <a:gd name="csY2" fmla="*/ 3729 h 207400"/>
                <a:gd name="csX3" fmla="*/ 140785 w 183411"/>
                <a:gd name="csY3" fmla="*/ 85 h 207400"/>
                <a:gd name="csX4" fmla="*/ 95844 w 183411"/>
                <a:gd name="csY4" fmla="*/ 996 h 207400"/>
                <a:gd name="csX5" fmla="*/ 55457 w 183411"/>
                <a:gd name="csY5" fmla="*/ 85 h 207400"/>
                <a:gd name="csX6" fmla="*/ 49687 w 183411"/>
                <a:gd name="csY6" fmla="*/ 6158 h 207400"/>
                <a:gd name="csX7" fmla="*/ 58190 w 183411"/>
                <a:gd name="csY7" fmla="*/ 9498 h 207400"/>
                <a:gd name="csX8" fmla="*/ 69729 w 183411"/>
                <a:gd name="csY8" fmla="*/ 10105 h 207400"/>
                <a:gd name="csX9" fmla="*/ 77927 w 183411"/>
                <a:gd name="csY9" fmla="*/ 14964 h 207400"/>
                <a:gd name="csX10" fmla="*/ 76713 w 183411"/>
                <a:gd name="csY10" fmla="*/ 20734 h 207400"/>
                <a:gd name="csX11" fmla="*/ 36022 w 183411"/>
                <a:gd name="csY11" fmla="*/ 183800 h 207400"/>
                <a:gd name="csX12" fmla="*/ 8389 w 183411"/>
                <a:gd name="csY12" fmla="*/ 198072 h 207400"/>
                <a:gd name="csX13" fmla="*/ 190 w 183411"/>
                <a:gd name="csY13" fmla="*/ 204145 h 207400"/>
                <a:gd name="csX14" fmla="*/ 8389 w 183411"/>
                <a:gd name="csY14" fmla="*/ 207485 h 207400"/>
                <a:gd name="csX15" fmla="*/ 148984 w 183411"/>
                <a:gd name="csY15" fmla="*/ 207485 h 207400"/>
                <a:gd name="csX16" fmla="*/ 158398 w 183411"/>
                <a:gd name="csY16" fmla="*/ 202323 h 207400"/>
                <a:gd name="csX17" fmla="*/ 182387 w 183411"/>
                <a:gd name="csY17" fmla="*/ 136732 h 207400"/>
                <a:gd name="csX18" fmla="*/ 183602 w 183411"/>
                <a:gd name="csY18" fmla="*/ 132481 h 207400"/>
                <a:gd name="csX19" fmla="*/ 179958 w 183411"/>
                <a:gd name="csY19" fmla="*/ 129141 h 207400"/>
                <a:gd name="csX20" fmla="*/ 174795 w 183411"/>
                <a:gd name="csY20" fmla="*/ 135518 h 207400"/>
                <a:gd name="csX21" fmla="*/ 98576 w 183411"/>
                <a:gd name="csY21" fmla="*/ 198072 h 207400"/>
                <a:gd name="csX22" fmla="*/ 70032 w 183411"/>
                <a:gd name="csY22" fmla="*/ 198072 h 207400"/>
                <a:gd name="csX23" fmla="*/ 63352 w 183411"/>
                <a:gd name="csY23" fmla="*/ 197768 h 207400"/>
                <a:gd name="csX24" fmla="*/ 59404 w 183411"/>
                <a:gd name="csY24" fmla="*/ 194732 h 207400"/>
                <a:gd name="csX25" fmla="*/ 60922 w 183411"/>
                <a:gd name="csY25" fmla="*/ 187747 h 207400"/>
                <a:gd name="csX26" fmla="*/ 101917 w 183411"/>
                <a:gd name="csY26" fmla="*/ 23770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83411" h="207400">
                  <a:moveTo>
                    <a:pt x="101917" y="23770"/>
                  </a:moveTo>
                  <a:cubicBezTo>
                    <a:pt x="104650" y="12838"/>
                    <a:pt x="105561" y="9498"/>
                    <a:pt x="134105" y="9498"/>
                  </a:cubicBezTo>
                  <a:cubicBezTo>
                    <a:pt x="143215" y="9498"/>
                    <a:pt x="145644" y="9498"/>
                    <a:pt x="145644" y="3729"/>
                  </a:cubicBezTo>
                  <a:cubicBezTo>
                    <a:pt x="145644" y="85"/>
                    <a:pt x="142304" y="85"/>
                    <a:pt x="140785" y="85"/>
                  </a:cubicBezTo>
                  <a:cubicBezTo>
                    <a:pt x="130765" y="85"/>
                    <a:pt x="105864" y="996"/>
                    <a:pt x="95844" y="996"/>
                  </a:cubicBezTo>
                  <a:cubicBezTo>
                    <a:pt x="86734" y="996"/>
                    <a:pt x="64566" y="85"/>
                    <a:pt x="55457" y="85"/>
                  </a:cubicBezTo>
                  <a:cubicBezTo>
                    <a:pt x="53331" y="85"/>
                    <a:pt x="49687" y="85"/>
                    <a:pt x="49687" y="6158"/>
                  </a:cubicBezTo>
                  <a:cubicBezTo>
                    <a:pt x="49687" y="9498"/>
                    <a:pt x="52420" y="9498"/>
                    <a:pt x="58190" y="9498"/>
                  </a:cubicBezTo>
                  <a:cubicBezTo>
                    <a:pt x="58797" y="9498"/>
                    <a:pt x="64566" y="9498"/>
                    <a:pt x="69729" y="10105"/>
                  </a:cubicBezTo>
                  <a:cubicBezTo>
                    <a:pt x="75195" y="10713"/>
                    <a:pt x="77927" y="11016"/>
                    <a:pt x="77927" y="14964"/>
                  </a:cubicBezTo>
                  <a:cubicBezTo>
                    <a:pt x="77927" y="16179"/>
                    <a:pt x="77624" y="17090"/>
                    <a:pt x="76713" y="20734"/>
                  </a:cubicBezTo>
                  <a:lnTo>
                    <a:pt x="36022" y="183800"/>
                  </a:lnTo>
                  <a:cubicBezTo>
                    <a:pt x="32986" y="195643"/>
                    <a:pt x="32378" y="198072"/>
                    <a:pt x="8389" y="198072"/>
                  </a:cubicBezTo>
                  <a:cubicBezTo>
                    <a:pt x="3227" y="198072"/>
                    <a:pt x="190" y="198072"/>
                    <a:pt x="190" y="204145"/>
                  </a:cubicBezTo>
                  <a:cubicBezTo>
                    <a:pt x="190" y="207485"/>
                    <a:pt x="2923" y="207485"/>
                    <a:pt x="8389" y="207485"/>
                  </a:cubicBezTo>
                  <a:lnTo>
                    <a:pt x="148984" y="207485"/>
                  </a:lnTo>
                  <a:cubicBezTo>
                    <a:pt x="156272" y="207485"/>
                    <a:pt x="156576" y="207485"/>
                    <a:pt x="158398" y="202323"/>
                  </a:cubicBezTo>
                  <a:lnTo>
                    <a:pt x="182387" y="136732"/>
                  </a:lnTo>
                  <a:cubicBezTo>
                    <a:pt x="183602" y="133392"/>
                    <a:pt x="183602" y="132785"/>
                    <a:pt x="183602" y="132481"/>
                  </a:cubicBezTo>
                  <a:cubicBezTo>
                    <a:pt x="183602" y="131266"/>
                    <a:pt x="182691" y="129141"/>
                    <a:pt x="179958" y="129141"/>
                  </a:cubicBezTo>
                  <a:cubicBezTo>
                    <a:pt x="177225" y="129141"/>
                    <a:pt x="176921" y="130659"/>
                    <a:pt x="174795" y="135518"/>
                  </a:cubicBezTo>
                  <a:cubicBezTo>
                    <a:pt x="164471" y="163454"/>
                    <a:pt x="151110" y="198072"/>
                    <a:pt x="98576" y="198072"/>
                  </a:cubicBezTo>
                  <a:lnTo>
                    <a:pt x="70032" y="198072"/>
                  </a:lnTo>
                  <a:cubicBezTo>
                    <a:pt x="65781" y="198072"/>
                    <a:pt x="65174" y="198072"/>
                    <a:pt x="63352" y="197768"/>
                  </a:cubicBezTo>
                  <a:cubicBezTo>
                    <a:pt x="60315" y="197465"/>
                    <a:pt x="59404" y="197161"/>
                    <a:pt x="59404" y="194732"/>
                  </a:cubicBezTo>
                  <a:cubicBezTo>
                    <a:pt x="59404" y="193821"/>
                    <a:pt x="59404" y="193213"/>
                    <a:pt x="60922" y="187747"/>
                  </a:cubicBezTo>
                  <a:lnTo>
                    <a:pt x="101917" y="23770"/>
                  </a:ln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EBE6D594-EEC8-CC5E-E208-C5FC409439F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3021608" y="7836599"/>
              <a:ext cx="140296" cy="151830"/>
            </a:xfrm>
            <a:custGeom>
              <a:avLst/>
              <a:gdLst>
                <a:gd name="csX0" fmla="*/ 70158 w 140296"/>
                <a:gd name="csY0" fmla="*/ 151915 h 151830"/>
                <a:gd name="csX1" fmla="*/ 85948 w 140296"/>
                <a:gd name="csY1" fmla="*/ 140073 h 151830"/>
                <a:gd name="csX2" fmla="*/ 139089 w 140296"/>
                <a:gd name="csY2" fmla="*/ 17090 h 151830"/>
                <a:gd name="csX3" fmla="*/ 139392 w 140296"/>
                <a:gd name="csY3" fmla="*/ 5247 h 151830"/>
                <a:gd name="csX4" fmla="*/ 129979 w 140296"/>
                <a:gd name="csY4" fmla="*/ 85 h 151830"/>
                <a:gd name="csX5" fmla="*/ 122084 w 140296"/>
                <a:gd name="csY5" fmla="*/ 2210 h 151830"/>
                <a:gd name="csX6" fmla="*/ 117225 w 140296"/>
                <a:gd name="csY6" fmla="*/ 9802 h 151830"/>
                <a:gd name="csX7" fmla="*/ 70765 w 140296"/>
                <a:gd name="csY7" fmla="*/ 121853 h 151830"/>
                <a:gd name="csX8" fmla="*/ 24912 w 140296"/>
                <a:gd name="csY8" fmla="*/ 9802 h 151830"/>
                <a:gd name="csX9" fmla="*/ 12462 w 140296"/>
                <a:gd name="csY9" fmla="*/ 85 h 151830"/>
                <a:gd name="csX10" fmla="*/ 1530 w 140296"/>
                <a:gd name="csY10" fmla="*/ 5247 h 151830"/>
                <a:gd name="csX11" fmla="*/ 1834 w 140296"/>
                <a:gd name="csY11" fmla="*/ 17393 h 151830"/>
                <a:gd name="csX12" fmla="*/ 54367 w 140296"/>
                <a:gd name="csY12" fmla="*/ 140073 h 151830"/>
                <a:gd name="csX13" fmla="*/ 70158 w 140296"/>
                <a:gd name="csY13" fmla="*/ 151915 h 151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0296" h="151830">
                  <a:moveTo>
                    <a:pt x="70158" y="151915"/>
                  </a:moveTo>
                  <a:cubicBezTo>
                    <a:pt x="77446" y="151915"/>
                    <a:pt x="82608" y="147968"/>
                    <a:pt x="85948" y="140073"/>
                  </a:cubicBezTo>
                  <a:lnTo>
                    <a:pt x="139089" y="17090"/>
                  </a:lnTo>
                  <a:cubicBezTo>
                    <a:pt x="140911" y="12838"/>
                    <a:pt x="140911" y="8891"/>
                    <a:pt x="139392" y="5247"/>
                  </a:cubicBezTo>
                  <a:cubicBezTo>
                    <a:pt x="137571" y="1907"/>
                    <a:pt x="134534" y="85"/>
                    <a:pt x="129979" y="85"/>
                  </a:cubicBezTo>
                  <a:cubicBezTo>
                    <a:pt x="126335" y="85"/>
                    <a:pt x="123906" y="996"/>
                    <a:pt x="122084" y="2210"/>
                  </a:cubicBezTo>
                  <a:cubicBezTo>
                    <a:pt x="120262" y="3729"/>
                    <a:pt x="118440" y="6158"/>
                    <a:pt x="117225" y="9802"/>
                  </a:cubicBezTo>
                  <a:lnTo>
                    <a:pt x="70765" y="121853"/>
                  </a:lnTo>
                  <a:lnTo>
                    <a:pt x="24912" y="9802"/>
                  </a:lnTo>
                  <a:cubicBezTo>
                    <a:pt x="22179" y="3425"/>
                    <a:pt x="17928" y="85"/>
                    <a:pt x="12462" y="85"/>
                  </a:cubicBezTo>
                  <a:cubicBezTo>
                    <a:pt x="6996" y="85"/>
                    <a:pt x="3352" y="1907"/>
                    <a:pt x="1530" y="5247"/>
                  </a:cubicBezTo>
                  <a:cubicBezTo>
                    <a:pt x="-292" y="8891"/>
                    <a:pt x="-292" y="12838"/>
                    <a:pt x="1834" y="17393"/>
                  </a:cubicBezTo>
                  <a:lnTo>
                    <a:pt x="54367" y="140073"/>
                  </a:lnTo>
                  <a:cubicBezTo>
                    <a:pt x="57708" y="147968"/>
                    <a:pt x="62870" y="151915"/>
                    <a:pt x="70158" y="151915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553A2057-87DB-A459-93FE-F941381BABC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3189042" y="7773134"/>
              <a:ext cx="32188" cy="214688"/>
            </a:xfrm>
            <a:custGeom>
              <a:avLst/>
              <a:gdLst>
                <a:gd name="csX0" fmla="*/ 16299 w 32188"/>
                <a:gd name="csY0" fmla="*/ 30147 h 214688"/>
                <a:gd name="csX1" fmla="*/ 32393 w 32188"/>
                <a:gd name="csY1" fmla="*/ 14964 h 214688"/>
                <a:gd name="csX2" fmla="*/ 16299 w 32188"/>
                <a:gd name="csY2" fmla="*/ 85 h 214688"/>
                <a:gd name="csX3" fmla="*/ 205 w 32188"/>
                <a:gd name="csY3" fmla="*/ 14964 h 214688"/>
                <a:gd name="csX4" fmla="*/ 16299 w 32188"/>
                <a:gd name="csY4" fmla="*/ 30147 h 214688"/>
                <a:gd name="csX5" fmla="*/ 16299 w 32188"/>
                <a:gd name="csY5" fmla="*/ 214773 h 214688"/>
                <a:gd name="csX6" fmla="*/ 28749 w 32188"/>
                <a:gd name="csY6" fmla="*/ 201412 h 214688"/>
                <a:gd name="csX7" fmla="*/ 28749 w 32188"/>
                <a:gd name="csY7" fmla="*/ 77215 h 214688"/>
                <a:gd name="csX8" fmla="*/ 16299 w 32188"/>
                <a:gd name="csY8" fmla="*/ 64157 h 214688"/>
                <a:gd name="csX9" fmla="*/ 4152 w 32188"/>
                <a:gd name="csY9" fmla="*/ 77215 h 214688"/>
                <a:gd name="csX10" fmla="*/ 4152 w 32188"/>
                <a:gd name="csY10" fmla="*/ 201412 h 214688"/>
                <a:gd name="csX11" fmla="*/ 16299 w 32188"/>
                <a:gd name="csY11" fmla="*/ 214773 h 214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2188" h="214688">
                  <a:moveTo>
                    <a:pt x="16299" y="30147"/>
                  </a:moveTo>
                  <a:cubicBezTo>
                    <a:pt x="26927" y="30147"/>
                    <a:pt x="32393" y="25289"/>
                    <a:pt x="32393" y="14964"/>
                  </a:cubicBezTo>
                  <a:cubicBezTo>
                    <a:pt x="32393" y="5247"/>
                    <a:pt x="26927" y="85"/>
                    <a:pt x="16299" y="85"/>
                  </a:cubicBezTo>
                  <a:cubicBezTo>
                    <a:pt x="5367" y="85"/>
                    <a:pt x="205" y="5247"/>
                    <a:pt x="205" y="14964"/>
                  </a:cubicBezTo>
                  <a:cubicBezTo>
                    <a:pt x="205" y="25289"/>
                    <a:pt x="5367" y="30147"/>
                    <a:pt x="16299" y="30147"/>
                  </a:cubicBezTo>
                  <a:close/>
                  <a:moveTo>
                    <a:pt x="16299" y="214773"/>
                  </a:moveTo>
                  <a:cubicBezTo>
                    <a:pt x="24498" y="214773"/>
                    <a:pt x="28749" y="210522"/>
                    <a:pt x="28749" y="201412"/>
                  </a:cubicBezTo>
                  <a:lnTo>
                    <a:pt x="28749" y="77215"/>
                  </a:lnTo>
                  <a:cubicBezTo>
                    <a:pt x="28749" y="68712"/>
                    <a:pt x="24498" y="64157"/>
                    <a:pt x="16299" y="64157"/>
                  </a:cubicBezTo>
                  <a:cubicBezTo>
                    <a:pt x="8100" y="64157"/>
                    <a:pt x="4152" y="68712"/>
                    <a:pt x="4152" y="77215"/>
                  </a:cubicBezTo>
                  <a:lnTo>
                    <a:pt x="4152" y="201412"/>
                  </a:lnTo>
                  <a:cubicBezTo>
                    <a:pt x="4152" y="210522"/>
                    <a:pt x="8100" y="214773"/>
                    <a:pt x="16299" y="214773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1486040C-A412-B7B7-1179-2B3C5EC051A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3256758" y="7835992"/>
              <a:ext cx="122071" cy="153045"/>
            </a:xfrm>
            <a:custGeom>
              <a:avLst/>
              <a:gdLst>
                <a:gd name="csX0" fmla="*/ 53348 w 122071"/>
                <a:gd name="csY0" fmla="*/ 153130 h 153045"/>
                <a:gd name="csX1" fmla="*/ 81285 w 122071"/>
                <a:gd name="csY1" fmla="*/ 145538 h 153045"/>
                <a:gd name="csX2" fmla="*/ 99201 w 122071"/>
                <a:gd name="csY2" fmla="*/ 124889 h 153045"/>
                <a:gd name="csX3" fmla="*/ 99201 w 122071"/>
                <a:gd name="csY3" fmla="*/ 139769 h 153045"/>
                <a:gd name="csX4" fmla="*/ 111043 w 122071"/>
                <a:gd name="csY4" fmla="*/ 152523 h 153045"/>
                <a:gd name="csX5" fmla="*/ 122279 w 122071"/>
                <a:gd name="csY5" fmla="*/ 139769 h 153045"/>
                <a:gd name="csX6" fmla="*/ 122279 w 122071"/>
                <a:gd name="csY6" fmla="*/ 57477 h 153045"/>
                <a:gd name="csX7" fmla="*/ 108310 w 122071"/>
                <a:gd name="csY7" fmla="*/ 14053 h 153045"/>
                <a:gd name="csX8" fmla="*/ 66101 w 122071"/>
                <a:gd name="csY8" fmla="*/ 85 h 153045"/>
                <a:gd name="csX9" fmla="*/ 40898 w 122071"/>
                <a:gd name="csY9" fmla="*/ 3121 h 153045"/>
                <a:gd name="csX10" fmla="*/ 14783 w 122071"/>
                <a:gd name="csY10" fmla="*/ 12838 h 153045"/>
                <a:gd name="csX11" fmla="*/ 8710 w 122071"/>
                <a:gd name="csY11" fmla="*/ 19215 h 153045"/>
                <a:gd name="csX12" fmla="*/ 8710 w 122071"/>
                <a:gd name="csY12" fmla="*/ 27111 h 153045"/>
                <a:gd name="csX13" fmla="*/ 13568 w 122071"/>
                <a:gd name="csY13" fmla="*/ 32576 h 153045"/>
                <a:gd name="csX14" fmla="*/ 22374 w 122071"/>
                <a:gd name="csY14" fmla="*/ 31362 h 153045"/>
                <a:gd name="csX15" fmla="*/ 44542 w 122071"/>
                <a:gd name="csY15" fmla="*/ 22556 h 153045"/>
                <a:gd name="csX16" fmla="*/ 66101 w 122071"/>
                <a:gd name="csY16" fmla="*/ 19823 h 153045"/>
                <a:gd name="csX17" fmla="*/ 90698 w 122071"/>
                <a:gd name="csY17" fmla="*/ 28325 h 153045"/>
                <a:gd name="csX18" fmla="*/ 98593 w 122071"/>
                <a:gd name="csY18" fmla="*/ 55351 h 153045"/>
                <a:gd name="csX19" fmla="*/ 98593 w 122071"/>
                <a:gd name="csY19" fmla="*/ 64765 h 153045"/>
                <a:gd name="csX20" fmla="*/ 88876 w 122071"/>
                <a:gd name="csY20" fmla="*/ 64765 h 153045"/>
                <a:gd name="csX21" fmla="*/ 36039 w 122071"/>
                <a:gd name="csY21" fmla="*/ 69016 h 153045"/>
                <a:gd name="csX22" fmla="*/ 8406 w 122071"/>
                <a:gd name="csY22" fmla="*/ 82377 h 153045"/>
                <a:gd name="csX23" fmla="*/ 207 w 122071"/>
                <a:gd name="csY23" fmla="*/ 107884 h 153045"/>
                <a:gd name="csX24" fmla="*/ 7191 w 122071"/>
                <a:gd name="csY24" fmla="*/ 130963 h 153045"/>
                <a:gd name="csX25" fmla="*/ 26018 w 122071"/>
                <a:gd name="csY25" fmla="*/ 147360 h 153045"/>
                <a:gd name="csX26" fmla="*/ 53348 w 122071"/>
                <a:gd name="csY26" fmla="*/ 153130 h 153045"/>
                <a:gd name="csX27" fmla="*/ 57295 w 122071"/>
                <a:gd name="csY27" fmla="*/ 134607 h 153045"/>
                <a:gd name="csX28" fmla="*/ 33610 w 122071"/>
                <a:gd name="csY28" fmla="*/ 126711 h 153045"/>
                <a:gd name="csX29" fmla="*/ 25107 w 122071"/>
                <a:gd name="csY29" fmla="*/ 106366 h 153045"/>
                <a:gd name="csX30" fmla="*/ 30573 w 122071"/>
                <a:gd name="csY30" fmla="*/ 91183 h 153045"/>
                <a:gd name="csX31" fmla="*/ 50311 w 122071"/>
                <a:gd name="csY31" fmla="*/ 83288 h 153045"/>
                <a:gd name="csX32" fmla="*/ 89180 w 122071"/>
                <a:gd name="csY32" fmla="*/ 80859 h 153045"/>
                <a:gd name="csX33" fmla="*/ 98593 w 122071"/>
                <a:gd name="csY33" fmla="*/ 80859 h 153045"/>
                <a:gd name="csX34" fmla="*/ 98593 w 122071"/>
                <a:gd name="csY34" fmla="*/ 89968 h 153045"/>
                <a:gd name="csX35" fmla="*/ 87054 w 122071"/>
                <a:gd name="csY35" fmla="*/ 122157 h 153045"/>
                <a:gd name="csX36" fmla="*/ 57295 w 122071"/>
                <a:gd name="csY36" fmla="*/ 134607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071" h="153045">
                  <a:moveTo>
                    <a:pt x="53348" y="153130"/>
                  </a:moveTo>
                  <a:cubicBezTo>
                    <a:pt x="63976" y="153130"/>
                    <a:pt x="73389" y="150701"/>
                    <a:pt x="81285" y="145538"/>
                  </a:cubicBezTo>
                  <a:cubicBezTo>
                    <a:pt x="89180" y="140680"/>
                    <a:pt x="95253" y="133696"/>
                    <a:pt x="99201" y="124889"/>
                  </a:cubicBezTo>
                  <a:lnTo>
                    <a:pt x="99201" y="139769"/>
                  </a:lnTo>
                  <a:cubicBezTo>
                    <a:pt x="99201" y="148271"/>
                    <a:pt x="103148" y="152523"/>
                    <a:pt x="111043" y="152523"/>
                  </a:cubicBezTo>
                  <a:cubicBezTo>
                    <a:pt x="118331" y="152523"/>
                    <a:pt x="122279" y="148271"/>
                    <a:pt x="122279" y="139769"/>
                  </a:cubicBezTo>
                  <a:lnTo>
                    <a:pt x="122279" y="57477"/>
                  </a:lnTo>
                  <a:cubicBezTo>
                    <a:pt x="122279" y="38042"/>
                    <a:pt x="117420" y="23467"/>
                    <a:pt x="108310" y="14053"/>
                  </a:cubicBezTo>
                  <a:cubicBezTo>
                    <a:pt x="99201" y="4943"/>
                    <a:pt x="84928" y="85"/>
                    <a:pt x="66101" y="85"/>
                  </a:cubicBezTo>
                  <a:cubicBezTo>
                    <a:pt x="58206" y="85"/>
                    <a:pt x="49704" y="1299"/>
                    <a:pt x="40898" y="3121"/>
                  </a:cubicBezTo>
                  <a:cubicBezTo>
                    <a:pt x="32091" y="5247"/>
                    <a:pt x="23285" y="8587"/>
                    <a:pt x="14783" y="12838"/>
                  </a:cubicBezTo>
                  <a:cubicBezTo>
                    <a:pt x="11746" y="14357"/>
                    <a:pt x="9620" y="16482"/>
                    <a:pt x="8710" y="19215"/>
                  </a:cubicBezTo>
                  <a:cubicBezTo>
                    <a:pt x="7799" y="21948"/>
                    <a:pt x="7799" y="24681"/>
                    <a:pt x="8710" y="27111"/>
                  </a:cubicBezTo>
                  <a:cubicBezTo>
                    <a:pt x="9620" y="29540"/>
                    <a:pt x="11139" y="31362"/>
                    <a:pt x="13568" y="32576"/>
                  </a:cubicBezTo>
                  <a:cubicBezTo>
                    <a:pt x="15997" y="33791"/>
                    <a:pt x="18730" y="33184"/>
                    <a:pt x="22374" y="31362"/>
                  </a:cubicBezTo>
                  <a:cubicBezTo>
                    <a:pt x="29966" y="27414"/>
                    <a:pt x="37254" y="24378"/>
                    <a:pt x="44542" y="22556"/>
                  </a:cubicBezTo>
                  <a:cubicBezTo>
                    <a:pt x="51829" y="20734"/>
                    <a:pt x="58814" y="19823"/>
                    <a:pt x="66101" y="19823"/>
                  </a:cubicBezTo>
                  <a:cubicBezTo>
                    <a:pt x="77337" y="19823"/>
                    <a:pt x="85536" y="22859"/>
                    <a:pt x="90698" y="28325"/>
                  </a:cubicBezTo>
                  <a:cubicBezTo>
                    <a:pt x="95860" y="33791"/>
                    <a:pt x="98593" y="42901"/>
                    <a:pt x="98593" y="55351"/>
                  </a:cubicBezTo>
                  <a:lnTo>
                    <a:pt x="98593" y="64765"/>
                  </a:lnTo>
                  <a:lnTo>
                    <a:pt x="88876" y="64765"/>
                  </a:lnTo>
                  <a:cubicBezTo>
                    <a:pt x="66405" y="64765"/>
                    <a:pt x="48793" y="66283"/>
                    <a:pt x="36039" y="69016"/>
                  </a:cubicBezTo>
                  <a:cubicBezTo>
                    <a:pt x="23285" y="71749"/>
                    <a:pt x="13872" y="76304"/>
                    <a:pt x="8406" y="82377"/>
                  </a:cubicBezTo>
                  <a:cubicBezTo>
                    <a:pt x="2940" y="88754"/>
                    <a:pt x="207" y="97256"/>
                    <a:pt x="207" y="107884"/>
                  </a:cubicBezTo>
                  <a:cubicBezTo>
                    <a:pt x="207" y="116387"/>
                    <a:pt x="2333" y="124282"/>
                    <a:pt x="7191" y="130963"/>
                  </a:cubicBezTo>
                  <a:cubicBezTo>
                    <a:pt x="11746" y="137947"/>
                    <a:pt x="18123" y="143413"/>
                    <a:pt x="26018" y="147360"/>
                  </a:cubicBezTo>
                  <a:cubicBezTo>
                    <a:pt x="33913" y="151308"/>
                    <a:pt x="43023" y="153130"/>
                    <a:pt x="53348" y="153130"/>
                  </a:cubicBezTo>
                  <a:close/>
                  <a:moveTo>
                    <a:pt x="57295" y="134607"/>
                  </a:moveTo>
                  <a:cubicBezTo>
                    <a:pt x="47274" y="134607"/>
                    <a:pt x="39379" y="132177"/>
                    <a:pt x="33610" y="126711"/>
                  </a:cubicBezTo>
                  <a:cubicBezTo>
                    <a:pt x="27840" y="121549"/>
                    <a:pt x="25107" y="114869"/>
                    <a:pt x="25107" y="106366"/>
                  </a:cubicBezTo>
                  <a:cubicBezTo>
                    <a:pt x="25107" y="99989"/>
                    <a:pt x="26929" y="94827"/>
                    <a:pt x="30573" y="91183"/>
                  </a:cubicBezTo>
                  <a:cubicBezTo>
                    <a:pt x="34217" y="87539"/>
                    <a:pt x="40898" y="84806"/>
                    <a:pt x="50311" y="83288"/>
                  </a:cubicBezTo>
                  <a:cubicBezTo>
                    <a:pt x="59725" y="81770"/>
                    <a:pt x="72782" y="80859"/>
                    <a:pt x="89180" y="80859"/>
                  </a:cubicBezTo>
                  <a:lnTo>
                    <a:pt x="98593" y="80859"/>
                  </a:lnTo>
                  <a:lnTo>
                    <a:pt x="98593" y="89968"/>
                  </a:lnTo>
                  <a:cubicBezTo>
                    <a:pt x="98593" y="103026"/>
                    <a:pt x="94646" y="113654"/>
                    <a:pt x="87054" y="122157"/>
                  </a:cubicBezTo>
                  <a:cubicBezTo>
                    <a:pt x="79159" y="130659"/>
                    <a:pt x="69442" y="134607"/>
                    <a:pt x="57295" y="134607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7312FAE1-4708-7005-B29F-9462FBE9834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3502724" y="7770097"/>
              <a:ext cx="139987" cy="218939"/>
            </a:xfrm>
            <a:custGeom>
              <a:avLst/>
              <a:gdLst>
                <a:gd name="csX0" fmla="*/ 74916 w 139987"/>
                <a:gd name="csY0" fmla="*/ 219024 h 218939"/>
                <a:gd name="csX1" fmla="*/ 109229 w 139987"/>
                <a:gd name="csY1" fmla="*/ 209611 h 218939"/>
                <a:gd name="csX2" fmla="*/ 132004 w 139987"/>
                <a:gd name="csY2" fmla="*/ 183192 h 218939"/>
                <a:gd name="csX3" fmla="*/ 140203 w 139987"/>
                <a:gd name="csY3" fmla="*/ 142502 h 218939"/>
                <a:gd name="csX4" fmla="*/ 132004 w 139987"/>
                <a:gd name="csY4" fmla="*/ 101811 h 218939"/>
                <a:gd name="csX5" fmla="*/ 109229 w 139987"/>
                <a:gd name="csY5" fmla="*/ 75393 h 218939"/>
                <a:gd name="csX6" fmla="*/ 74916 w 139987"/>
                <a:gd name="csY6" fmla="*/ 65979 h 218939"/>
                <a:gd name="csX7" fmla="*/ 44549 w 139987"/>
                <a:gd name="csY7" fmla="*/ 73571 h 218939"/>
                <a:gd name="csX8" fmla="*/ 24811 w 139987"/>
                <a:gd name="csY8" fmla="*/ 94220 h 218939"/>
                <a:gd name="csX9" fmla="*/ 24811 w 139987"/>
                <a:gd name="csY9" fmla="*/ 12535 h 218939"/>
                <a:gd name="csX10" fmla="*/ 12361 w 139987"/>
                <a:gd name="csY10" fmla="*/ 85 h 218939"/>
                <a:gd name="csX11" fmla="*/ 215 w 139987"/>
                <a:gd name="csY11" fmla="*/ 12535 h 218939"/>
                <a:gd name="csX12" fmla="*/ 215 w 139987"/>
                <a:gd name="csY12" fmla="*/ 205663 h 218939"/>
                <a:gd name="csX13" fmla="*/ 12361 w 139987"/>
                <a:gd name="csY13" fmla="*/ 218417 h 218939"/>
                <a:gd name="csX14" fmla="*/ 24508 w 139987"/>
                <a:gd name="csY14" fmla="*/ 205663 h 218939"/>
                <a:gd name="csX15" fmla="*/ 24508 w 139987"/>
                <a:gd name="csY15" fmla="*/ 189873 h 218939"/>
                <a:gd name="csX16" fmla="*/ 44246 w 139987"/>
                <a:gd name="csY16" fmla="*/ 211433 h 218939"/>
                <a:gd name="csX17" fmla="*/ 74916 w 139987"/>
                <a:gd name="csY17" fmla="*/ 219024 h 218939"/>
                <a:gd name="csX18" fmla="*/ 69753 w 139987"/>
                <a:gd name="csY18" fmla="*/ 199286 h 218939"/>
                <a:gd name="csX19" fmla="*/ 36654 w 139987"/>
                <a:gd name="csY19" fmla="*/ 184711 h 218939"/>
                <a:gd name="csX20" fmla="*/ 24204 w 139987"/>
                <a:gd name="csY20" fmla="*/ 142502 h 218939"/>
                <a:gd name="csX21" fmla="*/ 36654 w 139987"/>
                <a:gd name="csY21" fmla="*/ 100293 h 218939"/>
                <a:gd name="csX22" fmla="*/ 69753 w 139987"/>
                <a:gd name="csY22" fmla="*/ 85717 h 218939"/>
                <a:gd name="csX23" fmla="*/ 102852 w 139987"/>
                <a:gd name="csY23" fmla="*/ 100293 h 218939"/>
                <a:gd name="csX24" fmla="*/ 115302 w 139987"/>
                <a:gd name="csY24" fmla="*/ 142502 h 218939"/>
                <a:gd name="csX25" fmla="*/ 102852 w 139987"/>
                <a:gd name="csY25" fmla="*/ 184711 h 218939"/>
                <a:gd name="csX26" fmla="*/ 69753 w 139987"/>
                <a:gd name="csY26" fmla="*/ 199286 h 218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39987" h="218939">
                  <a:moveTo>
                    <a:pt x="74916" y="219024"/>
                  </a:moveTo>
                  <a:cubicBezTo>
                    <a:pt x="87973" y="219024"/>
                    <a:pt x="99512" y="215988"/>
                    <a:pt x="109229" y="209611"/>
                  </a:cubicBezTo>
                  <a:cubicBezTo>
                    <a:pt x="118946" y="203538"/>
                    <a:pt x="126538" y="194732"/>
                    <a:pt x="132004" y="183192"/>
                  </a:cubicBezTo>
                  <a:cubicBezTo>
                    <a:pt x="137470" y="171653"/>
                    <a:pt x="140203" y="158292"/>
                    <a:pt x="140203" y="142502"/>
                  </a:cubicBezTo>
                  <a:cubicBezTo>
                    <a:pt x="140203" y="126711"/>
                    <a:pt x="137470" y="113350"/>
                    <a:pt x="132004" y="101811"/>
                  </a:cubicBezTo>
                  <a:cubicBezTo>
                    <a:pt x="126538" y="90272"/>
                    <a:pt x="118946" y="81466"/>
                    <a:pt x="109229" y="75393"/>
                  </a:cubicBezTo>
                  <a:cubicBezTo>
                    <a:pt x="99512" y="69319"/>
                    <a:pt x="87973" y="65979"/>
                    <a:pt x="74916" y="65979"/>
                  </a:cubicBezTo>
                  <a:cubicBezTo>
                    <a:pt x="63376" y="65979"/>
                    <a:pt x="53356" y="68712"/>
                    <a:pt x="44549" y="73571"/>
                  </a:cubicBezTo>
                  <a:cubicBezTo>
                    <a:pt x="35440" y="78733"/>
                    <a:pt x="29063" y="85717"/>
                    <a:pt x="24811" y="94220"/>
                  </a:cubicBezTo>
                  <a:lnTo>
                    <a:pt x="24811" y="12535"/>
                  </a:lnTo>
                  <a:cubicBezTo>
                    <a:pt x="24811" y="4336"/>
                    <a:pt x="20560" y="85"/>
                    <a:pt x="12361" y="85"/>
                  </a:cubicBezTo>
                  <a:cubicBezTo>
                    <a:pt x="4162" y="85"/>
                    <a:pt x="215" y="4336"/>
                    <a:pt x="215" y="12535"/>
                  </a:cubicBezTo>
                  <a:lnTo>
                    <a:pt x="215" y="205663"/>
                  </a:lnTo>
                  <a:cubicBezTo>
                    <a:pt x="215" y="214166"/>
                    <a:pt x="4162" y="218417"/>
                    <a:pt x="12361" y="218417"/>
                  </a:cubicBezTo>
                  <a:cubicBezTo>
                    <a:pt x="20257" y="218417"/>
                    <a:pt x="24508" y="214166"/>
                    <a:pt x="24508" y="205663"/>
                  </a:cubicBezTo>
                  <a:lnTo>
                    <a:pt x="24508" y="189873"/>
                  </a:lnTo>
                  <a:cubicBezTo>
                    <a:pt x="28759" y="198983"/>
                    <a:pt x="35136" y="206271"/>
                    <a:pt x="44246" y="211433"/>
                  </a:cubicBezTo>
                  <a:cubicBezTo>
                    <a:pt x="53052" y="216595"/>
                    <a:pt x="63376" y="219024"/>
                    <a:pt x="74916" y="219024"/>
                  </a:cubicBezTo>
                  <a:close/>
                  <a:moveTo>
                    <a:pt x="69753" y="199286"/>
                  </a:moveTo>
                  <a:cubicBezTo>
                    <a:pt x="55785" y="199286"/>
                    <a:pt x="44853" y="194428"/>
                    <a:pt x="36654" y="184711"/>
                  </a:cubicBezTo>
                  <a:cubicBezTo>
                    <a:pt x="28152" y="174994"/>
                    <a:pt x="24204" y="160722"/>
                    <a:pt x="24204" y="142502"/>
                  </a:cubicBezTo>
                  <a:cubicBezTo>
                    <a:pt x="24204" y="124282"/>
                    <a:pt x="28152" y="110010"/>
                    <a:pt x="36654" y="100293"/>
                  </a:cubicBezTo>
                  <a:cubicBezTo>
                    <a:pt x="44853" y="90576"/>
                    <a:pt x="55785" y="85717"/>
                    <a:pt x="69753" y="85717"/>
                  </a:cubicBezTo>
                  <a:cubicBezTo>
                    <a:pt x="83418" y="85717"/>
                    <a:pt x="94350" y="90576"/>
                    <a:pt x="102852" y="100293"/>
                  </a:cubicBezTo>
                  <a:cubicBezTo>
                    <a:pt x="111051" y="110010"/>
                    <a:pt x="115302" y="124282"/>
                    <a:pt x="115302" y="142502"/>
                  </a:cubicBezTo>
                  <a:cubicBezTo>
                    <a:pt x="115302" y="160721"/>
                    <a:pt x="111051" y="174994"/>
                    <a:pt x="102852" y="184711"/>
                  </a:cubicBezTo>
                  <a:cubicBezTo>
                    <a:pt x="94350" y="194428"/>
                    <a:pt x="83418" y="199286"/>
                    <a:pt x="69753" y="199286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80C4C27C-D1B7-FB81-73A7-06F8D625137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3673078" y="7835992"/>
              <a:ext cx="122071" cy="153045"/>
            </a:xfrm>
            <a:custGeom>
              <a:avLst/>
              <a:gdLst>
                <a:gd name="csX0" fmla="*/ 53361 w 122071"/>
                <a:gd name="csY0" fmla="*/ 153130 h 153045"/>
                <a:gd name="csX1" fmla="*/ 81298 w 122071"/>
                <a:gd name="csY1" fmla="*/ 145538 h 153045"/>
                <a:gd name="csX2" fmla="*/ 99214 w 122071"/>
                <a:gd name="csY2" fmla="*/ 124889 h 153045"/>
                <a:gd name="csX3" fmla="*/ 99214 w 122071"/>
                <a:gd name="csY3" fmla="*/ 139769 h 153045"/>
                <a:gd name="csX4" fmla="*/ 111057 w 122071"/>
                <a:gd name="csY4" fmla="*/ 152523 h 153045"/>
                <a:gd name="csX5" fmla="*/ 122292 w 122071"/>
                <a:gd name="csY5" fmla="*/ 139769 h 153045"/>
                <a:gd name="csX6" fmla="*/ 122292 w 122071"/>
                <a:gd name="csY6" fmla="*/ 57477 h 153045"/>
                <a:gd name="csX7" fmla="*/ 108324 w 122071"/>
                <a:gd name="csY7" fmla="*/ 14053 h 153045"/>
                <a:gd name="csX8" fmla="*/ 66115 w 122071"/>
                <a:gd name="csY8" fmla="*/ 85 h 153045"/>
                <a:gd name="csX9" fmla="*/ 40911 w 122071"/>
                <a:gd name="csY9" fmla="*/ 3121 h 153045"/>
                <a:gd name="csX10" fmla="*/ 14796 w 122071"/>
                <a:gd name="csY10" fmla="*/ 12838 h 153045"/>
                <a:gd name="csX11" fmla="*/ 8723 w 122071"/>
                <a:gd name="csY11" fmla="*/ 19215 h 153045"/>
                <a:gd name="csX12" fmla="*/ 8723 w 122071"/>
                <a:gd name="csY12" fmla="*/ 27111 h 153045"/>
                <a:gd name="csX13" fmla="*/ 13582 w 122071"/>
                <a:gd name="csY13" fmla="*/ 32576 h 153045"/>
                <a:gd name="csX14" fmla="*/ 22388 w 122071"/>
                <a:gd name="csY14" fmla="*/ 31362 h 153045"/>
                <a:gd name="csX15" fmla="*/ 44555 w 122071"/>
                <a:gd name="csY15" fmla="*/ 22556 h 153045"/>
                <a:gd name="csX16" fmla="*/ 66115 w 122071"/>
                <a:gd name="csY16" fmla="*/ 19823 h 153045"/>
                <a:gd name="csX17" fmla="*/ 90712 w 122071"/>
                <a:gd name="csY17" fmla="*/ 28325 h 153045"/>
                <a:gd name="csX18" fmla="*/ 98607 w 122071"/>
                <a:gd name="csY18" fmla="*/ 55351 h 153045"/>
                <a:gd name="csX19" fmla="*/ 98607 w 122071"/>
                <a:gd name="csY19" fmla="*/ 64765 h 153045"/>
                <a:gd name="csX20" fmla="*/ 88890 w 122071"/>
                <a:gd name="csY20" fmla="*/ 64765 h 153045"/>
                <a:gd name="csX21" fmla="*/ 36053 w 122071"/>
                <a:gd name="csY21" fmla="*/ 69016 h 153045"/>
                <a:gd name="csX22" fmla="*/ 8420 w 122071"/>
                <a:gd name="csY22" fmla="*/ 82377 h 153045"/>
                <a:gd name="csX23" fmla="*/ 221 w 122071"/>
                <a:gd name="csY23" fmla="*/ 107884 h 153045"/>
                <a:gd name="csX24" fmla="*/ 7205 w 122071"/>
                <a:gd name="csY24" fmla="*/ 130963 h 153045"/>
                <a:gd name="csX25" fmla="*/ 26032 w 122071"/>
                <a:gd name="csY25" fmla="*/ 147360 h 153045"/>
                <a:gd name="csX26" fmla="*/ 53361 w 122071"/>
                <a:gd name="csY26" fmla="*/ 153130 h 153045"/>
                <a:gd name="csX27" fmla="*/ 57309 w 122071"/>
                <a:gd name="csY27" fmla="*/ 134607 h 153045"/>
                <a:gd name="csX28" fmla="*/ 33623 w 122071"/>
                <a:gd name="csY28" fmla="*/ 126711 h 153045"/>
                <a:gd name="csX29" fmla="*/ 25121 w 122071"/>
                <a:gd name="csY29" fmla="*/ 106366 h 153045"/>
                <a:gd name="csX30" fmla="*/ 30587 w 122071"/>
                <a:gd name="csY30" fmla="*/ 91183 h 153045"/>
                <a:gd name="csX31" fmla="*/ 50325 w 122071"/>
                <a:gd name="csY31" fmla="*/ 83288 h 153045"/>
                <a:gd name="csX32" fmla="*/ 89193 w 122071"/>
                <a:gd name="csY32" fmla="*/ 80859 h 153045"/>
                <a:gd name="csX33" fmla="*/ 98607 w 122071"/>
                <a:gd name="csY33" fmla="*/ 80859 h 153045"/>
                <a:gd name="csX34" fmla="*/ 98607 w 122071"/>
                <a:gd name="csY34" fmla="*/ 89968 h 153045"/>
                <a:gd name="csX35" fmla="*/ 87068 w 122071"/>
                <a:gd name="csY35" fmla="*/ 122157 h 153045"/>
                <a:gd name="csX36" fmla="*/ 57309 w 122071"/>
                <a:gd name="csY36" fmla="*/ 134607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071" h="153045">
                  <a:moveTo>
                    <a:pt x="53361" y="153130"/>
                  </a:moveTo>
                  <a:cubicBezTo>
                    <a:pt x="63990" y="153130"/>
                    <a:pt x="73403" y="150701"/>
                    <a:pt x="81298" y="145538"/>
                  </a:cubicBezTo>
                  <a:cubicBezTo>
                    <a:pt x="89193" y="140680"/>
                    <a:pt x="95267" y="133696"/>
                    <a:pt x="99214" y="124889"/>
                  </a:cubicBezTo>
                  <a:lnTo>
                    <a:pt x="99214" y="139769"/>
                  </a:lnTo>
                  <a:cubicBezTo>
                    <a:pt x="99214" y="148271"/>
                    <a:pt x="103162" y="152523"/>
                    <a:pt x="111057" y="152523"/>
                  </a:cubicBezTo>
                  <a:cubicBezTo>
                    <a:pt x="118345" y="152523"/>
                    <a:pt x="122292" y="148271"/>
                    <a:pt x="122292" y="139769"/>
                  </a:cubicBezTo>
                  <a:lnTo>
                    <a:pt x="122292" y="57477"/>
                  </a:lnTo>
                  <a:cubicBezTo>
                    <a:pt x="122292" y="38042"/>
                    <a:pt x="117434" y="23467"/>
                    <a:pt x="108324" y="14053"/>
                  </a:cubicBezTo>
                  <a:cubicBezTo>
                    <a:pt x="99214" y="4943"/>
                    <a:pt x="84942" y="85"/>
                    <a:pt x="66115" y="85"/>
                  </a:cubicBezTo>
                  <a:cubicBezTo>
                    <a:pt x="58220" y="85"/>
                    <a:pt x="49717" y="1299"/>
                    <a:pt x="40911" y="3121"/>
                  </a:cubicBezTo>
                  <a:cubicBezTo>
                    <a:pt x="32105" y="5247"/>
                    <a:pt x="23299" y="8587"/>
                    <a:pt x="14796" y="12838"/>
                  </a:cubicBezTo>
                  <a:cubicBezTo>
                    <a:pt x="11760" y="14357"/>
                    <a:pt x="9634" y="16482"/>
                    <a:pt x="8723" y="19215"/>
                  </a:cubicBezTo>
                  <a:cubicBezTo>
                    <a:pt x="7812" y="21948"/>
                    <a:pt x="7812" y="24681"/>
                    <a:pt x="8723" y="27111"/>
                  </a:cubicBezTo>
                  <a:cubicBezTo>
                    <a:pt x="9634" y="29540"/>
                    <a:pt x="11152" y="31362"/>
                    <a:pt x="13582" y="32576"/>
                  </a:cubicBezTo>
                  <a:cubicBezTo>
                    <a:pt x="16011" y="33791"/>
                    <a:pt x="18744" y="33184"/>
                    <a:pt x="22388" y="31362"/>
                  </a:cubicBezTo>
                  <a:cubicBezTo>
                    <a:pt x="29979" y="27414"/>
                    <a:pt x="37267" y="24378"/>
                    <a:pt x="44555" y="22556"/>
                  </a:cubicBezTo>
                  <a:cubicBezTo>
                    <a:pt x="51843" y="20734"/>
                    <a:pt x="58827" y="19823"/>
                    <a:pt x="66115" y="19823"/>
                  </a:cubicBezTo>
                  <a:cubicBezTo>
                    <a:pt x="77351" y="19823"/>
                    <a:pt x="85549" y="22859"/>
                    <a:pt x="90712" y="28325"/>
                  </a:cubicBezTo>
                  <a:cubicBezTo>
                    <a:pt x="95874" y="33791"/>
                    <a:pt x="98607" y="42901"/>
                    <a:pt x="98607" y="55351"/>
                  </a:cubicBezTo>
                  <a:lnTo>
                    <a:pt x="98607" y="64765"/>
                  </a:lnTo>
                  <a:lnTo>
                    <a:pt x="88890" y="64765"/>
                  </a:lnTo>
                  <a:cubicBezTo>
                    <a:pt x="66419" y="64765"/>
                    <a:pt x="48806" y="66283"/>
                    <a:pt x="36053" y="69016"/>
                  </a:cubicBezTo>
                  <a:cubicBezTo>
                    <a:pt x="23299" y="71749"/>
                    <a:pt x="13885" y="76304"/>
                    <a:pt x="8420" y="82377"/>
                  </a:cubicBezTo>
                  <a:cubicBezTo>
                    <a:pt x="2954" y="88754"/>
                    <a:pt x="221" y="97256"/>
                    <a:pt x="221" y="107884"/>
                  </a:cubicBezTo>
                  <a:cubicBezTo>
                    <a:pt x="221" y="116387"/>
                    <a:pt x="2346" y="124282"/>
                    <a:pt x="7205" y="130963"/>
                  </a:cubicBezTo>
                  <a:cubicBezTo>
                    <a:pt x="11760" y="137947"/>
                    <a:pt x="18137" y="143413"/>
                    <a:pt x="26032" y="147360"/>
                  </a:cubicBezTo>
                  <a:cubicBezTo>
                    <a:pt x="33927" y="151308"/>
                    <a:pt x="43037" y="153130"/>
                    <a:pt x="53361" y="153130"/>
                  </a:cubicBezTo>
                  <a:close/>
                  <a:moveTo>
                    <a:pt x="57309" y="134607"/>
                  </a:moveTo>
                  <a:cubicBezTo>
                    <a:pt x="47288" y="134607"/>
                    <a:pt x="39393" y="132177"/>
                    <a:pt x="33623" y="126711"/>
                  </a:cubicBezTo>
                  <a:cubicBezTo>
                    <a:pt x="27854" y="121549"/>
                    <a:pt x="25121" y="114869"/>
                    <a:pt x="25121" y="106366"/>
                  </a:cubicBezTo>
                  <a:cubicBezTo>
                    <a:pt x="25121" y="99989"/>
                    <a:pt x="26943" y="94827"/>
                    <a:pt x="30587" y="91183"/>
                  </a:cubicBezTo>
                  <a:cubicBezTo>
                    <a:pt x="34231" y="87539"/>
                    <a:pt x="40911" y="84806"/>
                    <a:pt x="50325" y="83288"/>
                  </a:cubicBezTo>
                  <a:cubicBezTo>
                    <a:pt x="59738" y="81770"/>
                    <a:pt x="72796" y="80859"/>
                    <a:pt x="89193" y="80859"/>
                  </a:cubicBezTo>
                  <a:lnTo>
                    <a:pt x="98607" y="80859"/>
                  </a:lnTo>
                  <a:lnTo>
                    <a:pt x="98607" y="89968"/>
                  </a:lnTo>
                  <a:cubicBezTo>
                    <a:pt x="98607" y="103026"/>
                    <a:pt x="94659" y="113654"/>
                    <a:pt x="87068" y="122157"/>
                  </a:cubicBezTo>
                  <a:cubicBezTo>
                    <a:pt x="79173" y="130659"/>
                    <a:pt x="69455" y="134607"/>
                    <a:pt x="57309" y="134607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87B6C6E4-3007-907C-B262-3165EF45827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3831589" y="7835992"/>
              <a:ext cx="120380" cy="153045"/>
            </a:xfrm>
            <a:custGeom>
              <a:avLst/>
              <a:gdLst>
                <a:gd name="csX0" fmla="*/ 71890 w 120380"/>
                <a:gd name="csY0" fmla="*/ 153130 h 153045"/>
                <a:gd name="csX1" fmla="*/ 94361 w 120380"/>
                <a:gd name="csY1" fmla="*/ 149790 h 153045"/>
                <a:gd name="csX2" fmla="*/ 115617 w 120380"/>
                <a:gd name="csY2" fmla="*/ 138251 h 153045"/>
                <a:gd name="csX3" fmla="*/ 119868 w 120380"/>
                <a:gd name="csY3" fmla="*/ 129444 h 153045"/>
                <a:gd name="csX4" fmla="*/ 115314 w 120380"/>
                <a:gd name="csY4" fmla="*/ 121246 h 153045"/>
                <a:gd name="csX5" fmla="*/ 105293 w 120380"/>
                <a:gd name="csY5" fmla="*/ 122157 h 153045"/>
                <a:gd name="csX6" fmla="*/ 88895 w 120380"/>
                <a:gd name="csY6" fmla="*/ 130659 h 153045"/>
                <a:gd name="csX7" fmla="*/ 73408 w 120380"/>
                <a:gd name="csY7" fmla="*/ 133088 h 153045"/>
                <a:gd name="csX8" fmla="*/ 37880 w 120380"/>
                <a:gd name="csY8" fmla="*/ 117905 h 153045"/>
                <a:gd name="csX9" fmla="*/ 25430 w 120380"/>
                <a:gd name="csY9" fmla="*/ 76000 h 153045"/>
                <a:gd name="csX10" fmla="*/ 37880 w 120380"/>
                <a:gd name="csY10" fmla="*/ 34702 h 153045"/>
                <a:gd name="csX11" fmla="*/ 73408 w 120380"/>
                <a:gd name="csY11" fmla="*/ 20126 h 153045"/>
                <a:gd name="csX12" fmla="*/ 88895 w 120380"/>
                <a:gd name="csY12" fmla="*/ 22556 h 153045"/>
                <a:gd name="csX13" fmla="*/ 105293 w 120380"/>
                <a:gd name="csY13" fmla="*/ 31058 h 153045"/>
                <a:gd name="csX14" fmla="*/ 115314 w 120380"/>
                <a:gd name="csY14" fmla="*/ 32273 h 153045"/>
                <a:gd name="csX15" fmla="*/ 120476 w 120380"/>
                <a:gd name="csY15" fmla="*/ 24074 h 153045"/>
                <a:gd name="csX16" fmla="*/ 116225 w 120380"/>
                <a:gd name="csY16" fmla="*/ 14964 h 153045"/>
                <a:gd name="csX17" fmla="*/ 94665 w 120380"/>
                <a:gd name="csY17" fmla="*/ 3729 h 153045"/>
                <a:gd name="csX18" fmla="*/ 71890 w 120380"/>
                <a:gd name="csY18" fmla="*/ 85 h 153045"/>
                <a:gd name="csX19" fmla="*/ 19357 w 120380"/>
                <a:gd name="csY19" fmla="*/ 20430 h 153045"/>
                <a:gd name="csX20" fmla="*/ 226 w 120380"/>
                <a:gd name="csY20" fmla="*/ 75696 h 153045"/>
                <a:gd name="csX21" fmla="*/ 8728 w 120380"/>
                <a:gd name="csY21" fmla="*/ 116691 h 153045"/>
                <a:gd name="csX22" fmla="*/ 33629 w 120380"/>
                <a:gd name="csY22" fmla="*/ 143716 h 153045"/>
                <a:gd name="csX23" fmla="*/ 71890 w 120380"/>
                <a:gd name="csY23" fmla="*/ 153130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20380" h="153045">
                  <a:moveTo>
                    <a:pt x="71890" y="153130"/>
                  </a:moveTo>
                  <a:cubicBezTo>
                    <a:pt x="79178" y="153130"/>
                    <a:pt x="86466" y="152219"/>
                    <a:pt x="94361" y="149790"/>
                  </a:cubicBezTo>
                  <a:cubicBezTo>
                    <a:pt x="101952" y="147360"/>
                    <a:pt x="108937" y="143716"/>
                    <a:pt x="115617" y="138251"/>
                  </a:cubicBezTo>
                  <a:cubicBezTo>
                    <a:pt x="118654" y="136125"/>
                    <a:pt x="120172" y="133088"/>
                    <a:pt x="119868" y="129444"/>
                  </a:cubicBezTo>
                  <a:cubicBezTo>
                    <a:pt x="119565" y="125800"/>
                    <a:pt x="118047" y="123067"/>
                    <a:pt x="115314" y="121246"/>
                  </a:cubicBezTo>
                  <a:cubicBezTo>
                    <a:pt x="112277" y="119424"/>
                    <a:pt x="108937" y="119727"/>
                    <a:pt x="105293" y="122157"/>
                  </a:cubicBezTo>
                  <a:cubicBezTo>
                    <a:pt x="99827" y="126408"/>
                    <a:pt x="94361" y="129141"/>
                    <a:pt x="88895" y="130659"/>
                  </a:cubicBezTo>
                  <a:cubicBezTo>
                    <a:pt x="83429" y="132481"/>
                    <a:pt x="78267" y="133088"/>
                    <a:pt x="73408" y="133088"/>
                  </a:cubicBezTo>
                  <a:cubicBezTo>
                    <a:pt x="57922" y="133088"/>
                    <a:pt x="46079" y="128230"/>
                    <a:pt x="37880" y="117905"/>
                  </a:cubicBezTo>
                  <a:cubicBezTo>
                    <a:pt x="29377" y="107581"/>
                    <a:pt x="25430" y="93612"/>
                    <a:pt x="25430" y="76000"/>
                  </a:cubicBezTo>
                  <a:cubicBezTo>
                    <a:pt x="25430" y="58084"/>
                    <a:pt x="29377" y="44419"/>
                    <a:pt x="37880" y="34702"/>
                  </a:cubicBezTo>
                  <a:cubicBezTo>
                    <a:pt x="46079" y="24985"/>
                    <a:pt x="57922" y="20126"/>
                    <a:pt x="73408" y="20126"/>
                  </a:cubicBezTo>
                  <a:cubicBezTo>
                    <a:pt x="78267" y="20126"/>
                    <a:pt x="83429" y="21037"/>
                    <a:pt x="88895" y="22556"/>
                  </a:cubicBezTo>
                  <a:cubicBezTo>
                    <a:pt x="94361" y="24378"/>
                    <a:pt x="99827" y="27111"/>
                    <a:pt x="105293" y="31058"/>
                  </a:cubicBezTo>
                  <a:cubicBezTo>
                    <a:pt x="108937" y="33791"/>
                    <a:pt x="112277" y="34095"/>
                    <a:pt x="115314" y="32273"/>
                  </a:cubicBezTo>
                  <a:cubicBezTo>
                    <a:pt x="118350" y="30451"/>
                    <a:pt x="119868" y="27718"/>
                    <a:pt x="120476" y="24074"/>
                  </a:cubicBezTo>
                  <a:cubicBezTo>
                    <a:pt x="121083" y="20430"/>
                    <a:pt x="119565" y="17393"/>
                    <a:pt x="116225" y="14964"/>
                  </a:cubicBezTo>
                  <a:cubicBezTo>
                    <a:pt x="109544" y="9802"/>
                    <a:pt x="102560" y="6158"/>
                    <a:pt x="94665" y="3729"/>
                  </a:cubicBezTo>
                  <a:cubicBezTo>
                    <a:pt x="86769" y="1299"/>
                    <a:pt x="79178" y="85"/>
                    <a:pt x="71890" y="85"/>
                  </a:cubicBezTo>
                  <a:cubicBezTo>
                    <a:pt x="49419" y="85"/>
                    <a:pt x="32110" y="7069"/>
                    <a:pt x="19357" y="20430"/>
                  </a:cubicBezTo>
                  <a:cubicBezTo>
                    <a:pt x="6603" y="33791"/>
                    <a:pt x="226" y="52314"/>
                    <a:pt x="226" y="75696"/>
                  </a:cubicBezTo>
                  <a:cubicBezTo>
                    <a:pt x="226" y="91487"/>
                    <a:pt x="2959" y="105152"/>
                    <a:pt x="8728" y="116691"/>
                  </a:cubicBezTo>
                  <a:cubicBezTo>
                    <a:pt x="14498" y="128230"/>
                    <a:pt x="22697" y="137340"/>
                    <a:pt x="33629" y="143716"/>
                  </a:cubicBezTo>
                  <a:cubicBezTo>
                    <a:pt x="44257" y="150093"/>
                    <a:pt x="57011" y="153130"/>
                    <a:pt x="71890" y="153130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940B826E-F7AC-3333-D853-0832BA12B39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3981294" y="7770097"/>
              <a:ext cx="119924" cy="218332"/>
            </a:xfrm>
            <a:custGeom>
              <a:avLst/>
              <a:gdLst>
                <a:gd name="csX0" fmla="*/ 12377 w 119924"/>
                <a:gd name="csY0" fmla="*/ 218417 h 218332"/>
                <a:gd name="csX1" fmla="*/ 24827 w 119924"/>
                <a:gd name="csY1" fmla="*/ 205663 h 218332"/>
                <a:gd name="csX2" fmla="*/ 24827 w 119924"/>
                <a:gd name="csY2" fmla="*/ 147057 h 218332"/>
                <a:gd name="csX3" fmla="*/ 25434 w 119924"/>
                <a:gd name="csY3" fmla="*/ 147057 h 218332"/>
                <a:gd name="csX4" fmla="*/ 92847 w 119924"/>
                <a:gd name="csY4" fmla="*/ 209307 h 218332"/>
                <a:gd name="csX5" fmla="*/ 100742 w 119924"/>
                <a:gd name="csY5" fmla="*/ 216292 h 218332"/>
                <a:gd name="csX6" fmla="*/ 109852 w 119924"/>
                <a:gd name="csY6" fmla="*/ 218417 h 218332"/>
                <a:gd name="csX7" fmla="*/ 119266 w 119924"/>
                <a:gd name="csY7" fmla="*/ 212648 h 218332"/>
                <a:gd name="csX8" fmla="*/ 115925 w 119924"/>
                <a:gd name="csY8" fmla="*/ 200805 h 218332"/>
                <a:gd name="csX9" fmla="*/ 50942 w 119924"/>
                <a:gd name="csY9" fmla="*/ 139769 h 218332"/>
                <a:gd name="csX10" fmla="*/ 110156 w 119924"/>
                <a:gd name="csY10" fmla="*/ 83592 h 218332"/>
                <a:gd name="csX11" fmla="*/ 113193 w 119924"/>
                <a:gd name="csY11" fmla="*/ 72356 h 218332"/>
                <a:gd name="csX12" fmla="*/ 103779 w 119924"/>
                <a:gd name="csY12" fmla="*/ 66586 h 218332"/>
                <a:gd name="csX13" fmla="*/ 94973 w 119924"/>
                <a:gd name="csY13" fmla="*/ 68712 h 218332"/>
                <a:gd name="csX14" fmla="*/ 87685 w 119924"/>
                <a:gd name="csY14" fmla="*/ 74785 h 218332"/>
                <a:gd name="csX15" fmla="*/ 25434 w 119924"/>
                <a:gd name="csY15" fmla="*/ 134303 h 218332"/>
                <a:gd name="csX16" fmla="*/ 24827 w 119924"/>
                <a:gd name="csY16" fmla="*/ 134303 h 218332"/>
                <a:gd name="csX17" fmla="*/ 24827 w 119924"/>
                <a:gd name="csY17" fmla="*/ 12535 h 218332"/>
                <a:gd name="csX18" fmla="*/ 12377 w 119924"/>
                <a:gd name="csY18" fmla="*/ 85 h 218332"/>
                <a:gd name="csX19" fmla="*/ 231 w 119924"/>
                <a:gd name="csY19" fmla="*/ 12535 h 218332"/>
                <a:gd name="csX20" fmla="*/ 231 w 119924"/>
                <a:gd name="csY20" fmla="*/ 205663 h 218332"/>
                <a:gd name="csX21" fmla="*/ 12377 w 119924"/>
                <a:gd name="csY21" fmla="*/ 218417 h 218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19924" h="218332">
                  <a:moveTo>
                    <a:pt x="12377" y="218417"/>
                  </a:moveTo>
                  <a:cubicBezTo>
                    <a:pt x="20576" y="218417"/>
                    <a:pt x="24827" y="214166"/>
                    <a:pt x="24827" y="205663"/>
                  </a:cubicBezTo>
                  <a:lnTo>
                    <a:pt x="24827" y="147057"/>
                  </a:lnTo>
                  <a:lnTo>
                    <a:pt x="25434" y="147057"/>
                  </a:lnTo>
                  <a:lnTo>
                    <a:pt x="92847" y="209307"/>
                  </a:lnTo>
                  <a:cubicBezTo>
                    <a:pt x="95884" y="212344"/>
                    <a:pt x="98313" y="214773"/>
                    <a:pt x="100742" y="216292"/>
                  </a:cubicBezTo>
                  <a:cubicBezTo>
                    <a:pt x="103172" y="217810"/>
                    <a:pt x="106208" y="218417"/>
                    <a:pt x="109852" y="218417"/>
                  </a:cubicBezTo>
                  <a:cubicBezTo>
                    <a:pt x="114104" y="218417"/>
                    <a:pt x="117444" y="216595"/>
                    <a:pt x="119266" y="212648"/>
                  </a:cubicBezTo>
                  <a:cubicBezTo>
                    <a:pt x="121088" y="209004"/>
                    <a:pt x="120177" y="205056"/>
                    <a:pt x="115925" y="200805"/>
                  </a:cubicBezTo>
                  <a:lnTo>
                    <a:pt x="50942" y="139769"/>
                  </a:lnTo>
                  <a:lnTo>
                    <a:pt x="110156" y="83592"/>
                  </a:lnTo>
                  <a:cubicBezTo>
                    <a:pt x="113800" y="79948"/>
                    <a:pt x="114711" y="76000"/>
                    <a:pt x="113193" y="72356"/>
                  </a:cubicBezTo>
                  <a:cubicBezTo>
                    <a:pt x="111674" y="68712"/>
                    <a:pt x="108638" y="66586"/>
                    <a:pt x="103779" y="66586"/>
                  </a:cubicBezTo>
                  <a:cubicBezTo>
                    <a:pt x="100135" y="66586"/>
                    <a:pt x="97098" y="67497"/>
                    <a:pt x="94973" y="68712"/>
                  </a:cubicBezTo>
                  <a:cubicBezTo>
                    <a:pt x="92544" y="70230"/>
                    <a:pt x="90114" y="72356"/>
                    <a:pt x="87685" y="74785"/>
                  </a:cubicBezTo>
                  <a:lnTo>
                    <a:pt x="25434" y="134303"/>
                  </a:lnTo>
                  <a:lnTo>
                    <a:pt x="24827" y="134303"/>
                  </a:lnTo>
                  <a:lnTo>
                    <a:pt x="24827" y="12535"/>
                  </a:lnTo>
                  <a:cubicBezTo>
                    <a:pt x="24827" y="4336"/>
                    <a:pt x="20576" y="85"/>
                    <a:pt x="12377" y="85"/>
                  </a:cubicBezTo>
                  <a:cubicBezTo>
                    <a:pt x="4178" y="85"/>
                    <a:pt x="231" y="4336"/>
                    <a:pt x="231" y="12535"/>
                  </a:cubicBezTo>
                  <a:lnTo>
                    <a:pt x="231" y="205663"/>
                  </a:lnTo>
                  <a:cubicBezTo>
                    <a:pt x="231" y="214166"/>
                    <a:pt x="4178" y="218417"/>
                    <a:pt x="12377" y="218417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1C5DC077-7FD9-D24D-1B01-915BCA903FD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4133125" y="7835992"/>
              <a:ext cx="139987" cy="207097"/>
            </a:xfrm>
            <a:custGeom>
              <a:avLst/>
              <a:gdLst>
                <a:gd name="csX0" fmla="*/ 12382 w 139987"/>
                <a:gd name="csY0" fmla="*/ 207182 h 207097"/>
                <a:gd name="csX1" fmla="*/ 24832 w 139987"/>
                <a:gd name="csY1" fmla="*/ 194732 h 207097"/>
                <a:gd name="csX2" fmla="*/ 24832 w 139987"/>
                <a:gd name="csY2" fmla="*/ 124586 h 207097"/>
                <a:gd name="csX3" fmla="*/ 44570 w 139987"/>
                <a:gd name="csY3" fmla="*/ 145538 h 207097"/>
                <a:gd name="csX4" fmla="*/ 74936 w 139987"/>
                <a:gd name="csY4" fmla="*/ 153130 h 207097"/>
                <a:gd name="csX5" fmla="*/ 109250 w 139987"/>
                <a:gd name="csY5" fmla="*/ 143716 h 207097"/>
                <a:gd name="csX6" fmla="*/ 132024 w 139987"/>
                <a:gd name="csY6" fmla="*/ 117298 h 207097"/>
                <a:gd name="csX7" fmla="*/ 140223 w 139987"/>
                <a:gd name="csY7" fmla="*/ 76607 h 207097"/>
                <a:gd name="csX8" fmla="*/ 132024 w 139987"/>
                <a:gd name="csY8" fmla="*/ 35917 h 207097"/>
                <a:gd name="csX9" fmla="*/ 109250 w 139987"/>
                <a:gd name="csY9" fmla="*/ 9498 h 207097"/>
                <a:gd name="csX10" fmla="*/ 74936 w 139987"/>
                <a:gd name="csY10" fmla="*/ 85 h 207097"/>
                <a:gd name="csX11" fmla="*/ 44266 w 139987"/>
                <a:gd name="csY11" fmla="*/ 7980 h 207097"/>
                <a:gd name="csX12" fmla="*/ 24528 w 139987"/>
                <a:gd name="csY12" fmla="*/ 28933 h 207097"/>
                <a:gd name="csX13" fmla="*/ 24528 w 139987"/>
                <a:gd name="csY13" fmla="*/ 13142 h 207097"/>
                <a:gd name="csX14" fmla="*/ 12078 w 139987"/>
                <a:gd name="csY14" fmla="*/ 692 h 207097"/>
                <a:gd name="csX15" fmla="*/ 236 w 139987"/>
                <a:gd name="csY15" fmla="*/ 13142 h 207097"/>
                <a:gd name="csX16" fmla="*/ 236 w 139987"/>
                <a:gd name="csY16" fmla="*/ 194732 h 207097"/>
                <a:gd name="csX17" fmla="*/ 12382 w 139987"/>
                <a:gd name="csY17" fmla="*/ 207182 h 207097"/>
                <a:gd name="csX18" fmla="*/ 69774 w 139987"/>
                <a:gd name="csY18" fmla="*/ 133392 h 207097"/>
                <a:gd name="csX19" fmla="*/ 36675 w 139987"/>
                <a:gd name="csY19" fmla="*/ 118816 h 207097"/>
                <a:gd name="csX20" fmla="*/ 24225 w 139987"/>
                <a:gd name="csY20" fmla="*/ 76607 h 207097"/>
                <a:gd name="csX21" fmla="*/ 36675 w 139987"/>
                <a:gd name="csY21" fmla="*/ 34398 h 207097"/>
                <a:gd name="csX22" fmla="*/ 69774 w 139987"/>
                <a:gd name="csY22" fmla="*/ 19823 h 207097"/>
                <a:gd name="csX23" fmla="*/ 102873 w 139987"/>
                <a:gd name="csY23" fmla="*/ 34398 h 207097"/>
                <a:gd name="csX24" fmla="*/ 115323 w 139987"/>
                <a:gd name="csY24" fmla="*/ 76607 h 207097"/>
                <a:gd name="csX25" fmla="*/ 102873 w 139987"/>
                <a:gd name="csY25" fmla="*/ 118816 h 207097"/>
                <a:gd name="csX26" fmla="*/ 69774 w 139987"/>
                <a:gd name="csY26" fmla="*/ 133392 h 207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39987" h="207097">
                  <a:moveTo>
                    <a:pt x="12382" y="207182"/>
                  </a:moveTo>
                  <a:cubicBezTo>
                    <a:pt x="20581" y="207182"/>
                    <a:pt x="24832" y="203234"/>
                    <a:pt x="24832" y="194732"/>
                  </a:cubicBezTo>
                  <a:lnTo>
                    <a:pt x="24832" y="124586"/>
                  </a:lnTo>
                  <a:cubicBezTo>
                    <a:pt x="29083" y="133696"/>
                    <a:pt x="35460" y="140680"/>
                    <a:pt x="44570" y="145538"/>
                  </a:cubicBezTo>
                  <a:cubicBezTo>
                    <a:pt x="53376" y="150701"/>
                    <a:pt x="63397" y="153130"/>
                    <a:pt x="74936" y="153130"/>
                  </a:cubicBezTo>
                  <a:cubicBezTo>
                    <a:pt x="87994" y="153130"/>
                    <a:pt x="99533" y="150093"/>
                    <a:pt x="109250" y="143716"/>
                  </a:cubicBezTo>
                  <a:cubicBezTo>
                    <a:pt x="118967" y="137643"/>
                    <a:pt x="126559" y="128837"/>
                    <a:pt x="132024" y="117298"/>
                  </a:cubicBezTo>
                  <a:cubicBezTo>
                    <a:pt x="137490" y="105759"/>
                    <a:pt x="140223" y="92398"/>
                    <a:pt x="140223" y="76607"/>
                  </a:cubicBezTo>
                  <a:cubicBezTo>
                    <a:pt x="140223" y="60817"/>
                    <a:pt x="137490" y="47456"/>
                    <a:pt x="132024" y="35917"/>
                  </a:cubicBezTo>
                  <a:cubicBezTo>
                    <a:pt x="126559" y="24378"/>
                    <a:pt x="118967" y="15571"/>
                    <a:pt x="109250" y="9498"/>
                  </a:cubicBezTo>
                  <a:cubicBezTo>
                    <a:pt x="99533" y="3425"/>
                    <a:pt x="87994" y="85"/>
                    <a:pt x="74936" y="85"/>
                  </a:cubicBezTo>
                  <a:cubicBezTo>
                    <a:pt x="63397" y="85"/>
                    <a:pt x="53073" y="2818"/>
                    <a:pt x="44266" y="7980"/>
                  </a:cubicBezTo>
                  <a:cubicBezTo>
                    <a:pt x="35157" y="13142"/>
                    <a:pt x="28780" y="20126"/>
                    <a:pt x="24528" y="28933"/>
                  </a:cubicBezTo>
                  <a:lnTo>
                    <a:pt x="24528" y="13142"/>
                  </a:lnTo>
                  <a:cubicBezTo>
                    <a:pt x="24528" y="4943"/>
                    <a:pt x="20277" y="692"/>
                    <a:pt x="12078" y="692"/>
                  </a:cubicBezTo>
                  <a:cubicBezTo>
                    <a:pt x="4183" y="692"/>
                    <a:pt x="236" y="4943"/>
                    <a:pt x="236" y="13142"/>
                  </a:cubicBezTo>
                  <a:lnTo>
                    <a:pt x="236" y="194732"/>
                  </a:lnTo>
                  <a:cubicBezTo>
                    <a:pt x="236" y="203234"/>
                    <a:pt x="4183" y="207182"/>
                    <a:pt x="12382" y="207182"/>
                  </a:cubicBezTo>
                  <a:close/>
                  <a:moveTo>
                    <a:pt x="69774" y="133392"/>
                  </a:moveTo>
                  <a:cubicBezTo>
                    <a:pt x="55806" y="133392"/>
                    <a:pt x="44874" y="128533"/>
                    <a:pt x="36675" y="118816"/>
                  </a:cubicBezTo>
                  <a:cubicBezTo>
                    <a:pt x="28172" y="109099"/>
                    <a:pt x="24225" y="94827"/>
                    <a:pt x="24225" y="76607"/>
                  </a:cubicBezTo>
                  <a:cubicBezTo>
                    <a:pt x="24225" y="58388"/>
                    <a:pt x="28172" y="44116"/>
                    <a:pt x="36675" y="34398"/>
                  </a:cubicBezTo>
                  <a:cubicBezTo>
                    <a:pt x="44874" y="24681"/>
                    <a:pt x="55806" y="19823"/>
                    <a:pt x="69774" y="19823"/>
                  </a:cubicBezTo>
                  <a:cubicBezTo>
                    <a:pt x="83439" y="19823"/>
                    <a:pt x="94371" y="24681"/>
                    <a:pt x="102873" y="34398"/>
                  </a:cubicBezTo>
                  <a:cubicBezTo>
                    <a:pt x="111072" y="44116"/>
                    <a:pt x="115323" y="58388"/>
                    <a:pt x="115323" y="76607"/>
                  </a:cubicBezTo>
                  <a:cubicBezTo>
                    <a:pt x="115323" y="94827"/>
                    <a:pt x="111072" y="109099"/>
                    <a:pt x="102873" y="118816"/>
                  </a:cubicBezTo>
                  <a:cubicBezTo>
                    <a:pt x="94371" y="128533"/>
                    <a:pt x="83439" y="133392"/>
                    <a:pt x="69774" y="133392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55BF2C0C-D72D-EE1B-AFEA-B07769EC877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4310159" y="7835618"/>
              <a:ext cx="83571" cy="152811"/>
            </a:xfrm>
            <a:custGeom>
              <a:avLst/>
              <a:gdLst>
                <a:gd name="csX0" fmla="*/ 12691 w 83571"/>
                <a:gd name="csY0" fmla="*/ 152897 h 152811"/>
                <a:gd name="csX1" fmla="*/ 25142 w 83571"/>
                <a:gd name="csY1" fmla="*/ 140143 h 152811"/>
                <a:gd name="csX2" fmla="*/ 25142 w 83571"/>
                <a:gd name="csY2" fmla="*/ 66657 h 152811"/>
                <a:gd name="csX3" fmla="*/ 36073 w 83571"/>
                <a:gd name="csY3" fmla="*/ 35683 h 152811"/>
                <a:gd name="csX4" fmla="*/ 67958 w 83571"/>
                <a:gd name="csY4" fmla="*/ 22322 h 152811"/>
                <a:gd name="csX5" fmla="*/ 72816 w 83571"/>
                <a:gd name="csY5" fmla="*/ 21715 h 152811"/>
                <a:gd name="csX6" fmla="*/ 83748 w 83571"/>
                <a:gd name="csY6" fmla="*/ 9872 h 152811"/>
                <a:gd name="csX7" fmla="*/ 73424 w 83571"/>
                <a:gd name="csY7" fmla="*/ 155 h 152811"/>
                <a:gd name="csX8" fmla="*/ 43058 w 83571"/>
                <a:gd name="csY8" fmla="*/ 8354 h 152811"/>
                <a:gd name="csX9" fmla="*/ 24231 w 83571"/>
                <a:gd name="csY9" fmla="*/ 29610 h 152811"/>
                <a:gd name="csX10" fmla="*/ 24231 w 83571"/>
                <a:gd name="csY10" fmla="*/ 13516 h 152811"/>
                <a:gd name="csX11" fmla="*/ 12084 w 83571"/>
                <a:gd name="csY11" fmla="*/ 1066 h 152811"/>
                <a:gd name="csX12" fmla="*/ 241 w 83571"/>
                <a:gd name="csY12" fmla="*/ 13516 h 152811"/>
                <a:gd name="csX13" fmla="*/ 241 w 83571"/>
                <a:gd name="csY13" fmla="*/ 140143 h 152811"/>
                <a:gd name="csX14" fmla="*/ 12691 w 83571"/>
                <a:gd name="csY14" fmla="*/ 152897 h 152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571" h="152811">
                  <a:moveTo>
                    <a:pt x="12691" y="152897"/>
                  </a:moveTo>
                  <a:cubicBezTo>
                    <a:pt x="20890" y="152897"/>
                    <a:pt x="25142" y="148645"/>
                    <a:pt x="25142" y="140143"/>
                  </a:cubicBezTo>
                  <a:lnTo>
                    <a:pt x="25142" y="66657"/>
                  </a:lnTo>
                  <a:cubicBezTo>
                    <a:pt x="25142" y="53599"/>
                    <a:pt x="28786" y="43275"/>
                    <a:pt x="36073" y="35683"/>
                  </a:cubicBezTo>
                  <a:cubicBezTo>
                    <a:pt x="43361" y="28092"/>
                    <a:pt x="53989" y="23537"/>
                    <a:pt x="67958" y="22322"/>
                  </a:cubicBezTo>
                  <a:lnTo>
                    <a:pt x="72816" y="21715"/>
                  </a:lnTo>
                  <a:cubicBezTo>
                    <a:pt x="80712" y="21108"/>
                    <a:pt x="84356" y="17160"/>
                    <a:pt x="83748" y="9872"/>
                  </a:cubicBezTo>
                  <a:cubicBezTo>
                    <a:pt x="83141" y="2888"/>
                    <a:pt x="79801" y="-452"/>
                    <a:pt x="73424" y="155"/>
                  </a:cubicBezTo>
                  <a:cubicBezTo>
                    <a:pt x="61581" y="762"/>
                    <a:pt x="51560" y="3495"/>
                    <a:pt x="43058" y="8354"/>
                  </a:cubicBezTo>
                  <a:cubicBezTo>
                    <a:pt x="34555" y="13212"/>
                    <a:pt x="28178" y="20500"/>
                    <a:pt x="24231" y="29610"/>
                  </a:cubicBezTo>
                  <a:lnTo>
                    <a:pt x="24231" y="13516"/>
                  </a:lnTo>
                  <a:cubicBezTo>
                    <a:pt x="24231" y="5317"/>
                    <a:pt x="19979" y="1066"/>
                    <a:pt x="12084" y="1066"/>
                  </a:cubicBezTo>
                  <a:cubicBezTo>
                    <a:pt x="4189" y="1066"/>
                    <a:pt x="241" y="5317"/>
                    <a:pt x="241" y="13516"/>
                  </a:cubicBezTo>
                  <a:lnTo>
                    <a:pt x="241" y="140143"/>
                  </a:lnTo>
                  <a:cubicBezTo>
                    <a:pt x="241" y="148645"/>
                    <a:pt x="4189" y="152897"/>
                    <a:pt x="12691" y="152897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A5870BC2-4DDF-371C-AC7D-6053890E50E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4407938" y="7835992"/>
              <a:ext cx="140898" cy="153045"/>
            </a:xfrm>
            <a:custGeom>
              <a:avLst/>
              <a:gdLst>
                <a:gd name="csX0" fmla="*/ 70694 w 140898"/>
                <a:gd name="csY0" fmla="*/ 153130 h 153045"/>
                <a:gd name="csX1" fmla="*/ 107741 w 140898"/>
                <a:gd name="csY1" fmla="*/ 143716 h 153045"/>
                <a:gd name="csX2" fmla="*/ 132338 w 140898"/>
                <a:gd name="csY2" fmla="*/ 117298 h 153045"/>
                <a:gd name="csX3" fmla="*/ 141144 w 140898"/>
                <a:gd name="csY3" fmla="*/ 76607 h 153045"/>
                <a:gd name="csX4" fmla="*/ 132338 w 140898"/>
                <a:gd name="csY4" fmla="*/ 36220 h 153045"/>
                <a:gd name="csX5" fmla="*/ 107741 w 140898"/>
                <a:gd name="csY5" fmla="*/ 9498 h 153045"/>
                <a:gd name="csX6" fmla="*/ 70694 w 140898"/>
                <a:gd name="csY6" fmla="*/ 85 h 153045"/>
                <a:gd name="csX7" fmla="*/ 33344 w 140898"/>
                <a:gd name="csY7" fmla="*/ 9498 h 153045"/>
                <a:gd name="csX8" fmla="*/ 8747 w 140898"/>
                <a:gd name="csY8" fmla="*/ 36220 h 153045"/>
                <a:gd name="csX9" fmla="*/ 245 w 140898"/>
                <a:gd name="csY9" fmla="*/ 76607 h 153045"/>
                <a:gd name="csX10" fmla="*/ 8747 w 140898"/>
                <a:gd name="csY10" fmla="*/ 117298 h 153045"/>
                <a:gd name="csX11" fmla="*/ 33344 w 140898"/>
                <a:gd name="csY11" fmla="*/ 143716 h 153045"/>
                <a:gd name="csX12" fmla="*/ 70694 w 140898"/>
                <a:gd name="csY12" fmla="*/ 153130 h 153045"/>
                <a:gd name="csX13" fmla="*/ 70694 w 140898"/>
                <a:gd name="csY13" fmla="*/ 133392 h 153045"/>
                <a:gd name="csX14" fmla="*/ 37292 w 140898"/>
                <a:gd name="csY14" fmla="*/ 118816 h 153045"/>
                <a:gd name="csX15" fmla="*/ 25145 w 140898"/>
                <a:gd name="csY15" fmla="*/ 76607 h 153045"/>
                <a:gd name="csX16" fmla="*/ 37292 w 140898"/>
                <a:gd name="csY16" fmla="*/ 34398 h 153045"/>
                <a:gd name="csX17" fmla="*/ 70694 w 140898"/>
                <a:gd name="csY17" fmla="*/ 19823 h 153045"/>
                <a:gd name="csX18" fmla="*/ 103793 w 140898"/>
                <a:gd name="csY18" fmla="*/ 34398 h 153045"/>
                <a:gd name="csX19" fmla="*/ 116243 w 140898"/>
                <a:gd name="csY19" fmla="*/ 76607 h 153045"/>
                <a:gd name="csX20" fmla="*/ 103793 w 140898"/>
                <a:gd name="csY20" fmla="*/ 118816 h 153045"/>
                <a:gd name="csX21" fmla="*/ 70694 w 140898"/>
                <a:gd name="csY21" fmla="*/ 13339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898" h="153045">
                  <a:moveTo>
                    <a:pt x="70694" y="153130"/>
                  </a:moveTo>
                  <a:cubicBezTo>
                    <a:pt x="84663" y="153130"/>
                    <a:pt x="97113" y="150093"/>
                    <a:pt x="107741" y="143716"/>
                  </a:cubicBezTo>
                  <a:cubicBezTo>
                    <a:pt x="118369" y="137643"/>
                    <a:pt x="126568" y="128837"/>
                    <a:pt x="132338" y="117298"/>
                  </a:cubicBezTo>
                  <a:cubicBezTo>
                    <a:pt x="138107" y="105759"/>
                    <a:pt x="141144" y="92398"/>
                    <a:pt x="141144" y="76607"/>
                  </a:cubicBezTo>
                  <a:cubicBezTo>
                    <a:pt x="141144" y="61121"/>
                    <a:pt x="138107" y="47760"/>
                    <a:pt x="132338" y="36220"/>
                  </a:cubicBezTo>
                  <a:cubicBezTo>
                    <a:pt x="126568" y="24681"/>
                    <a:pt x="118369" y="15875"/>
                    <a:pt x="107741" y="9498"/>
                  </a:cubicBezTo>
                  <a:cubicBezTo>
                    <a:pt x="97113" y="3425"/>
                    <a:pt x="84663" y="85"/>
                    <a:pt x="70694" y="85"/>
                  </a:cubicBezTo>
                  <a:cubicBezTo>
                    <a:pt x="56119" y="85"/>
                    <a:pt x="43668" y="3425"/>
                    <a:pt x="33344" y="9498"/>
                  </a:cubicBezTo>
                  <a:cubicBezTo>
                    <a:pt x="22716" y="15875"/>
                    <a:pt x="14517" y="24681"/>
                    <a:pt x="8747" y="36220"/>
                  </a:cubicBezTo>
                  <a:cubicBezTo>
                    <a:pt x="2978" y="47759"/>
                    <a:pt x="245" y="61121"/>
                    <a:pt x="245" y="76607"/>
                  </a:cubicBezTo>
                  <a:cubicBezTo>
                    <a:pt x="245" y="92398"/>
                    <a:pt x="2978" y="105759"/>
                    <a:pt x="8747" y="117298"/>
                  </a:cubicBezTo>
                  <a:cubicBezTo>
                    <a:pt x="14517" y="128837"/>
                    <a:pt x="22716" y="137643"/>
                    <a:pt x="33344" y="143716"/>
                  </a:cubicBezTo>
                  <a:cubicBezTo>
                    <a:pt x="43668" y="150093"/>
                    <a:pt x="56119" y="153130"/>
                    <a:pt x="70694" y="153130"/>
                  </a:cubicBezTo>
                  <a:close/>
                  <a:moveTo>
                    <a:pt x="70694" y="133392"/>
                  </a:moveTo>
                  <a:cubicBezTo>
                    <a:pt x="56726" y="133392"/>
                    <a:pt x="45490" y="128533"/>
                    <a:pt x="37292" y="118816"/>
                  </a:cubicBezTo>
                  <a:cubicBezTo>
                    <a:pt x="29093" y="109099"/>
                    <a:pt x="25145" y="94827"/>
                    <a:pt x="25145" y="76607"/>
                  </a:cubicBezTo>
                  <a:cubicBezTo>
                    <a:pt x="25145" y="58388"/>
                    <a:pt x="29093" y="44116"/>
                    <a:pt x="37292" y="34398"/>
                  </a:cubicBezTo>
                  <a:cubicBezTo>
                    <a:pt x="45490" y="24681"/>
                    <a:pt x="56726" y="19823"/>
                    <a:pt x="70694" y="19823"/>
                  </a:cubicBezTo>
                  <a:cubicBezTo>
                    <a:pt x="84359" y="19823"/>
                    <a:pt x="95291" y="24681"/>
                    <a:pt x="103793" y="34398"/>
                  </a:cubicBezTo>
                  <a:cubicBezTo>
                    <a:pt x="111992" y="44116"/>
                    <a:pt x="116243" y="58388"/>
                    <a:pt x="116243" y="76607"/>
                  </a:cubicBezTo>
                  <a:cubicBezTo>
                    <a:pt x="116243" y="94827"/>
                    <a:pt x="111992" y="109099"/>
                    <a:pt x="103793" y="118816"/>
                  </a:cubicBezTo>
                  <a:cubicBezTo>
                    <a:pt x="95291" y="128533"/>
                    <a:pt x="84359" y="133392"/>
                    <a:pt x="70694" y="133392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2B007853-A31C-0E2E-9C4C-D6F089734E2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4585883" y="7835992"/>
              <a:ext cx="139987" cy="207097"/>
            </a:xfrm>
            <a:custGeom>
              <a:avLst/>
              <a:gdLst>
                <a:gd name="csX0" fmla="*/ 12397 w 139987"/>
                <a:gd name="csY0" fmla="*/ 207182 h 207097"/>
                <a:gd name="csX1" fmla="*/ 24847 w 139987"/>
                <a:gd name="csY1" fmla="*/ 194732 h 207097"/>
                <a:gd name="csX2" fmla="*/ 24847 w 139987"/>
                <a:gd name="csY2" fmla="*/ 124586 h 207097"/>
                <a:gd name="csX3" fmla="*/ 44585 w 139987"/>
                <a:gd name="csY3" fmla="*/ 145538 h 207097"/>
                <a:gd name="csX4" fmla="*/ 74951 w 139987"/>
                <a:gd name="csY4" fmla="*/ 153130 h 207097"/>
                <a:gd name="csX5" fmla="*/ 109265 w 139987"/>
                <a:gd name="csY5" fmla="*/ 143716 h 207097"/>
                <a:gd name="csX6" fmla="*/ 132039 w 139987"/>
                <a:gd name="csY6" fmla="*/ 117298 h 207097"/>
                <a:gd name="csX7" fmla="*/ 140238 w 139987"/>
                <a:gd name="csY7" fmla="*/ 76607 h 207097"/>
                <a:gd name="csX8" fmla="*/ 132039 w 139987"/>
                <a:gd name="csY8" fmla="*/ 35917 h 207097"/>
                <a:gd name="csX9" fmla="*/ 109265 w 139987"/>
                <a:gd name="csY9" fmla="*/ 9498 h 207097"/>
                <a:gd name="csX10" fmla="*/ 74951 w 139987"/>
                <a:gd name="csY10" fmla="*/ 85 h 207097"/>
                <a:gd name="csX11" fmla="*/ 44281 w 139987"/>
                <a:gd name="csY11" fmla="*/ 7980 h 207097"/>
                <a:gd name="csX12" fmla="*/ 24543 w 139987"/>
                <a:gd name="csY12" fmla="*/ 28933 h 207097"/>
                <a:gd name="csX13" fmla="*/ 24543 w 139987"/>
                <a:gd name="csY13" fmla="*/ 13142 h 207097"/>
                <a:gd name="csX14" fmla="*/ 12093 w 139987"/>
                <a:gd name="csY14" fmla="*/ 692 h 207097"/>
                <a:gd name="csX15" fmla="*/ 250 w 139987"/>
                <a:gd name="csY15" fmla="*/ 13142 h 207097"/>
                <a:gd name="csX16" fmla="*/ 250 w 139987"/>
                <a:gd name="csY16" fmla="*/ 194732 h 207097"/>
                <a:gd name="csX17" fmla="*/ 12397 w 139987"/>
                <a:gd name="csY17" fmla="*/ 207182 h 207097"/>
                <a:gd name="csX18" fmla="*/ 69789 w 139987"/>
                <a:gd name="csY18" fmla="*/ 133392 h 207097"/>
                <a:gd name="csX19" fmla="*/ 36690 w 139987"/>
                <a:gd name="csY19" fmla="*/ 118816 h 207097"/>
                <a:gd name="csX20" fmla="*/ 24240 w 139987"/>
                <a:gd name="csY20" fmla="*/ 76607 h 207097"/>
                <a:gd name="csX21" fmla="*/ 36690 w 139987"/>
                <a:gd name="csY21" fmla="*/ 34398 h 207097"/>
                <a:gd name="csX22" fmla="*/ 69789 w 139987"/>
                <a:gd name="csY22" fmla="*/ 19823 h 207097"/>
                <a:gd name="csX23" fmla="*/ 102888 w 139987"/>
                <a:gd name="csY23" fmla="*/ 34398 h 207097"/>
                <a:gd name="csX24" fmla="*/ 115338 w 139987"/>
                <a:gd name="csY24" fmla="*/ 76607 h 207097"/>
                <a:gd name="csX25" fmla="*/ 102888 w 139987"/>
                <a:gd name="csY25" fmla="*/ 118816 h 207097"/>
                <a:gd name="csX26" fmla="*/ 69789 w 139987"/>
                <a:gd name="csY26" fmla="*/ 133392 h 207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39987" h="207097">
                  <a:moveTo>
                    <a:pt x="12397" y="207182"/>
                  </a:moveTo>
                  <a:cubicBezTo>
                    <a:pt x="20596" y="207182"/>
                    <a:pt x="24847" y="203234"/>
                    <a:pt x="24847" y="194732"/>
                  </a:cubicBezTo>
                  <a:lnTo>
                    <a:pt x="24847" y="124586"/>
                  </a:lnTo>
                  <a:cubicBezTo>
                    <a:pt x="29098" y="133696"/>
                    <a:pt x="35475" y="140680"/>
                    <a:pt x="44585" y="145538"/>
                  </a:cubicBezTo>
                  <a:cubicBezTo>
                    <a:pt x="53391" y="150701"/>
                    <a:pt x="63412" y="153130"/>
                    <a:pt x="74951" y="153130"/>
                  </a:cubicBezTo>
                  <a:cubicBezTo>
                    <a:pt x="88008" y="153130"/>
                    <a:pt x="99548" y="150093"/>
                    <a:pt x="109265" y="143716"/>
                  </a:cubicBezTo>
                  <a:cubicBezTo>
                    <a:pt x="118982" y="137643"/>
                    <a:pt x="126573" y="128837"/>
                    <a:pt x="132039" y="117298"/>
                  </a:cubicBezTo>
                  <a:cubicBezTo>
                    <a:pt x="137505" y="105759"/>
                    <a:pt x="140238" y="92398"/>
                    <a:pt x="140238" y="76607"/>
                  </a:cubicBezTo>
                  <a:cubicBezTo>
                    <a:pt x="140238" y="60817"/>
                    <a:pt x="137505" y="47456"/>
                    <a:pt x="132039" y="35917"/>
                  </a:cubicBezTo>
                  <a:cubicBezTo>
                    <a:pt x="126573" y="24378"/>
                    <a:pt x="118982" y="15571"/>
                    <a:pt x="109265" y="9498"/>
                  </a:cubicBezTo>
                  <a:cubicBezTo>
                    <a:pt x="99548" y="3425"/>
                    <a:pt x="88008" y="85"/>
                    <a:pt x="74951" y="85"/>
                  </a:cubicBezTo>
                  <a:cubicBezTo>
                    <a:pt x="63412" y="85"/>
                    <a:pt x="53087" y="2818"/>
                    <a:pt x="44281" y="7980"/>
                  </a:cubicBezTo>
                  <a:cubicBezTo>
                    <a:pt x="35171" y="13142"/>
                    <a:pt x="28795" y="20126"/>
                    <a:pt x="24543" y="28933"/>
                  </a:cubicBezTo>
                  <a:lnTo>
                    <a:pt x="24543" y="13142"/>
                  </a:lnTo>
                  <a:cubicBezTo>
                    <a:pt x="24543" y="4943"/>
                    <a:pt x="20292" y="692"/>
                    <a:pt x="12093" y="692"/>
                  </a:cubicBezTo>
                  <a:cubicBezTo>
                    <a:pt x="4198" y="692"/>
                    <a:pt x="250" y="4943"/>
                    <a:pt x="250" y="13142"/>
                  </a:cubicBezTo>
                  <a:lnTo>
                    <a:pt x="250" y="194732"/>
                  </a:lnTo>
                  <a:cubicBezTo>
                    <a:pt x="250" y="203234"/>
                    <a:pt x="4198" y="207182"/>
                    <a:pt x="12397" y="207182"/>
                  </a:cubicBezTo>
                  <a:close/>
                  <a:moveTo>
                    <a:pt x="69789" y="133392"/>
                  </a:moveTo>
                  <a:cubicBezTo>
                    <a:pt x="55820" y="133392"/>
                    <a:pt x="44889" y="128533"/>
                    <a:pt x="36690" y="118816"/>
                  </a:cubicBezTo>
                  <a:cubicBezTo>
                    <a:pt x="28187" y="109099"/>
                    <a:pt x="24240" y="94827"/>
                    <a:pt x="24240" y="76607"/>
                  </a:cubicBezTo>
                  <a:cubicBezTo>
                    <a:pt x="24240" y="58388"/>
                    <a:pt x="28187" y="44116"/>
                    <a:pt x="36690" y="34398"/>
                  </a:cubicBezTo>
                  <a:cubicBezTo>
                    <a:pt x="44889" y="24681"/>
                    <a:pt x="55820" y="19823"/>
                    <a:pt x="69789" y="19823"/>
                  </a:cubicBezTo>
                  <a:cubicBezTo>
                    <a:pt x="83454" y="19823"/>
                    <a:pt x="94385" y="24681"/>
                    <a:pt x="102888" y="34398"/>
                  </a:cubicBezTo>
                  <a:cubicBezTo>
                    <a:pt x="111087" y="44116"/>
                    <a:pt x="115338" y="58388"/>
                    <a:pt x="115338" y="76607"/>
                  </a:cubicBezTo>
                  <a:cubicBezTo>
                    <a:pt x="115338" y="94827"/>
                    <a:pt x="111087" y="109099"/>
                    <a:pt x="102888" y="118816"/>
                  </a:cubicBezTo>
                  <a:cubicBezTo>
                    <a:pt x="94385" y="128533"/>
                    <a:pt x="83454" y="133392"/>
                    <a:pt x="69789" y="133392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42CADC75-F3A8-47CF-18DE-7BFFE3C1078A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4756237" y="7835992"/>
              <a:ext cx="122071" cy="153045"/>
            </a:xfrm>
            <a:custGeom>
              <a:avLst/>
              <a:gdLst>
                <a:gd name="csX0" fmla="*/ 53397 w 122071"/>
                <a:gd name="csY0" fmla="*/ 153130 h 153045"/>
                <a:gd name="csX1" fmla="*/ 81334 w 122071"/>
                <a:gd name="csY1" fmla="*/ 145538 h 153045"/>
                <a:gd name="csX2" fmla="*/ 99250 w 122071"/>
                <a:gd name="csY2" fmla="*/ 124889 h 153045"/>
                <a:gd name="csX3" fmla="*/ 99250 w 122071"/>
                <a:gd name="csY3" fmla="*/ 139769 h 153045"/>
                <a:gd name="csX4" fmla="*/ 111093 w 122071"/>
                <a:gd name="csY4" fmla="*/ 152523 h 153045"/>
                <a:gd name="csX5" fmla="*/ 122328 w 122071"/>
                <a:gd name="csY5" fmla="*/ 139769 h 153045"/>
                <a:gd name="csX6" fmla="*/ 122328 w 122071"/>
                <a:gd name="csY6" fmla="*/ 57477 h 153045"/>
                <a:gd name="csX7" fmla="*/ 108360 w 122071"/>
                <a:gd name="csY7" fmla="*/ 14053 h 153045"/>
                <a:gd name="csX8" fmla="*/ 66151 w 122071"/>
                <a:gd name="csY8" fmla="*/ 85 h 153045"/>
                <a:gd name="csX9" fmla="*/ 40947 w 122071"/>
                <a:gd name="csY9" fmla="*/ 3121 h 153045"/>
                <a:gd name="csX10" fmla="*/ 14832 w 122071"/>
                <a:gd name="csY10" fmla="*/ 12838 h 153045"/>
                <a:gd name="csX11" fmla="*/ 8759 w 122071"/>
                <a:gd name="csY11" fmla="*/ 19215 h 153045"/>
                <a:gd name="csX12" fmla="*/ 8759 w 122071"/>
                <a:gd name="csY12" fmla="*/ 27111 h 153045"/>
                <a:gd name="csX13" fmla="*/ 13617 w 122071"/>
                <a:gd name="csY13" fmla="*/ 32576 h 153045"/>
                <a:gd name="csX14" fmla="*/ 22423 w 122071"/>
                <a:gd name="csY14" fmla="*/ 31362 h 153045"/>
                <a:gd name="csX15" fmla="*/ 44591 w 122071"/>
                <a:gd name="csY15" fmla="*/ 22556 h 153045"/>
                <a:gd name="csX16" fmla="*/ 66151 w 122071"/>
                <a:gd name="csY16" fmla="*/ 19823 h 153045"/>
                <a:gd name="csX17" fmla="*/ 90747 w 122071"/>
                <a:gd name="csY17" fmla="*/ 28325 h 153045"/>
                <a:gd name="csX18" fmla="*/ 98642 w 122071"/>
                <a:gd name="csY18" fmla="*/ 55351 h 153045"/>
                <a:gd name="csX19" fmla="*/ 98642 w 122071"/>
                <a:gd name="csY19" fmla="*/ 64765 h 153045"/>
                <a:gd name="csX20" fmla="*/ 88925 w 122071"/>
                <a:gd name="csY20" fmla="*/ 64765 h 153045"/>
                <a:gd name="csX21" fmla="*/ 36088 w 122071"/>
                <a:gd name="csY21" fmla="*/ 69016 h 153045"/>
                <a:gd name="csX22" fmla="*/ 8455 w 122071"/>
                <a:gd name="csY22" fmla="*/ 82377 h 153045"/>
                <a:gd name="csX23" fmla="*/ 256 w 122071"/>
                <a:gd name="csY23" fmla="*/ 107884 h 153045"/>
                <a:gd name="csX24" fmla="*/ 7240 w 122071"/>
                <a:gd name="csY24" fmla="*/ 130963 h 153045"/>
                <a:gd name="csX25" fmla="*/ 26067 w 122071"/>
                <a:gd name="csY25" fmla="*/ 147360 h 153045"/>
                <a:gd name="csX26" fmla="*/ 53397 w 122071"/>
                <a:gd name="csY26" fmla="*/ 153130 h 153045"/>
                <a:gd name="csX27" fmla="*/ 57345 w 122071"/>
                <a:gd name="csY27" fmla="*/ 134607 h 153045"/>
                <a:gd name="csX28" fmla="*/ 33659 w 122071"/>
                <a:gd name="csY28" fmla="*/ 126711 h 153045"/>
                <a:gd name="csX29" fmla="*/ 25156 w 122071"/>
                <a:gd name="csY29" fmla="*/ 106366 h 153045"/>
                <a:gd name="csX30" fmla="*/ 30622 w 122071"/>
                <a:gd name="csY30" fmla="*/ 91183 h 153045"/>
                <a:gd name="csX31" fmla="*/ 50360 w 122071"/>
                <a:gd name="csY31" fmla="*/ 83288 h 153045"/>
                <a:gd name="csX32" fmla="*/ 89229 w 122071"/>
                <a:gd name="csY32" fmla="*/ 80859 h 153045"/>
                <a:gd name="csX33" fmla="*/ 98642 w 122071"/>
                <a:gd name="csY33" fmla="*/ 80859 h 153045"/>
                <a:gd name="csX34" fmla="*/ 98642 w 122071"/>
                <a:gd name="csY34" fmla="*/ 89968 h 153045"/>
                <a:gd name="csX35" fmla="*/ 87103 w 122071"/>
                <a:gd name="csY35" fmla="*/ 122157 h 153045"/>
                <a:gd name="csX36" fmla="*/ 57345 w 122071"/>
                <a:gd name="csY36" fmla="*/ 134607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071" h="153045">
                  <a:moveTo>
                    <a:pt x="53397" y="153130"/>
                  </a:moveTo>
                  <a:cubicBezTo>
                    <a:pt x="64025" y="153130"/>
                    <a:pt x="73439" y="150701"/>
                    <a:pt x="81334" y="145538"/>
                  </a:cubicBezTo>
                  <a:cubicBezTo>
                    <a:pt x="89229" y="140680"/>
                    <a:pt x="95302" y="133696"/>
                    <a:pt x="99250" y="124889"/>
                  </a:cubicBezTo>
                  <a:lnTo>
                    <a:pt x="99250" y="139769"/>
                  </a:lnTo>
                  <a:cubicBezTo>
                    <a:pt x="99250" y="148271"/>
                    <a:pt x="103197" y="152523"/>
                    <a:pt x="111093" y="152523"/>
                  </a:cubicBezTo>
                  <a:cubicBezTo>
                    <a:pt x="118380" y="152523"/>
                    <a:pt x="122328" y="148271"/>
                    <a:pt x="122328" y="139769"/>
                  </a:cubicBezTo>
                  <a:lnTo>
                    <a:pt x="122328" y="57477"/>
                  </a:lnTo>
                  <a:cubicBezTo>
                    <a:pt x="122328" y="38042"/>
                    <a:pt x="117469" y="23467"/>
                    <a:pt x="108360" y="14053"/>
                  </a:cubicBezTo>
                  <a:cubicBezTo>
                    <a:pt x="99250" y="4943"/>
                    <a:pt x="84978" y="85"/>
                    <a:pt x="66151" y="85"/>
                  </a:cubicBezTo>
                  <a:cubicBezTo>
                    <a:pt x="58255" y="85"/>
                    <a:pt x="49753" y="1299"/>
                    <a:pt x="40947" y="3121"/>
                  </a:cubicBezTo>
                  <a:cubicBezTo>
                    <a:pt x="32141" y="5247"/>
                    <a:pt x="23334" y="8587"/>
                    <a:pt x="14832" y="12838"/>
                  </a:cubicBezTo>
                  <a:cubicBezTo>
                    <a:pt x="11795" y="14357"/>
                    <a:pt x="9670" y="16482"/>
                    <a:pt x="8759" y="19215"/>
                  </a:cubicBezTo>
                  <a:cubicBezTo>
                    <a:pt x="7848" y="21948"/>
                    <a:pt x="7848" y="24681"/>
                    <a:pt x="8759" y="27111"/>
                  </a:cubicBezTo>
                  <a:cubicBezTo>
                    <a:pt x="9670" y="29540"/>
                    <a:pt x="11188" y="31362"/>
                    <a:pt x="13617" y="32576"/>
                  </a:cubicBezTo>
                  <a:cubicBezTo>
                    <a:pt x="16047" y="33791"/>
                    <a:pt x="18780" y="33184"/>
                    <a:pt x="22423" y="31362"/>
                  </a:cubicBezTo>
                  <a:cubicBezTo>
                    <a:pt x="30015" y="27414"/>
                    <a:pt x="37303" y="24378"/>
                    <a:pt x="44591" y="22556"/>
                  </a:cubicBezTo>
                  <a:cubicBezTo>
                    <a:pt x="51879" y="20734"/>
                    <a:pt x="58863" y="19823"/>
                    <a:pt x="66151" y="19823"/>
                  </a:cubicBezTo>
                  <a:cubicBezTo>
                    <a:pt x="77386" y="19823"/>
                    <a:pt x="85585" y="22859"/>
                    <a:pt x="90747" y="28325"/>
                  </a:cubicBezTo>
                  <a:cubicBezTo>
                    <a:pt x="95909" y="33791"/>
                    <a:pt x="98642" y="42901"/>
                    <a:pt x="98642" y="55351"/>
                  </a:cubicBezTo>
                  <a:lnTo>
                    <a:pt x="98642" y="64765"/>
                  </a:lnTo>
                  <a:lnTo>
                    <a:pt x="88925" y="64765"/>
                  </a:lnTo>
                  <a:cubicBezTo>
                    <a:pt x="66454" y="64765"/>
                    <a:pt x="48842" y="66283"/>
                    <a:pt x="36088" y="69016"/>
                  </a:cubicBezTo>
                  <a:cubicBezTo>
                    <a:pt x="23334" y="71749"/>
                    <a:pt x="13921" y="76304"/>
                    <a:pt x="8455" y="82377"/>
                  </a:cubicBezTo>
                  <a:cubicBezTo>
                    <a:pt x="2989" y="88754"/>
                    <a:pt x="256" y="97256"/>
                    <a:pt x="256" y="107884"/>
                  </a:cubicBezTo>
                  <a:cubicBezTo>
                    <a:pt x="256" y="116387"/>
                    <a:pt x="2382" y="124282"/>
                    <a:pt x="7240" y="130963"/>
                  </a:cubicBezTo>
                  <a:cubicBezTo>
                    <a:pt x="11795" y="137947"/>
                    <a:pt x="18172" y="143413"/>
                    <a:pt x="26067" y="147360"/>
                  </a:cubicBezTo>
                  <a:cubicBezTo>
                    <a:pt x="33963" y="151308"/>
                    <a:pt x="43072" y="153130"/>
                    <a:pt x="53397" y="153130"/>
                  </a:cubicBezTo>
                  <a:close/>
                  <a:moveTo>
                    <a:pt x="57345" y="134607"/>
                  </a:moveTo>
                  <a:cubicBezTo>
                    <a:pt x="47324" y="134607"/>
                    <a:pt x="39428" y="132177"/>
                    <a:pt x="33659" y="126711"/>
                  </a:cubicBezTo>
                  <a:cubicBezTo>
                    <a:pt x="27889" y="121549"/>
                    <a:pt x="25156" y="114869"/>
                    <a:pt x="25156" y="106366"/>
                  </a:cubicBezTo>
                  <a:cubicBezTo>
                    <a:pt x="25156" y="99989"/>
                    <a:pt x="26978" y="94827"/>
                    <a:pt x="30622" y="91183"/>
                  </a:cubicBezTo>
                  <a:cubicBezTo>
                    <a:pt x="34266" y="87539"/>
                    <a:pt x="40947" y="84806"/>
                    <a:pt x="50360" y="83288"/>
                  </a:cubicBezTo>
                  <a:cubicBezTo>
                    <a:pt x="59774" y="81770"/>
                    <a:pt x="72831" y="80859"/>
                    <a:pt x="89229" y="80859"/>
                  </a:cubicBezTo>
                  <a:lnTo>
                    <a:pt x="98642" y="80859"/>
                  </a:lnTo>
                  <a:lnTo>
                    <a:pt x="98642" y="89968"/>
                  </a:lnTo>
                  <a:cubicBezTo>
                    <a:pt x="98642" y="103026"/>
                    <a:pt x="94695" y="113654"/>
                    <a:pt x="87103" y="122157"/>
                  </a:cubicBezTo>
                  <a:cubicBezTo>
                    <a:pt x="79208" y="130659"/>
                    <a:pt x="69491" y="134607"/>
                    <a:pt x="57345" y="134607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42AAB240-CB4C-30EA-8DB7-1A7035BD8BC6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4914748" y="7835992"/>
              <a:ext cx="140898" cy="207704"/>
            </a:xfrm>
            <a:custGeom>
              <a:avLst/>
              <a:gdLst>
                <a:gd name="csX0" fmla="*/ 74658 w 140898"/>
                <a:gd name="csY0" fmla="*/ 207789 h 207704"/>
                <a:gd name="csX1" fmla="*/ 124155 w 140898"/>
                <a:gd name="csY1" fmla="*/ 190784 h 207704"/>
                <a:gd name="csX2" fmla="*/ 141160 w 140898"/>
                <a:gd name="csY2" fmla="*/ 139769 h 207704"/>
                <a:gd name="csX3" fmla="*/ 141160 w 140898"/>
                <a:gd name="csY3" fmla="*/ 13142 h 207704"/>
                <a:gd name="csX4" fmla="*/ 129014 w 140898"/>
                <a:gd name="csY4" fmla="*/ 692 h 207704"/>
                <a:gd name="csX5" fmla="*/ 116867 w 140898"/>
                <a:gd name="csY5" fmla="*/ 13142 h 207704"/>
                <a:gd name="csX6" fmla="*/ 116867 w 140898"/>
                <a:gd name="csY6" fmla="*/ 28933 h 207704"/>
                <a:gd name="csX7" fmla="*/ 97129 w 140898"/>
                <a:gd name="csY7" fmla="*/ 7676 h 207704"/>
                <a:gd name="csX8" fmla="*/ 66460 w 140898"/>
                <a:gd name="csY8" fmla="*/ 85 h 207704"/>
                <a:gd name="csX9" fmla="*/ 31235 w 140898"/>
                <a:gd name="csY9" fmla="*/ 9195 h 207704"/>
                <a:gd name="csX10" fmla="*/ 8157 w 140898"/>
                <a:gd name="csY10" fmla="*/ 35006 h 207704"/>
                <a:gd name="csX11" fmla="*/ 261 w 140898"/>
                <a:gd name="csY11" fmla="*/ 73267 h 207704"/>
                <a:gd name="csX12" fmla="*/ 8157 w 140898"/>
                <a:gd name="csY12" fmla="*/ 111832 h 207704"/>
                <a:gd name="csX13" fmla="*/ 31235 w 140898"/>
                <a:gd name="csY13" fmla="*/ 137643 h 207704"/>
                <a:gd name="csX14" fmla="*/ 66460 w 140898"/>
                <a:gd name="csY14" fmla="*/ 147057 h 207704"/>
                <a:gd name="csX15" fmla="*/ 97129 w 140898"/>
                <a:gd name="csY15" fmla="*/ 139162 h 207704"/>
                <a:gd name="csX16" fmla="*/ 117171 w 140898"/>
                <a:gd name="csY16" fmla="*/ 116994 h 207704"/>
                <a:gd name="csX17" fmla="*/ 117171 w 140898"/>
                <a:gd name="csY17" fmla="*/ 143109 h 207704"/>
                <a:gd name="csX18" fmla="*/ 73444 w 140898"/>
                <a:gd name="csY18" fmla="*/ 188051 h 207704"/>
                <a:gd name="csX19" fmla="*/ 49455 w 140898"/>
                <a:gd name="csY19" fmla="*/ 185014 h 207704"/>
                <a:gd name="csX20" fmla="*/ 23947 w 140898"/>
                <a:gd name="csY20" fmla="*/ 173779 h 207704"/>
                <a:gd name="csX21" fmla="*/ 16356 w 140898"/>
                <a:gd name="csY21" fmla="*/ 173172 h 207704"/>
                <a:gd name="csX22" fmla="*/ 11193 w 140898"/>
                <a:gd name="csY22" fmla="*/ 178334 h 207704"/>
                <a:gd name="csX23" fmla="*/ 9979 w 140898"/>
                <a:gd name="csY23" fmla="*/ 185622 h 207704"/>
                <a:gd name="csX24" fmla="*/ 15445 w 140898"/>
                <a:gd name="csY24" fmla="*/ 191999 h 207704"/>
                <a:gd name="csX25" fmla="*/ 43078 w 140898"/>
                <a:gd name="csY25" fmla="*/ 204145 h 207704"/>
                <a:gd name="csX26" fmla="*/ 74658 w 140898"/>
                <a:gd name="csY26" fmla="*/ 207789 h 207704"/>
                <a:gd name="csX27" fmla="*/ 71015 w 140898"/>
                <a:gd name="csY27" fmla="*/ 127015 h 207704"/>
                <a:gd name="csX28" fmla="*/ 37612 w 140898"/>
                <a:gd name="csY28" fmla="*/ 112439 h 207704"/>
                <a:gd name="csX29" fmla="*/ 25162 w 140898"/>
                <a:gd name="csY29" fmla="*/ 73267 h 207704"/>
                <a:gd name="csX30" fmla="*/ 37612 w 140898"/>
                <a:gd name="csY30" fmla="*/ 34398 h 207704"/>
                <a:gd name="csX31" fmla="*/ 71015 w 140898"/>
                <a:gd name="csY31" fmla="*/ 19823 h 207704"/>
                <a:gd name="csX32" fmla="*/ 104721 w 140898"/>
                <a:gd name="csY32" fmla="*/ 34398 h 207704"/>
                <a:gd name="csX33" fmla="*/ 117171 w 140898"/>
                <a:gd name="csY33" fmla="*/ 73267 h 207704"/>
                <a:gd name="csX34" fmla="*/ 104721 w 140898"/>
                <a:gd name="csY34" fmla="*/ 112439 h 207704"/>
                <a:gd name="csX35" fmla="*/ 71015 w 140898"/>
                <a:gd name="csY35" fmla="*/ 127015 h 207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40898" h="207704">
                  <a:moveTo>
                    <a:pt x="74658" y="207789"/>
                  </a:moveTo>
                  <a:cubicBezTo>
                    <a:pt x="96522" y="207789"/>
                    <a:pt x="112920" y="202323"/>
                    <a:pt x="124155" y="190784"/>
                  </a:cubicBezTo>
                  <a:cubicBezTo>
                    <a:pt x="135391" y="179548"/>
                    <a:pt x="141160" y="162543"/>
                    <a:pt x="141160" y="139769"/>
                  </a:cubicBezTo>
                  <a:lnTo>
                    <a:pt x="141160" y="13142"/>
                  </a:lnTo>
                  <a:cubicBezTo>
                    <a:pt x="141160" y="4943"/>
                    <a:pt x="136909" y="692"/>
                    <a:pt x="129014" y="692"/>
                  </a:cubicBezTo>
                  <a:cubicBezTo>
                    <a:pt x="120815" y="692"/>
                    <a:pt x="116867" y="4943"/>
                    <a:pt x="116867" y="13142"/>
                  </a:cubicBezTo>
                  <a:lnTo>
                    <a:pt x="116867" y="28933"/>
                  </a:lnTo>
                  <a:cubicBezTo>
                    <a:pt x="112616" y="19823"/>
                    <a:pt x="105936" y="12838"/>
                    <a:pt x="97129" y="7676"/>
                  </a:cubicBezTo>
                  <a:cubicBezTo>
                    <a:pt x="88020" y="2818"/>
                    <a:pt x="77999" y="85"/>
                    <a:pt x="66460" y="85"/>
                  </a:cubicBezTo>
                  <a:cubicBezTo>
                    <a:pt x="52795" y="85"/>
                    <a:pt x="40952" y="3121"/>
                    <a:pt x="31235" y="9195"/>
                  </a:cubicBezTo>
                  <a:cubicBezTo>
                    <a:pt x="21214" y="15268"/>
                    <a:pt x="13623" y="24074"/>
                    <a:pt x="8157" y="35006"/>
                  </a:cubicBezTo>
                  <a:cubicBezTo>
                    <a:pt x="2691" y="45938"/>
                    <a:pt x="261" y="58691"/>
                    <a:pt x="261" y="73267"/>
                  </a:cubicBezTo>
                  <a:cubicBezTo>
                    <a:pt x="261" y="87843"/>
                    <a:pt x="2691" y="100900"/>
                    <a:pt x="8157" y="111832"/>
                  </a:cubicBezTo>
                  <a:cubicBezTo>
                    <a:pt x="13623" y="122764"/>
                    <a:pt x="21214" y="131570"/>
                    <a:pt x="31235" y="137643"/>
                  </a:cubicBezTo>
                  <a:cubicBezTo>
                    <a:pt x="40952" y="144020"/>
                    <a:pt x="52795" y="147057"/>
                    <a:pt x="66460" y="147057"/>
                  </a:cubicBezTo>
                  <a:cubicBezTo>
                    <a:pt x="77999" y="147057"/>
                    <a:pt x="88020" y="144627"/>
                    <a:pt x="97129" y="139162"/>
                  </a:cubicBezTo>
                  <a:cubicBezTo>
                    <a:pt x="106239" y="133696"/>
                    <a:pt x="112920" y="126408"/>
                    <a:pt x="117171" y="116994"/>
                  </a:cubicBezTo>
                  <a:lnTo>
                    <a:pt x="117171" y="143109"/>
                  </a:lnTo>
                  <a:cubicBezTo>
                    <a:pt x="117171" y="173172"/>
                    <a:pt x="102595" y="188051"/>
                    <a:pt x="73444" y="188051"/>
                  </a:cubicBezTo>
                  <a:cubicBezTo>
                    <a:pt x="65549" y="188051"/>
                    <a:pt x="57350" y="187140"/>
                    <a:pt x="49455" y="185014"/>
                  </a:cubicBezTo>
                  <a:cubicBezTo>
                    <a:pt x="41256" y="183192"/>
                    <a:pt x="32753" y="179245"/>
                    <a:pt x="23947" y="173779"/>
                  </a:cubicBezTo>
                  <a:cubicBezTo>
                    <a:pt x="21214" y="172564"/>
                    <a:pt x="18785" y="172261"/>
                    <a:pt x="16356" y="173172"/>
                  </a:cubicBezTo>
                  <a:cubicBezTo>
                    <a:pt x="13926" y="174386"/>
                    <a:pt x="12408" y="175905"/>
                    <a:pt x="11193" y="178334"/>
                  </a:cubicBezTo>
                  <a:cubicBezTo>
                    <a:pt x="9979" y="180763"/>
                    <a:pt x="9371" y="183192"/>
                    <a:pt x="9979" y="185622"/>
                  </a:cubicBezTo>
                  <a:cubicBezTo>
                    <a:pt x="10586" y="188051"/>
                    <a:pt x="12408" y="190177"/>
                    <a:pt x="15445" y="191999"/>
                  </a:cubicBezTo>
                  <a:cubicBezTo>
                    <a:pt x="23643" y="197465"/>
                    <a:pt x="32753" y="201716"/>
                    <a:pt x="43078" y="204145"/>
                  </a:cubicBezTo>
                  <a:cubicBezTo>
                    <a:pt x="53402" y="206574"/>
                    <a:pt x="63727" y="207789"/>
                    <a:pt x="74658" y="207789"/>
                  </a:cubicBezTo>
                  <a:close/>
                  <a:moveTo>
                    <a:pt x="71015" y="127015"/>
                  </a:moveTo>
                  <a:cubicBezTo>
                    <a:pt x="57046" y="127015"/>
                    <a:pt x="45811" y="122157"/>
                    <a:pt x="37612" y="112439"/>
                  </a:cubicBezTo>
                  <a:cubicBezTo>
                    <a:pt x="29109" y="102722"/>
                    <a:pt x="25162" y="89665"/>
                    <a:pt x="25162" y="73267"/>
                  </a:cubicBezTo>
                  <a:cubicBezTo>
                    <a:pt x="25162" y="56869"/>
                    <a:pt x="29109" y="44116"/>
                    <a:pt x="37612" y="34398"/>
                  </a:cubicBezTo>
                  <a:cubicBezTo>
                    <a:pt x="45811" y="24681"/>
                    <a:pt x="57046" y="19823"/>
                    <a:pt x="71015" y="19823"/>
                  </a:cubicBezTo>
                  <a:cubicBezTo>
                    <a:pt x="84983" y="19823"/>
                    <a:pt x="96218" y="24681"/>
                    <a:pt x="104721" y="34398"/>
                  </a:cubicBezTo>
                  <a:cubicBezTo>
                    <a:pt x="112920" y="44116"/>
                    <a:pt x="117171" y="56869"/>
                    <a:pt x="117171" y="73267"/>
                  </a:cubicBezTo>
                  <a:cubicBezTo>
                    <a:pt x="117171" y="89665"/>
                    <a:pt x="112920" y="102722"/>
                    <a:pt x="104721" y="112439"/>
                  </a:cubicBezTo>
                  <a:cubicBezTo>
                    <a:pt x="96218" y="122157"/>
                    <a:pt x="84983" y="127015"/>
                    <a:pt x="71015" y="127015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0DBEE419-61A1-58C3-668C-FCCB1299306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5095123" y="7835992"/>
              <a:ext cx="122071" cy="153045"/>
            </a:xfrm>
            <a:custGeom>
              <a:avLst/>
              <a:gdLst>
                <a:gd name="csX0" fmla="*/ 53408 w 122071"/>
                <a:gd name="csY0" fmla="*/ 153130 h 153045"/>
                <a:gd name="csX1" fmla="*/ 81345 w 122071"/>
                <a:gd name="csY1" fmla="*/ 145538 h 153045"/>
                <a:gd name="csX2" fmla="*/ 99261 w 122071"/>
                <a:gd name="csY2" fmla="*/ 124889 h 153045"/>
                <a:gd name="csX3" fmla="*/ 99261 w 122071"/>
                <a:gd name="csY3" fmla="*/ 139769 h 153045"/>
                <a:gd name="csX4" fmla="*/ 111104 w 122071"/>
                <a:gd name="csY4" fmla="*/ 152523 h 153045"/>
                <a:gd name="csX5" fmla="*/ 122339 w 122071"/>
                <a:gd name="csY5" fmla="*/ 139769 h 153045"/>
                <a:gd name="csX6" fmla="*/ 122339 w 122071"/>
                <a:gd name="csY6" fmla="*/ 57477 h 153045"/>
                <a:gd name="csX7" fmla="*/ 108371 w 122071"/>
                <a:gd name="csY7" fmla="*/ 14053 h 153045"/>
                <a:gd name="csX8" fmla="*/ 66162 w 122071"/>
                <a:gd name="csY8" fmla="*/ 85 h 153045"/>
                <a:gd name="csX9" fmla="*/ 40958 w 122071"/>
                <a:gd name="csY9" fmla="*/ 3121 h 153045"/>
                <a:gd name="csX10" fmla="*/ 14843 w 122071"/>
                <a:gd name="csY10" fmla="*/ 12838 h 153045"/>
                <a:gd name="csX11" fmla="*/ 8770 w 122071"/>
                <a:gd name="csY11" fmla="*/ 19215 h 153045"/>
                <a:gd name="csX12" fmla="*/ 8770 w 122071"/>
                <a:gd name="csY12" fmla="*/ 27111 h 153045"/>
                <a:gd name="csX13" fmla="*/ 13628 w 122071"/>
                <a:gd name="csY13" fmla="*/ 32576 h 153045"/>
                <a:gd name="csX14" fmla="*/ 22435 w 122071"/>
                <a:gd name="csY14" fmla="*/ 31362 h 153045"/>
                <a:gd name="csX15" fmla="*/ 44602 w 122071"/>
                <a:gd name="csY15" fmla="*/ 22556 h 153045"/>
                <a:gd name="csX16" fmla="*/ 66162 w 122071"/>
                <a:gd name="csY16" fmla="*/ 19823 h 153045"/>
                <a:gd name="csX17" fmla="*/ 90758 w 122071"/>
                <a:gd name="csY17" fmla="*/ 28325 h 153045"/>
                <a:gd name="csX18" fmla="*/ 98654 w 122071"/>
                <a:gd name="csY18" fmla="*/ 55351 h 153045"/>
                <a:gd name="csX19" fmla="*/ 98654 w 122071"/>
                <a:gd name="csY19" fmla="*/ 64765 h 153045"/>
                <a:gd name="csX20" fmla="*/ 88936 w 122071"/>
                <a:gd name="csY20" fmla="*/ 64765 h 153045"/>
                <a:gd name="csX21" fmla="*/ 36099 w 122071"/>
                <a:gd name="csY21" fmla="*/ 69016 h 153045"/>
                <a:gd name="csX22" fmla="*/ 8466 w 122071"/>
                <a:gd name="csY22" fmla="*/ 82377 h 153045"/>
                <a:gd name="csX23" fmla="*/ 267 w 122071"/>
                <a:gd name="csY23" fmla="*/ 107884 h 153045"/>
                <a:gd name="csX24" fmla="*/ 7252 w 122071"/>
                <a:gd name="csY24" fmla="*/ 130963 h 153045"/>
                <a:gd name="csX25" fmla="*/ 26079 w 122071"/>
                <a:gd name="csY25" fmla="*/ 147360 h 153045"/>
                <a:gd name="csX26" fmla="*/ 53408 w 122071"/>
                <a:gd name="csY26" fmla="*/ 153130 h 153045"/>
                <a:gd name="csX27" fmla="*/ 57356 w 122071"/>
                <a:gd name="csY27" fmla="*/ 134607 h 153045"/>
                <a:gd name="csX28" fmla="*/ 33670 w 122071"/>
                <a:gd name="csY28" fmla="*/ 126711 h 153045"/>
                <a:gd name="csX29" fmla="*/ 25168 w 122071"/>
                <a:gd name="csY29" fmla="*/ 106366 h 153045"/>
                <a:gd name="csX30" fmla="*/ 30633 w 122071"/>
                <a:gd name="csY30" fmla="*/ 91183 h 153045"/>
                <a:gd name="csX31" fmla="*/ 50371 w 122071"/>
                <a:gd name="csY31" fmla="*/ 83288 h 153045"/>
                <a:gd name="csX32" fmla="*/ 89240 w 122071"/>
                <a:gd name="csY32" fmla="*/ 80859 h 153045"/>
                <a:gd name="csX33" fmla="*/ 98654 w 122071"/>
                <a:gd name="csY33" fmla="*/ 80859 h 153045"/>
                <a:gd name="csX34" fmla="*/ 98654 w 122071"/>
                <a:gd name="csY34" fmla="*/ 89968 h 153045"/>
                <a:gd name="csX35" fmla="*/ 87114 w 122071"/>
                <a:gd name="csY35" fmla="*/ 122157 h 153045"/>
                <a:gd name="csX36" fmla="*/ 57356 w 122071"/>
                <a:gd name="csY36" fmla="*/ 134607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22071" h="153045">
                  <a:moveTo>
                    <a:pt x="53408" y="153130"/>
                  </a:moveTo>
                  <a:cubicBezTo>
                    <a:pt x="64036" y="153130"/>
                    <a:pt x="73450" y="150701"/>
                    <a:pt x="81345" y="145538"/>
                  </a:cubicBezTo>
                  <a:cubicBezTo>
                    <a:pt x="89240" y="140680"/>
                    <a:pt x="95313" y="133696"/>
                    <a:pt x="99261" y="124889"/>
                  </a:cubicBezTo>
                  <a:lnTo>
                    <a:pt x="99261" y="139769"/>
                  </a:lnTo>
                  <a:cubicBezTo>
                    <a:pt x="99261" y="148271"/>
                    <a:pt x="103208" y="152523"/>
                    <a:pt x="111104" y="152523"/>
                  </a:cubicBezTo>
                  <a:cubicBezTo>
                    <a:pt x="118392" y="152523"/>
                    <a:pt x="122339" y="148271"/>
                    <a:pt x="122339" y="139769"/>
                  </a:cubicBezTo>
                  <a:lnTo>
                    <a:pt x="122339" y="57477"/>
                  </a:lnTo>
                  <a:cubicBezTo>
                    <a:pt x="122339" y="38042"/>
                    <a:pt x="117481" y="23467"/>
                    <a:pt x="108371" y="14053"/>
                  </a:cubicBezTo>
                  <a:cubicBezTo>
                    <a:pt x="99261" y="4943"/>
                    <a:pt x="84989" y="85"/>
                    <a:pt x="66162" y="85"/>
                  </a:cubicBezTo>
                  <a:cubicBezTo>
                    <a:pt x="58267" y="85"/>
                    <a:pt x="49764" y="1299"/>
                    <a:pt x="40958" y="3121"/>
                  </a:cubicBezTo>
                  <a:cubicBezTo>
                    <a:pt x="32152" y="5247"/>
                    <a:pt x="23346" y="8587"/>
                    <a:pt x="14843" y="12838"/>
                  </a:cubicBezTo>
                  <a:cubicBezTo>
                    <a:pt x="11806" y="14357"/>
                    <a:pt x="9681" y="16482"/>
                    <a:pt x="8770" y="19215"/>
                  </a:cubicBezTo>
                  <a:cubicBezTo>
                    <a:pt x="7859" y="21948"/>
                    <a:pt x="7859" y="24681"/>
                    <a:pt x="8770" y="27111"/>
                  </a:cubicBezTo>
                  <a:cubicBezTo>
                    <a:pt x="9681" y="29540"/>
                    <a:pt x="11199" y="31362"/>
                    <a:pt x="13628" y="32576"/>
                  </a:cubicBezTo>
                  <a:cubicBezTo>
                    <a:pt x="16058" y="33791"/>
                    <a:pt x="18791" y="33184"/>
                    <a:pt x="22435" y="31362"/>
                  </a:cubicBezTo>
                  <a:cubicBezTo>
                    <a:pt x="30026" y="27414"/>
                    <a:pt x="37314" y="24378"/>
                    <a:pt x="44602" y="22556"/>
                  </a:cubicBezTo>
                  <a:cubicBezTo>
                    <a:pt x="51890" y="20734"/>
                    <a:pt x="58874" y="19823"/>
                    <a:pt x="66162" y="19823"/>
                  </a:cubicBezTo>
                  <a:cubicBezTo>
                    <a:pt x="77397" y="19823"/>
                    <a:pt x="85596" y="22859"/>
                    <a:pt x="90758" y="28325"/>
                  </a:cubicBezTo>
                  <a:cubicBezTo>
                    <a:pt x="95921" y="33791"/>
                    <a:pt x="98654" y="42901"/>
                    <a:pt x="98654" y="55351"/>
                  </a:cubicBezTo>
                  <a:lnTo>
                    <a:pt x="98654" y="64765"/>
                  </a:lnTo>
                  <a:lnTo>
                    <a:pt x="88936" y="64765"/>
                  </a:lnTo>
                  <a:cubicBezTo>
                    <a:pt x="66465" y="64765"/>
                    <a:pt x="48853" y="66283"/>
                    <a:pt x="36099" y="69016"/>
                  </a:cubicBezTo>
                  <a:cubicBezTo>
                    <a:pt x="23346" y="71749"/>
                    <a:pt x="13932" y="76304"/>
                    <a:pt x="8466" y="82377"/>
                  </a:cubicBezTo>
                  <a:cubicBezTo>
                    <a:pt x="3000" y="88754"/>
                    <a:pt x="267" y="97256"/>
                    <a:pt x="267" y="107884"/>
                  </a:cubicBezTo>
                  <a:cubicBezTo>
                    <a:pt x="267" y="116387"/>
                    <a:pt x="2393" y="124282"/>
                    <a:pt x="7252" y="130963"/>
                  </a:cubicBezTo>
                  <a:cubicBezTo>
                    <a:pt x="11806" y="137947"/>
                    <a:pt x="18183" y="143413"/>
                    <a:pt x="26079" y="147360"/>
                  </a:cubicBezTo>
                  <a:cubicBezTo>
                    <a:pt x="33974" y="151308"/>
                    <a:pt x="43084" y="153130"/>
                    <a:pt x="53408" y="153130"/>
                  </a:cubicBezTo>
                  <a:close/>
                  <a:moveTo>
                    <a:pt x="57356" y="134607"/>
                  </a:moveTo>
                  <a:cubicBezTo>
                    <a:pt x="47335" y="134607"/>
                    <a:pt x="39440" y="132177"/>
                    <a:pt x="33670" y="126711"/>
                  </a:cubicBezTo>
                  <a:cubicBezTo>
                    <a:pt x="27900" y="121549"/>
                    <a:pt x="25168" y="114869"/>
                    <a:pt x="25168" y="106366"/>
                  </a:cubicBezTo>
                  <a:cubicBezTo>
                    <a:pt x="25168" y="99989"/>
                    <a:pt x="26990" y="94827"/>
                    <a:pt x="30633" y="91183"/>
                  </a:cubicBezTo>
                  <a:cubicBezTo>
                    <a:pt x="34277" y="87539"/>
                    <a:pt x="40958" y="84806"/>
                    <a:pt x="50371" y="83288"/>
                  </a:cubicBezTo>
                  <a:cubicBezTo>
                    <a:pt x="59785" y="81770"/>
                    <a:pt x="72842" y="80859"/>
                    <a:pt x="89240" y="80859"/>
                  </a:cubicBezTo>
                  <a:lnTo>
                    <a:pt x="98654" y="80859"/>
                  </a:lnTo>
                  <a:lnTo>
                    <a:pt x="98654" y="89968"/>
                  </a:lnTo>
                  <a:cubicBezTo>
                    <a:pt x="98654" y="103026"/>
                    <a:pt x="94706" y="113654"/>
                    <a:pt x="87114" y="122157"/>
                  </a:cubicBezTo>
                  <a:cubicBezTo>
                    <a:pt x="79219" y="130659"/>
                    <a:pt x="69502" y="134607"/>
                    <a:pt x="57356" y="134607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ECC27D14-B422-CE3C-DB8E-B4B6ABC6FD4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5238755" y="7791354"/>
              <a:ext cx="109621" cy="197683"/>
            </a:xfrm>
            <a:custGeom>
              <a:avLst/>
              <a:gdLst>
                <a:gd name="csX0" fmla="*/ 83476 w 109621"/>
                <a:gd name="csY0" fmla="*/ 197768 h 197683"/>
                <a:gd name="csX1" fmla="*/ 94104 w 109621"/>
                <a:gd name="csY1" fmla="*/ 196857 h 197683"/>
                <a:gd name="csX2" fmla="*/ 103821 w 109621"/>
                <a:gd name="csY2" fmla="*/ 194428 h 197683"/>
                <a:gd name="csX3" fmla="*/ 108376 w 109621"/>
                <a:gd name="csY3" fmla="*/ 190177 h 197683"/>
                <a:gd name="csX4" fmla="*/ 109894 w 109621"/>
                <a:gd name="csY4" fmla="*/ 183496 h 197683"/>
                <a:gd name="csX5" fmla="*/ 108072 w 109621"/>
                <a:gd name="csY5" fmla="*/ 176208 h 197683"/>
                <a:gd name="csX6" fmla="*/ 103517 w 109621"/>
                <a:gd name="csY6" fmla="*/ 174386 h 197683"/>
                <a:gd name="csX7" fmla="*/ 96533 w 109621"/>
                <a:gd name="csY7" fmla="*/ 175601 h 197683"/>
                <a:gd name="csX8" fmla="*/ 86816 w 109621"/>
                <a:gd name="csY8" fmla="*/ 176816 h 197683"/>
                <a:gd name="csX9" fmla="*/ 63130 w 109621"/>
                <a:gd name="csY9" fmla="*/ 168009 h 197683"/>
                <a:gd name="csX10" fmla="*/ 55843 w 109621"/>
                <a:gd name="csY10" fmla="*/ 141591 h 197683"/>
                <a:gd name="csX11" fmla="*/ 55843 w 109621"/>
                <a:gd name="csY11" fmla="*/ 66586 h 197683"/>
                <a:gd name="csX12" fmla="*/ 94104 w 109621"/>
                <a:gd name="csY12" fmla="*/ 66586 h 197683"/>
                <a:gd name="csX13" fmla="*/ 104732 w 109621"/>
                <a:gd name="csY13" fmla="*/ 56869 h 197683"/>
                <a:gd name="csX14" fmla="*/ 94104 w 109621"/>
                <a:gd name="csY14" fmla="*/ 47456 h 197683"/>
                <a:gd name="csX15" fmla="*/ 55843 w 109621"/>
                <a:gd name="csY15" fmla="*/ 47456 h 197683"/>
                <a:gd name="csX16" fmla="*/ 55843 w 109621"/>
                <a:gd name="csY16" fmla="*/ 12535 h 197683"/>
                <a:gd name="csX17" fmla="*/ 43696 w 109621"/>
                <a:gd name="csY17" fmla="*/ 85 h 197683"/>
                <a:gd name="csX18" fmla="*/ 31246 w 109621"/>
                <a:gd name="csY18" fmla="*/ 12535 h 197683"/>
                <a:gd name="csX19" fmla="*/ 31246 w 109621"/>
                <a:gd name="csY19" fmla="*/ 47456 h 197683"/>
                <a:gd name="csX20" fmla="*/ 10901 w 109621"/>
                <a:gd name="csY20" fmla="*/ 47456 h 197683"/>
                <a:gd name="csX21" fmla="*/ 273 w 109621"/>
                <a:gd name="csY21" fmla="*/ 56869 h 197683"/>
                <a:gd name="csX22" fmla="*/ 10901 w 109621"/>
                <a:gd name="csY22" fmla="*/ 66586 h 197683"/>
                <a:gd name="csX23" fmla="*/ 31246 w 109621"/>
                <a:gd name="csY23" fmla="*/ 66586 h 197683"/>
                <a:gd name="csX24" fmla="*/ 31246 w 109621"/>
                <a:gd name="csY24" fmla="*/ 144020 h 197683"/>
                <a:gd name="csX25" fmla="*/ 44303 w 109621"/>
                <a:gd name="csY25" fmla="*/ 184103 h 197683"/>
                <a:gd name="csX26" fmla="*/ 83476 w 109621"/>
                <a:gd name="csY26" fmla="*/ 197768 h 197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09621" h="197683">
                  <a:moveTo>
                    <a:pt x="83476" y="197768"/>
                  </a:moveTo>
                  <a:cubicBezTo>
                    <a:pt x="86512" y="197768"/>
                    <a:pt x="90156" y="197465"/>
                    <a:pt x="94104" y="196857"/>
                  </a:cubicBezTo>
                  <a:cubicBezTo>
                    <a:pt x="98052" y="196250"/>
                    <a:pt x="101392" y="195339"/>
                    <a:pt x="103821" y="194428"/>
                  </a:cubicBezTo>
                  <a:cubicBezTo>
                    <a:pt x="105947" y="193821"/>
                    <a:pt x="107465" y="192302"/>
                    <a:pt x="108376" y="190177"/>
                  </a:cubicBezTo>
                  <a:cubicBezTo>
                    <a:pt x="109287" y="188355"/>
                    <a:pt x="109894" y="185925"/>
                    <a:pt x="109894" y="183496"/>
                  </a:cubicBezTo>
                  <a:cubicBezTo>
                    <a:pt x="109894" y="180156"/>
                    <a:pt x="109287" y="177727"/>
                    <a:pt x="108072" y="176208"/>
                  </a:cubicBezTo>
                  <a:cubicBezTo>
                    <a:pt x="106858" y="174994"/>
                    <a:pt x="105339" y="174386"/>
                    <a:pt x="103517" y="174386"/>
                  </a:cubicBezTo>
                  <a:cubicBezTo>
                    <a:pt x="101392" y="174386"/>
                    <a:pt x="98962" y="174994"/>
                    <a:pt x="96533" y="175601"/>
                  </a:cubicBezTo>
                  <a:cubicBezTo>
                    <a:pt x="93800" y="176512"/>
                    <a:pt x="90460" y="176816"/>
                    <a:pt x="86816" y="176816"/>
                  </a:cubicBezTo>
                  <a:cubicBezTo>
                    <a:pt x="75884" y="176816"/>
                    <a:pt x="67989" y="174083"/>
                    <a:pt x="63130" y="168009"/>
                  </a:cubicBezTo>
                  <a:cubicBezTo>
                    <a:pt x="58272" y="161936"/>
                    <a:pt x="55843" y="153130"/>
                    <a:pt x="55843" y="141591"/>
                  </a:cubicBezTo>
                  <a:lnTo>
                    <a:pt x="55843" y="66586"/>
                  </a:lnTo>
                  <a:lnTo>
                    <a:pt x="94104" y="66586"/>
                  </a:lnTo>
                  <a:cubicBezTo>
                    <a:pt x="101088" y="66586"/>
                    <a:pt x="104732" y="63550"/>
                    <a:pt x="104732" y="56869"/>
                  </a:cubicBezTo>
                  <a:cubicBezTo>
                    <a:pt x="104732" y="50796"/>
                    <a:pt x="101088" y="47456"/>
                    <a:pt x="94104" y="47456"/>
                  </a:cubicBezTo>
                  <a:lnTo>
                    <a:pt x="55843" y="47456"/>
                  </a:lnTo>
                  <a:lnTo>
                    <a:pt x="55843" y="12535"/>
                  </a:lnTo>
                  <a:cubicBezTo>
                    <a:pt x="55843" y="4336"/>
                    <a:pt x="51591" y="85"/>
                    <a:pt x="43696" y="85"/>
                  </a:cubicBezTo>
                  <a:cubicBezTo>
                    <a:pt x="35194" y="85"/>
                    <a:pt x="31246" y="4336"/>
                    <a:pt x="31246" y="12535"/>
                  </a:cubicBezTo>
                  <a:lnTo>
                    <a:pt x="31246" y="47456"/>
                  </a:lnTo>
                  <a:lnTo>
                    <a:pt x="10901" y="47456"/>
                  </a:lnTo>
                  <a:cubicBezTo>
                    <a:pt x="3613" y="47456"/>
                    <a:pt x="273" y="50796"/>
                    <a:pt x="273" y="56869"/>
                  </a:cubicBezTo>
                  <a:cubicBezTo>
                    <a:pt x="273" y="63550"/>
                    <a:pt x="3613" y="66586"/>
                    <a:pt x="10901" y="66586"/>
                  </a:cubicBezTo>
                  <a:lnTo>
                    <a:pt x="31246" y="66586"/>
                  </a:lnTo>
                  <a:lnTo>
                    <a:pt x="31246" y="144020"/>
                  </a:lnTo>
                  <a:cubicBezTo>
                    <a:pt x="31246" y="161633"/>
                    <a:pt x="35497" y="174994"/>
                    <a:pt x="44303" y="184103"/>
                  </a:cubicBezTo>
                  <a:cubicBezTo>
                    <a:pt x="52806" y="193213"/>
                    <a:pt x="65863" y="197768"/>
                    <a:pt x="83476" y="197768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F965AD60-63B9-342E-F310-0740CF5CF2C6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5366900" y="7773134"/>
              <a:ext cx="32188" cy="214688"/>
            </a:xfrm>
            <a:custGeom>
              <a:avLst/>
              <a:gdLst>
                <a:gd name="csX0" fmla="*/ 16370 w 32188"/>
                <a:gd name="csY0" fmla="*/ 30147 h 214688"/>
                <a:gd name="csX1" fmla="*/ 32464 w 32188"/>
                <a:gd name="csY1" fmla="*/ 14964 h 214688"/>
                <a:gd name="csX2" fmla="*/ 16370 w 32188"/>
                <a:gd name="csY2" fmla="*/ 85 h 214688"/>
                <a:gd name="csX3" fmla="*/ 276 w 32188"/>
                <a:gd name="csY3" fmla="*/ 14964 h 214688"/>
                <a:gd name="csX4" fmla="*/ 16370 w 32188"/>
                <a:gd name="csY4" fmla="*/ 30147 h 214688"/>
                <a:gd name="csX5" fmla="*/ 16370 w 32188"/>
                <a:gd name="csY5" fmla="*/ 214773 h 214688"/>
                <a:gd name="csX6" fmla="*/ 28820 w 32188"/>
                <a:gd name="csY6" fmla="*/ 201412 h 214688"/>
                <a:gd name="csX7" fmla="*/ 28820 w 32188"/>
                <a:gd name="csY7" fmla="*/ 77215 h 214688"/>
                <a:gd name="csX8" fmla="*/ 16370 w 32188"/>
                <a:gd name="csY8" fmla="*/ 64157 h 214688"/>
                <a:gd name="csX9" fmla="*/ 4224 w 32188"/>
                <a:gd name="csY9" fmla="*/ 77215 h 214688"/>
                <a:gd name="csX10" fmla="*/ 4224 w 32188"/>
                <a:gd name="csY10" fmla="*/ 201412 h 214688"/>
                <a:gd name="csX11" fmla="*/ 16370 w 32188"/>
                <a:gd name="csY11" fmla="*/ 214773 h 214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2188" h="214688">
                  <a:moveTo>
                    <a:pt x="16370" y="30147"/>
                  </a:moveTo>
                  <a:cubicBezTo>
                    <a:pt x="26998" y="30147"/>
                    <a:pt x="32464" y="25289"/>
                    <a:pt x="32464" y="14964"/>
                  </a:cubicBezTo>
                  <a:cubicBezTo>
                    <a:pt x="32464" y="5247"/>
                    <a:pt x="26998" y="85"/>
                    <a:pt x="16370" y="85"/>
                  </a:cubicBezTo>
                  <a:cubicBezTo>
                    <a:pt x="5438" y="85"/>
                    <a:pt x="276" y="5247"/>
                    <a:pt x="276" y="14964"/>
                  </a:cubicBezTo>
                  <a:cubicBezTo>
                    <a:pt x="276" y="25289"/>
                    <a:pt x="5438" y="30147"/>
                    <a:pt x="16370" y="30147"/>
                  </a:cubicBezTo>
                  <a:close/>
                  <a:moveTo>
                    <a:pt x="16370" y="214773"/>
                  </a:moveTo>
                  <a:cubicBezTo>
                    <a:pt x="24569" y="214773"/>
                    <a:pt x="28820" y="210522"/>
                    <a:pt x="28820" y="201412"/>
                  </a:cubicBezTo>
                  <a:lnTo>
                    <a:pt x="28820" y="77215"/>
                  </a:lnTo>
                  <a:cubicBezTo>
                    <a:pt x="28820" y="68712"/>
                    <a:pt x="24569" y="64157"/>
                    <a:pt x="16370" y="64157"/>
                  </a:cubicBezTo>
                  <a:cubicBezTo>
                    <a:pt x="8171" y="64157"/>
                    <a:pt x="4224" y="68712"/>
                    <a:pt x="4224" y="77215"/>
                  </a:cubicBezTo>
                  <a:lnTo>
                    <a:pt x="4224" y="201412"/>
                  </a:lnTo>
                  <a:cubicBezTo>
                    <a:pt x="4224" y="210522"/>
                    <a:pt x="8171" y="214773"/>
                    <a:pt x="16370" y="214773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665E5A2D-EF8D-1DD3-E198-B0D7D616AF7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5432187" y="7835992"/>
              <a:ext cx="140898" cy="153045"/>
            </a:xfrm>
            <a:custGeom>
              <a:avLst/>
              <a:gdLst>
                <a:gd name="csX0" fmla="*/ 70728 w 140898"/>
                <a:gd name="csY0" fmla="*/ 153130 h 153045"/>
                <a:gd name="csX1" fmla="*/ 107775 w 140898"/>
                <a:gd name="csY1" fmla="*/ 143716 h 153045"/>
                <a:gd name="csX2" fmla="*/ 132371 w 140898"/>
                <a:gd name="csY2" fmla="*/ 117298 h 153045"/>
                <a:gd name="csX3" fmla="*/ 141177 w 140898"/>
                <a:gd name="csY3" fmla="*/ 76607 h 153045"/>
                <a:gd name="csX4" fmla="*/ 132371 w 140898"/>
                <a:gd name="csY4" fmla="*/ 36220 h 153045"/>
                <a:gd name="csX5" fmla="*/ 107775 w 140898"/>
                <a:gd name="csY5" fmla="*/ 9498 h 153045"/>
                <a:gd name="csX6" fmla="*/ 70728 w 140898"/>
                <a:gd name="csY6" fmla="*/ 85 h 153045"/>
                <a:gd name="csX7" fmla="*/ 33378 w 140898"/>
                <a:gd name="csY7" fmla="*/ 9498 h 153045"/>
                <a:gd name="csX8" fmla="*/ 8781 w 140898"/>
                <a:gd name="csY8" fmla="*/ 36220 h 153045"/>
                <a:gd name="csX9" fmla="*/ 278 w 140898"/>
                <a:gd name="csY9" fmla="*/ 76607 h 153045"/>
                <a:gd name="csX10" fmla="*/ 8781 w 140898"/>
                <a:gd name="csY10" fmla="*/ 117298 h 153045"/>
                <a:gd name="csX11" fmla="*/ 33378 w 140898"/>
                <a:gd name="csY11" fmla="*/ 143716 h 153045"/>
                <a:gd name="csX12" fmla="*/ 70728 w 140898"/>
                <a:gd name="csY12" fmla="*/ 153130 h 153045"/>
                <a:gd name="csX13" fmla="*/ 70728 w 140898"/>
                <a:gd name="csY13" fmla="*/ 133392 h 153045"/>
                <a:gd name="csX14" fmla="*/ 37325 w 140898"/>
                <a:gd name="csY14" fmla="*/ 118816 h 153045"/>
                <a:gd name="csX15" fmla="*/ 25179 w 140898"/>
                <a:gd name="csY15" fmla="*/ 76607 h 153045"/>
                <a:gd name="csX16" fmla="*/ 37325 w 140898"/>
                <a:gd name="csY16" fmla="*/ 34398 h 153045"/>
                <a:gd name="csX17" fmla="*/ 70728 w 140898"/>
                <a:gd name="csY17" fmla="*/ 19823 h 153045"/>
                <a:gd name="csX18" fmla="*/ 103827 w 140898"/>
                <a:gd name="csY18" fmla="*/ 34398 h 153045"/>
                <a:gd name="csX19" fmla="*/ 116277 w 140898"/>
                <a:gd name="csY19" fmla="*/ 76607 h 153045"/>
                <a:gd name="csX20" fmla="*/ 103827 w 140898"/>
                <a:gd name="csY20" fmla="*/ 118816 h 153045"/>
                <a:gd name="csX21" fmla="*/ 70728 w 140898"/>
                <a:gd name="csY21" fmla="*/ 133392 h 15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40898" h="153045">
                  <a:moveTo>
                    <a:pt x="70728" y="153130"/>
                  </a:moveTo>
                  <a:cubicBezTo>
                    <a:pt x="84696" y="153130"/>
                    <a:pt x="97146" y="150093"/>
                    <a:pt x="107775" y="143716"/>
                  </a:cubicBezTo>
                  <a:cubicBezTo>
                    <a:pt x="118403" y="137643"/>
                    <a:pt x="126602" y="128837"/>
                    <a:pt x="132371" y="117298"/>
                  </a:cubicBezTo>
                  <a:cubicBezTo>
                    <a:pt x="138141" y="105759"/>
                    <a:pt x="141177" y="92398"/>
                    <a:pt x="141177" y="76607"/>
                  </a:cubicBezTo>
                  <a:cubicBezTo>
                    <a:pt x="141177" y="61121"/>
                    <a:pt x="138141" y="47760"/>
                    <a:pt x="132371" y="36220"/>
                  </a:cubicBezTo>
                  <a:cubicBezTo>
                    <a:pt x="126602" y="24681"/>
                    <a:pt x="118403" y="15875"/>
                    <a:pt x="107775" y="9498"/>
                  </a:cubicBezTo>
                  <a:cubicBezTo>
                    <a:pt x="97146" y="3425"/>
                    <a:pt x="84696" y="85"/>
                    <a:pt x="70728" y="85"/>
                  </a:cubicBezTo>
                  <a:cubicBezTo>
                    <a:pt x="56152" y="85"/>
                    <a:pt x="43702" y="3425"/>
                    <a:pt x="33378" y="9498"/>
                  </a:cubicBezTo>
                  <a:cubicBezTo>
                    <a:pt x="22749" y="15875"/>
                    <a:pt x="14551" y="24681"/>
                    <a:pt x="8781" y="36220"/>
                  </a:cubicBezTo>
                  <a:cubicBezTo>
                    <a:pt x="3011" y="47759"/>
                    <a:pt x="278" y="61121"/>
                    <a:pt x="278" y="76607"/>
                  </a:cubicBezTo>
                  <a:cubicBezTo>
                    <a:pt x="278" y="92398"/>
                    <a:pt x="3011" y="105759"/>
                    <a:pt x="8781" y="117298"/>
                  </a:cubicBezTo>
                  <a:cubicBezTo>
                    <a:pt x="14551" y="128837"/>
                    <a:pt x="22749" y="137643"/>
                    <a:pt x="33378" y="143716"/>
                  </a:cubicBezTo>
                  <a:cubicBezTo>
                    <a:pt x="43702" y="150093"/>
                    <a:pt x="56152" y="153130"/>
                    <a:pt x="70728" y="153130"/>
                  </a:cubicBezTo>
                  <a:close/>
                  <a:moveTo>
                    <a:pt x="70728" y="133392"/>
                  </a:moveTo>
                  <a:cubicBezTo>
                    <a:pt x="56759" y="133392"/>
                    <a:pt x="45524" y="128533"/>
                    <a:pt x="37325" y="118816"/>
                  </a:cubicBezTo>
                  <a:cubicBezTo>
                    <a:pt x="29126" y="109099"/>
                    <a:pt x="25179" y="94827"/>
                    <a:pt x="25179" y="76607"/>
                  </a:cubicBezTo>
                  <a:cubicBezTo>
                    <a:pt x="25179" y="58388"/>
                    <a:pt x="29126" y="44116"/>
                    <a:pt x="37325" y="34398"/>
                  </a:cubicBezTo>
                  <a:cubicBezTo>
                    <a:pt x="45524" y="24681"/>
                    <a:pt x="56759" y="19823"/>
                    <a:pt x="70728" y="19823"/>
                  </a:cubicBezTo>
                  <a:cubicBezTo>
                    <a:pt x="84393" y="19823"/>
                    <a:pt x="95324" y="24681"/>
                    <a:pt x="103827" y="34398"/>
                  </a:cubicBezTo>
                  <a:cubicBezTo>
                    <a:pt x="112026" y="44116"/>
                    <a:pt x="116277" y="58388"/>
                    <a:pt x="116277" y="76607"/>
                  </a:cubicBezTo>
                  <a:cubicBezTo>
                    <a:pt x="116277" y="94827"/>
                    <a:pt x="112026" y="109099"/>
                    <a:pt x="103827" y="118816"/>
                  </a:cubicBezTo>
                  <a:cubicBezTo>
                    <a:pt x="95324" y="128533"/>
                    <a:pt x="84393" y="133392"/>
                    <a:pt x="70728" y="133392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FD3C4B9F-4CBE-4E20-4321-12E966006B44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5610132" y="7835992"/>
              <a:ext cx="127234" cy="152437"/>
            </a:xfrm>
            <a:custGeom>
              <a:avLst/>
              <a:gdLst>
                <a:gd name="csX0" fmla="*/ 12430 w 127234"/>
                <a:gd name="csY0" fmla="*/ 152523 h 152437"/>
                <a:gd name="csX1" fmla="*/ 24881 w 127234"/>
                <a:gd name="csY1" fmla="*/ 139769 h 152437"/>
                <a:gd name="csX2" fmla="*/ 24881 w 127234"/>
                <a:gd name="csY2" fmla="*/ 66283 h 152437"/>
                <a:gd name="csX3" fmla="*/ 36723 w 127234"/>
                <a:gd name="csY3" fmla="*/ 32880 h 152437"/>
                <a:gd name="csX4" fmla="*/ 69215 w 127234"/>
                <a:gd name="csY4" fmla="*/ 20126 h 152437"/>
                <a:gd name="csX5" fmla="*/ 94723 w 127234"/>
                <a:gd name="csY5" fmla="*/ 29843 h 152437"/>
                <a:gd name="csX6" fmla="*/ 102921 w 127234"/>
                <a:gd name="csY6" fmla="*/ 59906 h 152437"/>
                <a:gd name="csX7" fmla="*/ 102921 w 127234"/>
                <a:gd name="csY7" fmla="*/ 139769 h 152437"/>
                <a:gd name="csX8" fmla="*/ 115372 w 127234"/>
                <a:gd name="csY8" fmla="*/ 152523 h 152437"/>
                <a:gd name="csX9" fmla="*/ 127518 w 127234"/>
                <a:gd name="csY9" fmla="*/ 139769 h 152437"/>
                <a:gd name="csX10" fmla="*/ 127518 w 127234"/>
                <a:gd name="csY10" fmla="*/ 58388 h 152437"/>
                <a:gd name="csX11" fmla="*/ 74985 w 127234"/>
                <a:gd name="csY11" fmla="*/ 85 h 152437"/>
                <a:gd name="csX12" fmla="*/ 44922 w 127234"/>
                <a:gd name="csY12" fmla="*/ 7069 h 152437"/>
                <a:gd name="csX13" fmla="*/ 24273 w 127234"/>
                <a:gd name="csY13" fmla="*/ 28022 h 152437"/>
                <a:gd name="csX14" fmla="*/ 24273 w 127234"/>
                <a:gd name="csY14" fmla="*/ 13142 h 152437"/>
                <a:gd name="csX15" fmla="*/ 12127 w 127234"/>
                <a:gd name="csY15" fmla="*/ 692 h 152437"/>
                <a:gd name="csX16" fmla="*/ 284 w 127234"/>
                <a:gd name="csY16" fmla="*/ 13142 h 152437"/>
                <a:gd name="csX17" fmla="*/ 284 w 127234"/>
                <a:gd name="csY17" fmla="*/ 139769 h 152437"/>
                <a:gd name="csX18" fmla="*/ 12430 w 127234"/>
                <a:gd name="csY18" fmla="*/ 152523 h 15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27234" h="152437">
                  <a:moveTo>
                    <a:pt x="12430" y="152523"/>
                  </a:moveTo>
                  <a:cubicBezTo>
                    <a:pt x="20629" y="152523"/>
                    <a:pt x="24881" y="148271"/>
                    <a:pt x="24881" y="139769"/>
                  </a:cubicBezTo>
                  <a:lnTo>
                    <a:pt x="24881" y="66283"/>
                  </a:lnTo>
                  <a:cubicBezTo>
                    <a:pt x="24881" y="52314"/>
                    <a:pt x="28828" y="41383"/>
                    <a:pt x="36723" y="32880"/>
                  </a:cubicBezTo>
                  <a:cubicBezTo>
                    <a:pt x="44618" y="24378"/>
                    <a:pt x="55550" y="20126"/>
                    <a:pt x="69215" y="20126"/>
                  </a:cubicBezTo>
                  <a:cubicBezTo>
                    <a:pt x="80754" y="20126"/>
                    <a:pt x="89257" y="23467"/>
                    <a:pt x="94723" y="29843"/>
                  </a:cubicBezTo>
                  <a:cubicBezTo>
                    <a:pt x="100189" y="36220"/>
                    <a:pt x="102921" y="46241"/>
                    <a:pt x="102921" y="59906"/>
                  </a:cubicBezTo>
                  <a:lnTo>
                    <a:pt x="102921" y="139769"/>
                  </a:lnTo>
                  <a:cubicBezTo>
                    <a:pt x="102921" y="148271"/>
                    <a:pt x="106869" y="152523"/>
                    <a:pt x="115372" y="152523"/>
                  </a:cubicBezTo>
                  <a:cubicBezTo>
                    <a:pt x="123267" y="152523"/>
                    <a:pt x="127518" y="148271"/>
                    <a:pt x="127518" y="139769"/>
                  </a:cubicBezTo>
                  <a:lnTo>
                    <a:pt x="127518" y="58388"/>
                  </a:lnTo>
                  <a:cubicBezTo>
                    <a:pt x="127518" y="19519"/>
                    <a:pt x="109906" y="85"/>
                    <a:pt x="74985" y="85"/>
                  </a:cubicBezTo>
                  <a:cubicBezTo>
                    <a:pt x="63749" y="85"/>
                    <a:pt x="53728" y="2514"/>
                    <a:pt x="44922" y="7069"/>
                  </a:cubicBezTo>
                  <a:cubicBezTo>
                    <a:pt x="35812" y="11927"/>
                    <a:pt x="29132" y="18912"/>
                    <a:pt x="24273" y="28022"/>
                  </a:cubicBezTo>
                  <a:lnTo>
                    <a:pt x="24273" y="13142"/>
                  </a:lnTo>
                  <a:cubicBezTo>
                    <a:pt x="24273" y="4943"/>
                    <a:pt x="20022" y="692"/>
                    <a:pt x="12127" y="692"/>
                  </a:cubicBezTo>
                  <a:cubicBezTo>
                    <a:pt x="4232" y="692"/>
                    <a:pt x="284" y="4943"/>
                    <a:pt x="284" y="13142"/>
                  </a:cubicBezTo>
                  <a:lnTo>
                    <a:pt x="284" y="139769"/>
                  </a:lnTo>
                  <a:cubicBezTo>
                    <a:pt x="284" y="148271"/>
                    <a:pt x="4232" y="152523"/>
                    <a:pt x="12430" y="152523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6C87EE40-DEAC-5E56-9E39-E4E081598595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5777753" y="7954116"/>
              <a:ext cx="33099" cy="33402"/>
            </a:xfrm>
            <a:custGeom>
              <a:avLst/>
              <a:gdLst>
                <a:gd name="csX0" fmla="*/ 16991 w 33099"/>
                <a:gd name="csY0" fmla="*/ 33487 h 33402"/>
                <a:gd name="csX1" fmla="*/ 28834 w 33099"/>
                <a:gd name="csY1" fmla="*/ 28933 h 33402"/>
                <a:gd name="csX2" fmla="*/ 33389 w 33099"/>
                <a:gd name="csY2" fmla="*/ 16786 h 33402"/>
                <a:gd name="csX3" fmla="*/ 28834 w 33099"/>
                <a:gd name="csY3" fmla="*/ 4943 h 33402"/>
                <a:gd name="csX4" fmla="*/ 16991 w 33099"/>
                <a:gd name="csY4" fmla="*/ 85 h 33402"/>
                <a:gd name="csX5" fmla="*/ 4845 w 33099"/>
                <a:gd name="csY5" fmla="*/ 4943 h 33402"/>
                <a:gd name="csX6" fmla="*/ 290 w 33099"/>
                <a:gd name="csY6" fmla="*/ 16786 h 33402"/>
                <a:gd name="csX7" fmla="*/ 4845 w 33099"/>
                <a:gd name="csY7" fmla="*/ 28933 h 33402"/>
                <a:gd name="csX8" fmla="*/ 16991 w 33099"/>
                <a:gd name="csY8" fmla="*/ 33487 h 334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3099" h="33402">
                  <a:moveTo>
                    <a:pt x="16991" y="33487"/>
                  </a:moveTo>
                  <a:cubicBezTo>
                    <a:pt x="21850" y="33487"/>
                    <a:pt x="25797" y="31969"/>
                    <a:pt x="28834" y="28933"/>
                  </a:cubicBezTo>
                  <a:cubicBezTo>
                    <a:pt x="31870" y="25896"/>
                    <a:pt x="33389" y="21645"/>
                    <a:pt x="33389" y="16786"/>
                  </a:cubicBezTo>
                  <a:cubicBezTo>
                    <a:pt x="33389" y="11927"/>
                    <a:pt x="31870" y="7980"/>
                    <a:pt x="28834" y="4943"/>
                  </a:cubicBezTo>
                  <a:cubicBezTo>
                    <a:pt x="25797" y="1907"/>
                    <a:pt x="21850" y="85"/>
                    <a:pt x="16991" y="85"/>
                  </a:cubicBezTo>
                  <a:cubicBezTo>
                    <a:pt x="11829" y="85"/>
                    <a:pt x="7881" y="1907"/>
                    <a:pt x="4845" y="4943"/>
                  </a:cubicBezTo>
                  <a:cubicBezTo>
                    <a:pt x="1808" y="7980"/>
                    <a:pt x="290" y="11927"/>
                    <a:pt x="290" y="16786"/>
                  </a:cubicBezTo>
                  <a:cubicBezTo>
                    <a:pt x="290" y="21645"/>
                    <a:pt x="1808" y="25896"/>
                    <a:pt x="4845" y="28933"/>
                  </a:cubicBezTo>
                  <a:cubicBezTo>
                    <a:pt x="7881" y="31969"/>
                    <a:pt x="11829" y="33487"/>
                    <a:pt x="16991" y="33487"/>
                  </a:cubicBezTo>
                  <a:close/>
                </a:path>
              </a:pathLst>
            </a:custGeom>
            <a:solidFill>
              <a:srgbClr val="000000"/>
            </a:solidFill>
            <a:ln w="3056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1283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4EDE-6A03-2EA1-CAB8-3F78123A9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Transformer Language </a:t>
            </a:r>
            <a:r>
              <a:rPr lang="en-US" altLang="zh-CN"/>
              <a:t>Models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54CA8-4EB7-693B-2687-71D135EFE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E899B-7D2F-DCD9-BCFC-C4E4E0DDA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9216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7B07E-A3D1-3C2B-B017-E96EB120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F30C2-A671-A559-D900-4A640E03F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Basic Syntax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5523B-1334-EAF3-9596-64B80214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65400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7.35308"/>
  <p:tag name="ORIGINALWIDTH" val=" 335.0301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(\mathbf{x}_{1:n}) = P(x_1, x_2, \ldots, x_n) = P(\texttt{&lt;/s&gt;}\mid x_1, \ldots, x_n)\prod_{i=1}^n P(x_i\mid x_1,x_2, \ldots, x_{i-1})&#10;\end{align*}&#10;&#10;&#10;\end{document}"/>
  <p:tag name="IGUANATEXSIZE" val="24"/>
  <p:tag name="IGUANATEXCURSOR" val="24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7.108038"/>
  <p:tag name="LATEXADDIN" val="\documentclass{article}&#10;\usepackage{nunito}&#10;\usepackage[linguistics]{forest}&#10;\usepackage{amsmath,amssymb}&#10;\pagestyle{empty}&#10;\begin{document}&#10;&#10;\begin{align*}&#10;P(\mathbf{x}_{1:n}) = P(x_1, x_2, \ldots, x_n) = P(\texttt{&lt;/s&gt;}\mid x_1, \ldots, x_n)\prod_{i=1}^n P(x_i\mid x_1,x_2, \ldots, x_{i-1})&#10;\end{align*}&#10;&#10;&#10;\end{document}"/>
  <p:tag name="IGUANATEXSIZE" val="24"/>
  <p:tag name="IGUANATEXCURSOR" val="24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09613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3392"/>
  <p:tag name="ORIGINALWIDTH" val=" 5.60479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581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05708"/>
  <p:tag name="ORIGINALWIDTH" val=" .8013779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57841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09613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4"/>
  <p:tag name="ORIGINALWIDTH" val=" 6.62021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7.108038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09613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95771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581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4764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95771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3.080151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4764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249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249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249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4764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95771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57841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09613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4"/>
  <p:tag name="ORIGINALWIDTH" val=" 6.62021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7.108038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09613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81299"/>
  <p:tag name="ORIGINALWIDTH" val=" 4.101542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740945"/>
  <p:tag name="ORIGINALWIDTH" val=" 4.061712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43307"/>
  <p:tag name="ORIGINALWIDTH" val=" 3.852657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81299"/>
  <p:tag name="ORIGINALWIDTH" val=" 4.101542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.3981955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95771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581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4764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249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249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249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4764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95771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57841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09613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57841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1.59783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1483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75951"/>
  <p:tag name="ORIGINALWIDTH" val=" 5.128937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581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7.108038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09613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95771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1483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.3981955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95771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581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4764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95771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3.080151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4764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249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249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249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6"/>
  <p:tag name="ORIGINALWIDTH" val=" 1.164764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8"/>
  <p:tag name="ORIGINALWIDTH" val=" 4.95771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1483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16995"/>
  <p:tag name="ORIGINALWIDTH" val=" 4.710793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581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3"/>
  <p:tag name="ORIGINALWIDTH" val=" 2.309613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4.53811"/>
  <p:tag name="ORIGINALWIDTH" val=" 100.0374"/>
  <p:tag name="OUTPUTTYPE" val="SVG"/>
  <p:tag name="IGUANATEXVERSION" val="162"/>
  <p:tag name="LATEXADDIN" val="\documentclass{article}&#10;\usepackage{amsmath,amssymb}&#10;\pagestyle{empty}&#10;\begin{document}&#10;&#10;\begin{align*}&#10;\mathbf{s} = \text{softmax}(\mathbf{W}\mathbf{c}) \\&#10;\mathbf{W} \in \mathbb{R}^{|V|\times 2d} \quad \mathbf{c}\in\mathbb{R}^{2d}&#10;\end{align*}&#10;&#10;&#10;\end{document}"/>
  <p:tag name="IGUANATEXSIZE" val="20"/>
  <p:tag name="IGUANATEXCURSOR" val="232"/>
  <p:tag name="TRANSPARENCY" val="True"/>
  <p:tag name="CHOOSECOLOR" val="False"/>
  <p:tag name="COLORHEX" val="000000"/>
  <p:tag name="LATEXENGINEID" val="0"/>
  <p:tag name="TEMPFOLDER" val="D:\Files\Temp\"/>
  <p:tag name="LATEXFORMHEIGHT" val=" 320"/>
  <p:tag name="LATEXFORMWIDTH" val=" 385"/>
  <p:tag name="LATEXFORMWRAP" val="True"/>
  <p:tag name="BITMAPVECTOR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3.774685"/>
  <p:tag name="LATEXADDIN" val="\documentclass{article}&#10;\usepackage{amsmath,amssymb}&#10;\pagestyle{empty}&#10;\begin{document}&#10;&#10;\begin{align*}&#10;\mathbf{s} = \text{softmax}(\mathbf{W}\mathbf{c}) \\&#10;\mathbf{W} \in \mathbb{R}^{|V|\times 2d} \quad \mathbf{c}\in\mathbb{R}^{2d}&#10;\end{align*}&#10;&#10;&#10;\end{document}"/>
  <p:tag name="IGUANATEXSIZE" val="20"/>
  <p:tag name="IGUANATEXCURSOR" val="232"/>
  <p:tag name="TRANSPARENCY" val="True"/>
  <p:tag name="CHOOSECOLOR" val="False"/>
  <p:tag name="COLORHEX" val="000000"/>
  <p:tag name="LATEXENGINEID" val="0"/>
  <p:tag name="TEMPFOLDER" val="D:\Files\Temp\"/>
  <p:tag name="LATEXFORMHEIGHT" val=" 320"/>
  <p:tag name="LATEXFORMWIDTH" val=" 385"/>
  <p:tag name="LATEXFORMWRAP" val="True"/>
  <p:tag name="BITMAPVECTOR" val="1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13"/>
  <p:tag name="ORIGINALWIDTH" val=" 6.658267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3.274055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4.435512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53386"/>
  <p:tag name="ORIGINALWIDTH" val=" 3.244016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174212"/>
  <p:tag name="ORIGINALWIDTH" val=" 3.133898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59449"/>
  <p:tag name="ORIGINALWIDTH" val=" 7.819725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4.515591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50945"/>
  <p:tag name="ORIGINALWIDTH" val=" 5.04626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22874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44921"/>
  <p:tag name="ORIGINALWIDTH" val=" 11.41417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4.405472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2"/>
  <p:tag name="ORIGINALWIDTH" val=" 2.322874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44921"/>
  <p:tag name="ORIGINALWIDTH" val=" 11.41417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20512"/>
  <p:tag name="ORIGINALWIDTH" val=" 5.00622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6142"/>
  <p:tag name="ORIGINALWIDTH" val=" 6.878543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04095"/>
  <p:tag name="ORIGINALWIDTH" val=" .3434252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53583"/>
  <p:tag name="ORIGINALWIDTH" val=" 5.480787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04095"/>
  <p:tag name="ORIGINALWIDTH" val=" .3434252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693661"/>
  <p:tag name="ORIGINALWIDTH" val=" 3.756654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291"/>
  <p:tag name="ORIGINALWIDTH" val=" 3.097835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0473"/>
  <p:tag name="ORIGINALWIDTH" val=" 3.60248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87"/>
  <p:tag name="ORIGINALWIDTH" val=" 4.405472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20512"/>
  <p:tag name="ORIGINALWIDTH" val=" 5.00622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6142"/>
  <p:tag name="ORIGINALWIDTH" val=" 6.878543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291"/>
  <p:tag name="ORIGINALWIDTH" val=" 3.097835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0473"/>
  <p:tag name="ORIGINALWIDTH" val=" 3.60248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1"/>
  <p:tag name="CHOOSECOLOR" val="False"/>
  <p:tag name="COLORHEX" val="000000"/>
  <p:tag name="IGUANATEXCURSOR" val="192"/>
  <p:tag name="IGUANATEXSIZE" val="24"/>
  <p:tag name="IGUANATEXVERSION" val="162"/>
  <p:tag name="LATEXADDIN" val="\documentclass{article}&#10;\usepackage{nunito}&#10;\usepackage[linguistics]{forest}&#10;\usepackage{amsmath,amssymb}&#10;\pagestyle{empty}&#10;\begin{document}&#10;&#10;\begin{align*}&#10;P(x_i\mid x_1,x_2, \ldots, x_{i-1})&#10;\end{align*}&#10;&#10;&#10;\end{document}"/>
  <p:tag name="LATEXENGINEID" val="0"/>
  <p:tag name="LATEXFORMHEIGHT" val=" 320"/>
  <p:tag name="LATEXFORMWIDTH" val=" 385"/>
  <p:tag name="LATEXFORMWRAP" val="True"/>
  <p:tag name="ORIGINALHEIGHT" val=" 9.71355"/>
  <p:tag name="ORIGINALWIDTH" val=" 97.5499"/>
  <p:tag name="OUTPUTTYPE" val="SVG"/>
  <p:tag name="TEMPFOLDER" val="c:\temp\"/>
  <p:tag name="TRANSPARENCY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9.34301"/>
  <p:tag name="ORIGINALWIDTH" val=" 139.7298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x_i  \xrightarrow{\text{look-up in }\mathbf{U}} &amp;\mathbf{w}_i \in \mathbb{R}^d \\&#10;x_1, x_2, \ldots, x_{i-1} \rightarrow&amp; \frac{1}{i}\sum_{j=1}^{i-1}\mathbf{w}_j \in \mathbb{R}^d &#10;\end{align*}&#10;&#10;&#10;&#10;\end{document}"/>
  <p:tag name="IGUANATEXSIZE" val="24"/>
  <p:tag name="IGUANATEXCURSOR" val="27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1"/>
  <p:tag name="CHOOSECOLOR" val="False"/>
  <p:tag name="COLORHEX" val="000000"/>
  <p:tag name="IGUANATEXCURSOR" val="338"/>
  <p:tag name="IGUANATEXSIZE" val="24"/>
  <p:tag name="IGUANATEXVERSION" val="162"/>
  <p:tag name="LATEXADDIN" val="\documentclass{article}&#10;\usepackage{nunito}&#10;\usepackage[linguistics]{forest}&#10;\usepackage{amsmath,amssymb}&#10;\pagestyle{empty}&#10;\begin{document}&#10;&#10;\begin{align*}&#10;&amp; P(x_i=v\mid x_1,x_2,\ldots,x_{i-1}) \\&#10;= &amp; \text{softmax}_v \mathbf{W} \left(\frac{1}{i}\sum_{j=1}^{i-1}\mathbf{w}_j\right) \\&#10;&amp; \mathbf{W}\in\mathbb{R}^{|V|\times d}&#10;\end{align*}&#10;&#10;&#10;\end{document}"/>
  <p:tag name="LATEXENGINEID" val="0"/>
  <p:tag name="LATEXFORMHEIGHT" val=" 320"/>
  <p:tag name="LATEXFORMWIDTH" val=" 385"/>
  <p:tag name="LATEXFORMWRAP" val="True"/>
  <p:tag name="ORIGINALHEIGHT" val=" 64.13969"/>
  <p:tag name="ORIGINALWIDTH" val=" 123.8565"/>
  <p:tag name="OUTPUTTYPE" val="SVG"/>
  <p:tag name="TEMPFOLDER" val="c:\temp\"/>
  <p:tag name="TRANSPARENCY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1"/>
  <p:tag name="CHOOSECOLOR" val="False"/>
  <p:tag name="COLORHEX" val="000000"/>
  <p:tag name="EMFCHILD" val="True"/>
  <p:tag name="IGUANATEXCURSOR" val="338"/>
  <p:tag name="IGUANATEXSIZE" val="24"/>
  <p:tag name="LATEXADDIN" val="\documentclass{article}&#10;\usepackage{nunito}&#10;\usepackage[linguistics]{forest}&#10;\usepackage{amsmath,amssymb}&#10;\pagestyle{empty}&#10;\begin{document}&#10;&#10;\begin{align*}&#10;&amp; P(x_i=v\mid x_1,x_2,\ldots,x_{i-1}) \\&#10;= &amp; \text{softmax}_v \mathbf{W} \left(\frac{1}{i}\sum_{j=1}^{i-1}\mathbf{w}_j\right) \\&#10;&amp; \mathbf{W}\in\mathbb{R}^{|V|\times d}&#10;\end{align*}&#10;&#10;&#10;\end{document}"/>
  <p:tag name="LATEXENGINEID" val="0"/>
  <p:tag name="LATEXFORMHEIGHT" val=" 320"/>
  <p:tag name="LATEXFORMWIDTH" val=" 385"/>
  <p:tag name="LATEXFORMWRAP" val="True"/>
  <p:tag name="ORIGINALHEIGHT" val=" 6.752132"/>
  <p:tag name="ORIGINALWIDTH" val=" 7.127526"/>
  <p:tag name="TEMPFOLDER" val="c:\temp\"/>
  <p:tag name="TRANSPARENCY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9.88599"/>
  <p:tag name="ORIGINALWIDTH" val=" 2.31594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478346"/>
  <p:tag name="ORIGINALWIDTH" val=" 4.97129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657283"/>
  <p:tag name="ORIGINALWIDTH" val=" 2.1172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2.31332"/>
  <p:tag name="ORIGINALWIDTH" val=" 6.63838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478346"/>
  <p:tag name="ORIGINALWIDTH" val=" 4.382316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9.88599"/>
  <p:tag name="ORIGINALWIDTH" val=" .399278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478346"/>
  <p:tag name="ORIGINALWIDTH" val=" 4.97129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595013"/>
  <p:tag name="ORIGINALWIDTH" val=" 2.543537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2.955905"/>
  <p:tag name="ORIGINALWIDTH" val=" 1.167946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478346"/>
  <p:tag name="ORIGINALWIDTH" val=" 4.97129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595013"/>
  <p:tag name="ORIGINALWIDTH" val=" 3.088583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2.955905"/>
  <p:tag name="ORIGINALWIDTH" val=" 1.16794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.0479"/>
  <p:tag name="ORIGINALWIDTH" val=" 1.058136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.0479"/>
  <p:tag name="ORIGINALWIDTH" val=" 1.058136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.0479"/>
  <p:tag name="ORIGINALWIDTH" val=" 1.05813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2.955905"/>
  <p:tag name="ORIGINALWIDTH" val=" 1.167946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478346"/>
  <p:tag name="ORIGINALWIDTH" val=" 4.97129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657283"/>
  <p:tag name="ORIGINALWIDTH" val=" 2.11729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.3390748"/>
  <p:tag name="ORIGINALWIDTH" val=" 4.72372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595013"/>
  <p:tag name="ORIGINALWIDTH" val=" 2.543537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9.88599"/>
  <p:tag name="ORIGINALWIDTH" val=" 2.31594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2.31332"/>
  <p:tag name="ORIGINALWIDTH" val=" 6.638386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982545"/>
  <p:tag name="ORIGINALWIDTH" val=" 3.86322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982545"/>
  <p:tag name="ORIGINALWIDTH" val=" 4.631889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7.078346"/>
  <p:tag name="ORIGINALWIDTH" val=" 3.443963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6.435761"/>
  <p:tag name="ORIGINALWIDTH" val=" 3.60367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962762"/>
  <p:tag name="ORIGINALWIDTH" val=" 7.017716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982545"/>
  <p:tag name="ORIGINALWIDTH" val=" 4.012959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933104"/>
  <p:tag name="ORIGINALWIDTH" val=" 4.36187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3.12792"/>
  <p:tag name="ORIGINALWIDTH" val=" 3.40305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6.860859"/>
  <p:tag name="ORIGINALWIDTH" val=" 11.3801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7.88376"/>
  <p:tag name="ORIGINALWIDTH" val=" 5.50039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7.88376"/>
  <p:tag name="ORIGINALWIDTH" val=" 5.500393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6.584055"/>
  <p:tag name="ORIGINALWIDTH" val=" 3.294226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.3954068"/>
  <p:tag name="ORIGINALWIDTH" val=" 4.99127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6.643373"/>
  <p:tag name="ORIGINALWIDTH" val=" 2.635367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657283"/>
  <p:tag name="ORIGINALWIDTH" val=" 2.11729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.3390748"/>
  <p:tag name="ORIGINALWIDTH" val=" 4.72372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595013"/>
  <p:tag name="ORIGINALWIDTH" val=" 2.543537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3.84039"/>
  <p:tag name="ORIGINALWIDTH" val=" 13.28678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5.999803"/>
  <p:tag name="ORIGINALWIDTH" val=" 3.067618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.861516"/>
  <p:tag name="ORIGINALWIDTH" val=" 5.14301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595013"/>
  <p:tag name="ORIGINALWIDTH" val=" 2.543537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428904"/>
  <p:tag name="ORIGINALWIDTH" val=" 7.78638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5.999803"/>
  <p:tag name="ORIGINALWIDTH" val=" 3.067618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7.88376"/>
  <p:tag name="ORIGINALWIDTH" val=" 5.50039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7.88376"/>
  <p:tag name="ORIGINALWIDTH" val=" 5.50039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6.860859"/>
  <p:tag name="ORIGINALWIDTH" val=" 11.3801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5.733858"/>
  <p:tag name="ORIGINALWIDTH" val=" 4.991273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6.771883"/>
  <p:tag name="ORIGINALWIDTH" val=" 6.858005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6.920177"/>
  <p:tag name="ORIGINALWIDTH" val=" .3423885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864895"/>
  <p:tag name="ORIGINALWIDTH" val=" 5.464436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6.920177"/>
  <p:tag name="ORIGINALWIDTH" val=" .342388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3.702296"/>
  <p:tag name="ORIGINALWIDTH" val=" 3.745439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871817"/>
  <p:tag name="ORIGINALWIDTH" val=" 3.591699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3"/>
  <p:tag name="ORIGINALWIDTH" val=" 4.970246"/>
  <p:tag name="LATEXADDIN" val="\documentclass{article}&#10;\usepackage{nunito}&#10;\usepackage[linguistics]{forest}&#10;\usepackage{amsmath,amssymb}&#10;\pagestyle{empty}&#10;\begin{document}&#10;&#10;\begin{align*}&#10;x_i  \xrightarrow{\text{look-up in }\mathbf{U}} &amp;\mathbf{w}_i \in \mathbb{R}^d \\&#10;x_1, x_2, \ldots, x_{i-1} \rightarrow&amp; \frac{1}{i}\sum_{j=1}^{i-1}\mathbf{w}_j \in \mathbb{R}^d &#10;\end{align*}&#10;&#10;&#10;&#10;\end{document}"/>
  <p:tag name="IGUANATEXSIZE" val="24"/>
  <p:tag name="IGUANATEXCURSOR" val="27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46453"/>
  <p:tag name="ORIGINALWIDTH" val=" 2.116832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77851"/>
  <p:tag name="ORIGINALWIDTH" val=" 1.509023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79656"/>
  <p:tag name="ORIGINALWIDTH" val=" 3.241636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79656"/>
  <p:tag name="ORIGINALWIDTH" val=" 3.241636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64038"/>
  <p:tag name="ORIGINALWIDTH" val=" 2.75909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4625653"/>
  <p:tag name="ORIGINALWIDTH" val=" 2.053971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65844"/>
  <p:tag name="ORIGINALWIDTH" val=" 2.878348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08592"/>
  <p:tag name="ORIGINALWIDTH" val=" 3.220671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81197"/>
  <p:tag name="ORIGINALWIDTH" val=" .7405189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465844"/>
  <p:tag name="ORIGINALWIDTH" val=" 2.927233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19058"/>
  <p:tag name="ORIGINALWIDTH" val=" 6.078055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5207"/>
  <p:tag name="ORIGINALWIDTH" val=" 6.098036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5207"/>
  <p:tag name="ORIGINALWIDTH" val=" 6.098036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5207"/>
  <p:tag name="ORIGINALWIDTH" val=" 6.098036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5207"/>
  <p:tag name="ORIGINALWIDTH" val=" 6.098036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5207"/>
  <p:tag name="ORIGINALWIDTH" val=" 6.098036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5207"/>
  <p:tag name="ORIGINALWIDTH" val=" 6.098036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5207"/>
  <p:tag name="ORIGINALWIDTH" val=" 6.098036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48487"/>
  <p:tag name="ORIGINALWIDTH" val=" 8.862604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18599"/>
  <p:tag name="ORIGINALWIDTH" val=" 7.784717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46453"/>
  <p:tag name="ORIGINALWIDTH" val=" 2.116832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20534"/>
  <p:tag name="ORIGINALWIDTH" val=" 4.990193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6163"/>
  <p:tag name="ORIGINALWIDTH" val=" 6.856534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0462"/>
  <p:tag name="ORIGINALWIDTH" val=" 3.590947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3"/>
  <p:tag name="ORIGINALWIDTH" val=" 4.970246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4"/>
  <p:tag name="ORIGINALWIDTH" val=" 2.543014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3"/>
  <p:tag name="ORIGINALWIDTH" val=" 1.167684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3"/>
  <p:tag name="ORIGINALWIDTH" val=" 4.970246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4"/>
  <p:tag name="ORIGINALWIDTH" val=" 3.087929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3"/>
  <p:tag name="ORIGINALWIDTH" val=" 1.167684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7908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7908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7908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3"/>
  <p:tag name="ORIGINALWIDTH" val=" 1.167684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43"/>
  <p:tag name="ORIGINALWIDTH" val=" 4.970246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46453"/>
  <p:tag name="ORIGINALWIDTH" val=" 2.116832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82871"/>
  <p:tag name="ORIGINALWIDTH" val=" 4.722706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4"/>
  <p:tag name="ORIGINALWIDTH" val=" 2.543014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148487"/>
  <p:tag name="ORIGINALWIDTH" val=" 8.862604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8762"/>
  <p:tag name="ORIGINALWIDTH" val=" 3.293539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4879"/>
  <p:tag name="ORIGINALWIDTH" val=" 4.990227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27915"/>
  <p:tag name="ORIGINALWIDTH" val=" 2.634811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46453"/>
  <p:tag name="ORIGINALWIDTH" val=" 2.116832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82871"/>
  <p:tag name="ORIGINALWIDTH" val=" 4.722706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4"/>
  <p:tag name="ORIGINALWIDTH" val=" 2.543014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0819"/>
  <p:tag name="ORIGINALWIDTH" val=" 13.28393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985855"/>
  <p:tag name="ORIGINALWIDTH" val=" 3.066964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57184"/>
  <p:tag name="ORIGINALWIDTH" val=" 5.1419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4"/>
  <p:tag name="ORIGINALWIDTH" val=" 2.543014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18599"/>
  <p:tag name="ORIGINALWIDTH" val=" 7.784717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985855"/>
  <p:tag name="ORIGINALWIDTH" val=" 3.066964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20534"/>
  <p:tag name="ORIGINALWIDTH" val=" 4.990193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6163"/>
  <p:tag name="ORIGINALWIDTH" val=" 6.856534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0462"/>
  <p:tag name="ORIGINALWIDTH" val=" 3.590947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ITMAPVECTOR" val="1"/>
  <p:tag name="CHOOSECOLOR" val="False"/>
  <p:tag name="COLORHEX" val="000000"/>
  <p:tag name="EMFCHILD" val="True"/>
  <p:tag name="IGUANATEXCURSOR" val="192"/>
  <p:tag name="IGUANATEXSIZE" val="24"/>
  <p:tag name="LATEXADDIN" val="\documentclass{article}&#10;\usepackage{nunito}&#10;\usepackage[linguistics]{forest}&#10;\usepackage{amsmath,amssymb}&#10;\pagestyle{empty}&#10;\begin{document}&#10;&#10;\begin{align*}&#10;P(x_i\mid x_1,x_2, \ldots, x_{i-1})&#10;\end{align*}&#10;&#10;&#10;\end{document}"/>
  <p:tag name="LATEXENGINEID" val="0"/>
  <p:tag name="LATEXFORMHEIGHT" val=" 320"/>
  <p:tag name="LATEXFORMWIDTH" val=" 385"/>
  <p:tag name="LATEXFORMWRAP" val="True"/>
  <p:tag name="ORIGINALHEIGHT" val=" 6.63435"/>
  <p:tag name="ORIGINALWIDTH" val=" 7.11332"/>
  <p:tag name="TEMPFOLDER" val="c:\temp\"/>
  <p:tag name="TRANSPARENCY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9.71355"/>
  <p:tag name="ORIGINALWIDTH" val=" 2.311319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400229"/>
  <p:tag name="ORIGINALWIDTH" val=" 4.961384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57605"/>
  <p:tag name="ORIGINALWIDTH" val=" 2.113058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9.71355"/>
  <p:tag name="ORIGINALWIDTH" val=" .3984908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400229"/>
  <p:tag name="ORIGINALWIDTH" val=" 4.961384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514862"/>
  <p:tag name="ORIGINALWIDTH" val=" 2.53845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2.90433"/>
  <p:tag name="ORIGINALWIDTH" val=" 1.165617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400229"/>
  <p:tag name="ORIGINALWIDTH" val=" 4.961384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514862"/>
  <p:tag name="ORIGINALWIDTH" val=" 3.082415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2.90433"/>
  <p:tag name="ORIGINALWIDTH" val=" 1.165617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.029626"/>
  <p:tag name="ORIGINALWIDTH" val=" 1.056037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.029626"/>
  <p:tag name="ORIGINALWIDTH" val=" 1.056037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1.029626"/>
  <p:tag name="ORIGINALWIDTH" val=" 1.056037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2.90433"/>
  <p:tag name="ORIGINALWIDTH" val=" 1.165617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400229"/>
  <p:tag name="ORIGINALWIDTH" val=" 4.961384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57605"/>
  <p:tag name="ORIGINALWIDTH" val=" 2.113058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.3331693"/>
  <p:tag name="ORIGINALWIDTH" val=" 4.714304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4.514862"/>
  <p:tag name="ORIGINALWIDTH" val=" 2.53845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FCHILD" val="True"/>
  <p:tag name="ORIGINALHEIGHT" val=" 9.71355"/>
  <p:tag name="ORIGINALWIDTH" val=" 2.311319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4.65751"/>
  <p:tag name="ORIGINALWIDTH" val=" 136.3384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L_t &amp;= -\log P_\Theta(x_t\mid x_1, \ldots, x_{t-1}) \\&#10;\Theta &amp;= \{\mathbf{U}, \mathbf{W}_{xh}, \mathbf{W}_{hh}\}&#10;\end{align*}&#10;&#10;&#10;\end{document}"/>
  <p:tag name="IGUANATEXSIZE" val="24"/>
  <p:tag name="IGUANATEXCURSOR" val="26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3.17175"/>
  <p:tag name="ORIGINALWIDTH" val=" 148.6333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L &amp;= \sum_t L_t \\&#10;  &amp;= \sum_t -\log P_\Theta(x_t\mid x_1, \ldots, x_{t-1}) \\&#10;  &amp;= -\log P_\Theta(\mathbf{x})&#10;\end{align*}&#10;&#10;&#10;\end{document}"/>
  <p:tag name="IGUANATEXSIZE" val="24"/>
  <p:tag name="IGUANATEXCURSOR" val="26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76345"/>
  <p:tag name="ORIGINALWIDTH" val=" 115.5744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\nabla_\Theta L \text{ via backpropagation.}&#10;\end{align*}&#10;&#10;&#10;\end{document}"/>
  <p:tag name="IGUANATEXSIZE" val="24"/>
  <p:tag name="IGUANATEXCURSOR" val="18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33235"/>
  <p:tag name="ORIGINALWIDTH" val=" 7.352397"/>
  <p:tag name="LATEXADDIN" val="\documentclass{article}&#10;\usepackage{nunito}&#10;\usepackage[linguistics]{forest}&#10;\usepackage{amsmath,amssymb}&#10;\pagestyle{empty}&#10;\begin{document}&#10;&#10;\begin{align*}&#10;\nabla_\Theta L \text{ via backpropagation.}&#10;\end{align*}&#10;&#10;&#10;\end{document}"/>
  <p:tag name="IGUANATEXSIZE" val="24"/>
  <p:tag name="IGUANATEXCURSOR" val="18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4206"/>
  <p:tag name="ORIGINALWIDTH" val=" 5.132744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2"/>
  <p:tag name="ORIGINALWIDTH" val=" 6.017423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81299"/>
  <p:tag name="ORIGINALWIDTH" val=" 4.602889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4357"/>
  <p:tag name="ORIGINALWIDTH" val=" 1.056037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4955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83038"/>
  <p:tag name="ORIGINALWIDTH" val=" 4.592751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4955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3.949476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63123"/>
  <p:tag name="ORIGINALWIDTH" val=" 3.934515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94521"/>
  <p:tag name="ORIGINALWIDTH" val=" 4.592751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13484"/>
  <p:tag name="ORIGINALWIDTH" val=" 2.741832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2639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94521"/>
  <p:tag name="ORIGINALWIDTH" val=" 4.592751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4955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14435"/>
  <p:tag name="ORIGINALWIDTH" val=" 4.622639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004955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85662"/>
  <p:tag name="ORIGINALWIDTH" val=" 3.59649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4357"/>
  <p:tag name="ORIGINALWIDTH" val=" 1.056037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21161"/>
  <p:tag name="ORIGINALWIDTH" val=" 4.622639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1214"/>
  <p:tag name="ORIGINALWIDTH" val=" 4.174345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95866"/>
  <p:tag name="ORIGINALWIDTH" val=" 1.085925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2132"/>
  <p:tag name="ORIGINALWIDTH" val=" 6.017421"/>
  <p:tag name="LATEXADDIN" val="\documentclass{article}&#10;\usepackage{nunito}&#10;\usepackage[linguistics]{forest}&#10;\usepackage{amsmath,amssymb}&#10;\pagestyle{empty}&#10;\begin{document}&#10;&#10;\begin{align*}&#10;L &amp;= \sum_t L_t \\&#10;  &amp;= \sum_t -\log P_\Theta(x_t\mid x_1, \ldots, x_{t-1}) \\&#10;  &amp;= -\log P_\Theta(\mathbf{x})&#10;\end{align*}&#10;&#10;&#10;\end{document}"/>
  <p:tag name="IGUANATEXSIZE" val="24"/>
  <p:tag name="IGUANATEXCURSOR" val="26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1332"/>
  <p:tag name="ORIGINALWIDTH" val=" 6.625131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4039"/>
  <p:tag name="ORIGINALWIDTH" val=" 13.26027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94324"/>
  <p:tag name="ORIGINALWIDTH" val=" 2.357152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2132"/>
  <p:tag name="ORIGINALWIDTH" val=" 6.017421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94324"/>
  <p:tag name="ORIGINALWIDTH" val=" 2.357152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1332"/>
  <p:tag name="ORIGINALWIDTH" val=" 6.625131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4039"/>
  <p:tag name="ORIGINALWIDTH" val=" 13.26027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94324"/>
  <p:tag name="ORIGINALWIDTH" val=" 2.357152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54396"/>
  <p:tag name="ORIGINALWIDTH" val=" 6.087172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60859"/>
  <p:tag name="ORIGINALWIDTH" val=" 2.21168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37663"/>
  <p:tag name="ORIGINALWIDTH" val=" 4.413419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14862"/>
  <p:tag name="ORIGINALWIDTH" val=" 4.55292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2132"/>
  <p:tag name="ORIGINALWIDTH" val=" 7.11332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3281"/>
  <p:tag name="ORIGINALWIDTH" val=" 5.132742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9"/>
  <p:tag name="ORIGINALWIDTH" val=" 2.311319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78346"/>
  <p:tag name="ORIGINALWIDTH" val=" 4.961384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94324"/>
  <p:tag name="ORIGINALWIDTH" val=" 2.357152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9"/>
  <p:tag name="ORIGINALWIDTH" val=" .3984908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78346"/>
  <p:tag name="ORIGINALWIDTH" val=" 4.961384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95013"/>
  <p:tag name="ORIGINALWIDTH" val=" 2.538451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55905"/>
  <p:tag name="ORIGINALWIDTH" val=" 1.165617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79"/>
  <p:tag name="ORIGINALWIDTH" val=" 1.056037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79"/>
  <p:tag name="ORIGINALWIDTH" val=" 1.056037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79"/>
  <p:tag name="ORIGINALWIDTH" val=" 1.056037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55905"/>
  <p:tag name="ORIGINALWIDTH" val=" 1.165617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78346"/>
  <p:tag name="ORIGINALWIDTH" val=" 4.961384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94324"/>
  <p:tag name="ORIGINALWIDTH" val=" 2.357152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90748"/>
  <p:tag name="ORIGINALWIDTH" val=" 4.714304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95013"/>
  <p:tag name="ORIGINALWIDTH" val=" 2.538451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9"/>
  <p:tag name="ORIGINALWIDTH" val=" 2.311319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1332"/>
  <p:tag name="ORIGINALWIDTH" val=" 6.625131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54396"/>
  <p:tag name="ORIGINALWIDTH" val=" 6.087172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60859"/>
  <p:tag name="ORIGINALWIDTH" val=" 2.21168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37663"/>
  <p:tag name="ORIGINALWIDTH" val=" 4.413419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14862"/>
  <p:tag name="ORIGINALWIDTH" val=" 4.55292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2132"/>
  <p:tag name="ORIGINALWIDTH" val=" 7.11332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03281"/>
  <p:tag name="ORIGINALWIDTH" val=" 5.132742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9"/>
  <p:tag name="ORIGINALWIDTH" val=" 2.311319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9369"/>
  <p:tag name="ORIGINALWIDTH" val=" 5.608957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9"/>
  <p:tag name="ORIGINALWIDTH" val=" 2.311319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6.028412"/>
  <p:tag name="LATEXADDIN" val="\documentclass{article}&#10;\usepackage{nunito}&#10;\usepackage[linguistics]{forest}&#10;\usepackage{amsmath,amssymb}&#10;\pagestyle{empty}&#10;\begin{document}&#10;&#10;\begin{align*}&#10;L_t &amp;= -\log P_\Theta(x_t\mid x_1, \ldots, x_{t-1}) \\&#10;\Theta &amp;= \{\mathbf{U}, \mathbf{W}_{xh}, \mathbf{W}_{hh}\}&#10;\end{align*}&#10;&#10;&#10;\end{document}"/>
  <p:tag name="IGUANATEXSIZE" val="24"/>
  <p:tag name="IGUANATEXCURSOR" val="26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4088"/>
  <p:tag name="ORIGINALWIDTH" val=" 2.36145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39"/>
  <p:tag name="ORIGINALWIDTH" val=" 6.637238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44882"/>
  <p:tag name="ORIGINALWIDTH" val=" 6.098262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44914"/>
  <p:tag name="ORIGINALWIDTH" val=" 2.215715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27099"/>
  <p:tag name="ORIGINALWIDTH" val=" 4.42149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99704"/>
  <p:tag name="ORIGINALWIDTH" val=" 4.561221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12628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91666"/>
  <p:tag name="ORIGINALWIDTH" val=" 5.142093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"/>
  <p:tag name="ORIGINALWIDTH" val=" 2.315519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7044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4088"/>
  <p:tag name="ORIGINALWIDTH" val=" 2.36145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"/>
  <p:tag name="ORIGINALWIDTH" val=" .3992126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7044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4311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5"/>
  <p:tag name="ORIGINALWIDTH" val=" 1.167749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794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794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794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5"/>
  <p:tag name="ORIGINALWIDTH" val=" 1.167749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7044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4088"/>
  <p:tag name="ORIGINALWIDTH" val=" 2.36145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82874"/>
  <p:tag name="ORIGINALWIDTH" val=" 4.722901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4311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"/>
  <p:tag name="ORIGINALWIDTH" val=" 2.315519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70406"/>
  <p:tag name="ORIGINALWIDTH" val=" 6.637238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39"/>
  <p:tag name="ORIGINALWIDTH" val=" 6.637238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"/>
  <p:tag name="ORIGINALWIDTH" val=" 3.543176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74507"/>
  <p:tag name="ORIGINALWIDTH" val=" 8.044521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5"/>
  <p:tag name="ORIGINALWIDTH" val=" 1.167749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44914"/>
  <p:tag name="ORIGINALWIDTH" val=" 11.37812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6"/>
  <p:tag name="ORIGINALWIDTH" val=" 3.737796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0465"/>
  <p:tag name="ORIGINALWIDTH" val=" 3.807677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5"/>
  <p:tag name="ORIGINALWIDTH" val=" 1.167749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44914"/>
  <p:tag name="ORIGINALWIDTH" val=" 11.37812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0465"/>
  <p:tag name="ORIGINALWIDTH" val=" 3.807677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0465"/>
  <p:tag name="ORIGINALWIDTH" val=" 3.807677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"/>
  <p:tag name="ORIGINALWIDTH" val=" 3.543176"/>
  <p:tag name="EMFCHIL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22967</TotalTime>
  <Words>330</Words>
  <Application>Microsoft Office PowerPoint</Application>
  <PresentationFormat>Widescreen</PresentationFormat>
  <Paragraphs>69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Cambria Math</vt:lpstr>
      <vt:lpstr>Nunito</vt:lpstr>
      <vt:lpstr>Times New Roman</vt:lpstr>
      <vt:lpstr>Office Theme</vt:lpstr>
      <vt:lpstr>CS 489/698: Introduction to Natural Language Processing  Lecture 6.2: Language Modeling II</vt:lpstr>
      <vt:lpstr>Outline: Neural Language Modeling</vt:lpstr>
      <vt:lpstr>Recap: Language Modeling as Classification</vt:lpstr>
      <vt:lpstr>Neural N-Gram Language Models</vt:lpstr>
      <vt:lpstr>Neural Trigram Language Model</vt:lpstr>
      <vt:lpstr>Neural Trigram Language Model</vt:lpstr>
      <vt:lpstr>Neural Trigram Language Model</vt:lpstr>
      <vt:lpstr>Trigram vs. Neural Trigram LMs  P(x∣x^′,x^′′ )</vt:lpstr>
      <vt:lpstr>Removing N-Gram Constraints</vt:lpstr>
      <vt:lpstr>RNN Language Models</vt:lpstr>
      <vt:lpstr>RNN Language Model</vt:lpstr>
      <vt:lpstr>Transformer Language Models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Freda Shi</dc:creator>
  <cp:lastModifiedBy>Freda Shi</cp:lastModifiedBy>
  <cp:revision>1</cp:revision>
  <dcterms:created xsi:type="dcterms:W3CDTF">2025-07-25T21:38:11Z</dcterms:created>
  <dcterms:modified xsi:type="dcterms:W3CDTF">2026-02-04T04:20:31Z</dcterms:modified>
</cp:coreProperties>
</file>